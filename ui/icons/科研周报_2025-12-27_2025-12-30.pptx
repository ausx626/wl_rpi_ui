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60" r:id="rId5"/>
    <p:sldId id="261" r:id="rId6"/>
    <p:sldId id="262" r:id="rId7"/>
    <p:sldId id="16604485" r:id="rId8"/>
    <p:sldId id="16604486" r:id="rId9"/>
    <p:sldId id="16604487" r:id="rId10"/>
    <p:sldId id="16604482" r:id="rId11"/>
    <p:sldId id="263" r:id="rId12"/>
    <p:sldId id="16604488" r:id="rId13"/>
    <p:sldId id="16604489" r:id="rId14"/>
    <p:sldId id="16604490" r:id="rId15"/>
    <p:sldId id="16604483" r:id="rId16"/>
    <p:sldId id="264" r:id="rId17"/>
    <p:sldId id="16604491" r:id="rId18"/>
    <p:sldId id="16604492" r:id="rId19"/>
    <p:sldId id="16604493" r:id="rId20"/>
    <p:sldId id="16604484" r:id="rId21"/>
    <p:sldId id="265" r:id="rId22"/>
    <p:sldId id="16604494" r:id="rId23"/>
    <p:sldId id="16604495" r:id="rId24"/>
    <p:sldId id="16604496" r:id="rId25"/>
    <p:sldId id="16604497" r:id="rId26"/>
    <p:sldId id="11089801" r:id="rId27"/>
    <p:sldId id="16604498" r:id="rId31"/>
    <p:sldId id="16604499" r:id="rId32"/>
    <p:sldId id="16604500" r:id="rId33"/>
    <p:sldId id="16604501" r:id="rId34"/>
    <p:sldId id="16604502" r:id="rId35"/>
    <p:sldId id="16604503" r:id="rId36"/>
    <p:sldId id="16604504" r:id="rId37"/>
    <p:sldId id="16604505" r:id="rId3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597" userDrawn="1">
          <p15:clr>
            <a:srgbClr val="A4A3A4"/>
          </p15:clr>
        </p15:guide>
        <p15:guide id="4" pos="708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0C0F4"/>
    <a:srgbClr val="F8F8FF"/>
    <a:srgbClr val="6887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50" d="100"/>
          <a:sy n="50" d="100"/>
        </p:scale>
        <p:origin x="1104" y="612"/>
      </p:cViewPr>
      <p:guideLst>
        <p:guide orient="horz" pos="2160"/>
        <p:guide pos="3840"/>
        <p:guide pos="597"/>
        <p:guide pos="708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 snapToGrid="0" showGuides="1">
      <p:cViewPr varScale="1">
        <p:scale>
          <a:sx n="61" d="100"/>
          <a:sy n="61" d="100"/>
        </p:scale>
        <p:origin x="3084" y="6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ableStyles" Target="tableStyles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060837-AB14-4CD1-8AFC-AC044109D73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0AB999-C897-4363-8C18-680437CFEEF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Relationship Id="rId3" Type="http://schemas.openxmlformats.org/officeDocument/2006/relationships/image" Target="../media/image1.png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Relationship Id="rId3" Type="http://schemas.openxmlformats.org/officeDocument/2006/relationships/image" Target="../media/image1.png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Relationship Id="rId3" Type="http://schemas.openxmlformats.org/officeDocument/2006/relationships/image" Target="../media/image1.png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Relationship Id="rId3" Type="http://schemas.openxmlformats.org/officeDocument/2006/relationships/image" Target="../media/image1.png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Relationship Id="rId3" Type="http://schemas.openxmlformats.org/officeDocument/2006/relationships/image" Target="../media/image1.png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Relationship Id="rId3" Type="http://schemas.openxmlformats.org/officeDocument/2006/relationships/image" Target="../media/image1.png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0AB999-C897-4363-8C18-680437CFEEF4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862" y="7405687"/>
            <a:ext cx="6010275" cy="1533525"/>
          </a:xfrm>
          <a:prstGeom prst="rect">
            <a:avLst/>
          </a:prstGeom>
        </p:spPr>
      </p:pic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0AB999-C897-4363-8C18-680437CFEEF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0AB999-C897-4363-8C18-680437CFEEF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0AB999-C897-4363-8C18-680437CFEEF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0AB999-C897-4363-8C18-680437CFEEF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0AB999-C897-4363-8C18-680437CFEEF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0AB999-C897-4363-8C18-680437CFEEF4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862" y="7405687"/>
            <a:ext cx="6010275" cy="1533525"/>
          </a:xfrm>
          <a:prstGeom prst="rect">
            <a:avLst/>
          </a:prstGeom>
        </p:spPr>
      </p:pic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0AB999-C897-4363-8C18-680437CFEEF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0AB999-C897-4363-8C18-680437CFEEF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0AB999-C897-4363-8C18-680437CFEEF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0AB999-C897-4363-8C18-680437CFEEF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0AB999-C897-4363-8C18-680437CFEEF4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862" y="7405687"/>
            <a:ext cx="6010275" cy="1533525"/>
          </a:xfrm>
          <a:prstGeom prst="rect">
            <a:avLst/>
          </a:prstGeom>
        </p:spPr>
      </p:pic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0AB999-C897-4363-8C18-680437CFEEF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0AB999-C897-4363-8C18-680437CFEEF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0AB999-C897-4363-8C18-680437CFEEF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0AB999-C897-4363-8C18-680437CFEEF4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862" y="7405687"/>
            <a:ext cx="6010275" cy="1533525"/>
          </a:xfrm>
          <a:prstGeom prst="rect">
            <a:avLst/>
          </a:prstGeom>
        </p:spPr>
      </p:pic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0AB999-C897-4363-8C18-680437CFEEF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0AB999-C897-4363-8C18-680437CFEEF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0AB999-C897-4363-8C18-680437CFEEF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0AB999-C897-4363-8C18-680437CFEEF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0AB999-C897-4363-8C18-680437CFEEF4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862" y="7405687"/>
            <a:ext cx="6010275" cy="1533525"/>
          </a:xfrm>
          <a:prstGeom prst="rect">
            <a:avLst/>
          </a:prstGeom>
        </p:spPr>
      </p:pic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0AB999-C897-4363-8C18-680437CFEEF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0AB999-C897-4363-8C18-680437CFEEF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0AB999-C897-4363-8C18-680437CFEEF4}" type="slidenum">
              <a:rPr lang="zh-CN" altLang="en-US" smtClean="0"/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862" y="7405687"/>
            <a:ext cx="6010275" cy="1533525"/>
          </a:xfrm>
          <a:prstGeom prst="rect">
            <a:avLst/>
          </a:prstGeom>
        </p:spPr>
      </p:pic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www.51pptmoban.com/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3D07-E91A-47AF-B656-B1F4BEE0E59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3972-227E-4292-A57B-6CA9D22E0A6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 www.51pptmoban.c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任意多边形: 形状 206" descr="D:\51PPT模板网\51pptmoban.com\图片.jpg"/>
          <p:cNvSpPr/>
          <p:nvPr userDrawn="1"/>
        </p:nvSpPr>
        <p:spPr>
          <a:xfrm>
            <a:off x="10623564" y="0"/>
            <a:ext cx="1568436" cy="1346746"/>
          </a:xfrm>
          <a:custGeom>
            <a:avLst/>
            <a:gdLst>
              <a:gd name="connsiteX0" fmla="*/ 0 w 1568436"/>
              <a:gd name="connsiteY0" fmla="*/ 0 h 1346746"/>
              <a:gd name="connsiteX1" fmla="*/ 1568436 w 1568436"/>
              <a:gd name="connsiteY1" fmla="*/ 0 h 1346746"/>
              <a:gd name="connsiteX2" fmla="*/ 1568436 w 1568436"/>
              <a:gd name="connsiteY2" fmla="*/ 1322686 h 1346746"/>
              <a:gd name="connsiteX3" fmla="*/ 1460104 w 1568436"/>
              <a:gd name="connsiteY3" fmla="*/ 1342634 h 1346746"/>
              <a:gd name="connsiteX4" fmla="*/ 569146 w 1568436"/>
              <a:gd name="connsiteY4" fmla="*/ 590244 h 1346746"/>
              <a:gd name="connsiteX5" fmla="*/ 19559 w 1568436"/>
              <a:gd name="connsiteY5" fmla="*/ 53592 h 13467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8436" h="1346746">
                <a:moveTo>
                  <a:pt x="0" y="0"/>
                </a:moveTo>
                <a:lnTo>
                  <a:pt x="1568436" y="0"/>
                </a:lnTo>
                <a:lnTo>
                  <a:pt x="1568436" y="1322686"/>
                </a:lnTo>
                <a:lnTo>
                  <a:pt x="1460104" y="1342634"/>
                </a:lnTo>
                <a:cubicBezTo>
                  <a:pt x="987440" y="1396727"/>
                  <a:pt x="1043059" y="904962"/>
                  <a:pt x="569146" y="590244"/>
                </a:cubicBezTo>
                <a:cubicBezTo>
                  <a:pt x="264488" y="387925"/>
                  <a:pt x="141153" y="356313"/>
                  <a:pt x="19559" y="53592"/>
                </a:cubicBezTo>
                <a:close/>
              </a:path>
            </a:pathLst>
          </a:custGeom>
          <a:solidFill>
            <a:srgbClr val="BAC5F4">
              <a:alpha val="15000"/>
            </a:srgbClr>
          </a:solidFill>
          <a:ln w="663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05" name="任意多边形: 形状 204" descr="D:\51PPT模板网\51pptmoban.com\图片.jpg"/>
          <p:cNvSpPr/>
          <p:nvPr userDrawn="1"/>
        </p:nvSpPr>
        <p:spPr>
          <a:xfrm rot="7957286">
            <a:off x="10280787" y="5745697"/>
            <a:ext cx="2039760" cy="1680324"/>
          </a:xfrm>
          <a:custGeom>
            <a:avLst/>
            <a:gdLst>
              <a:gd name="connsiteX0" fmla="*/ 35493 w 2039760"/>
              <a:gd name="connsiteY0" fmla="*/ 615884 h 1680324"/>
              <a:gd name="connsiteX1" fmla="*/ 0 w 2039760"/>
              <a:gd name="connsiteY1" fmla="*/ 567387 h 1680324"/>
              <a:gd name="connsiteX2" fmla="*/ 616566 w 2039760"/>
              <a:gd name="connsiteY2" fmla="*/ 0 h 1680324"/>
              <a:gd name="connsiteX3" fmla="*/ 2039760 w 2039760"/>
              <a:gd name="connsiteY3" fmla="*/ 1546550 h 1680324"/>
              <a:gd name="connsiteX4" fmla="*/ 2012855 w 2039760"/>
              <a:gd name="connsiteY4" fmla="*/ 1546602 h 1680324"/>
              <a:gd name="connsiteX5" fmla="*/ 1585210 w 2039760"/>
              <a:gd name="connsiteY5" fmla="*/ 1617501 h 1680324"/>
              <a:gd name="connsiteX6" fmla="*/ 456254 w 2039760"/>
              <a:gd name="connsiteY6" fmla="*/ 923821 h 1680324"/>
              <a:gd name="connsiteX7" fmla="*/ 35493 w 2039760"/>
              <a:gd name="connsiteY7" fmla="*/ 615884 h 1680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39760" h="1680324">
                <a:moveTo>
                  <a:pt x="35493" y="615884"/>
                </a:moveTo>
                <a:lnTo>
                  <a:pt x="0" y="567387"/>
                </a:lnTo>
                <a:lnTo>
                  <a:pt x="616566" y="0"/>
                </a:lnTo>
                <a:lnTo>
                  <a:pt x="2039760" y="1546550"/>
                </a:lnTo>
                <a:lnTo>
                  <a:pt x="2012855" y="1546602"/>
                </a:lnTo>
                <a:cubicBezTo>
                  <a:pt x="1867793" y="1550965"/>
                  <a:pt x="1723465" y="1569328"/>
                  <a:pt x="1585210" y="1617501"/>
                </a:cubicBezTo>
                <a:cubicBezTo>
                  <a:pt x="847850" y="1874422"/>
                  <a:pt x="997869" y="1283500"/>
                  <a:pt x="456254" y="923821"/>
                </a:cubicBezTo>
                <a:cubicBezTo>
                  <a:pt x="253149" y="788942"/>
                  <a:pt x="130632" y="729932"/>
                  <a:pt x="35493" y="615884"/>
                </a:cubicBezTo>
                <a:close/>
              </a:path>
            </a:pathLst>
          </a:custGeom>
          <a:solidFill>
            <a:srgbClr val="BAC5F4">
              <a:alpha val="15000"/>
            </a:srgbClr>
          </a:solidFill>
          <a:ln w="663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17" name="任意多边形: 形状 216" descr="D:\51PPT模板网\51pptmoban.com\图片.jpg"/>
          <p:cNvSpPr/>
          <p:nvPr userDrawn="1"/>
        </p:nvSpPr>
        <p:spPr>
          <a:xfrm rot="16542789">
            <a:off x="-250926" y="118551"/>
            <a:ext cx="1629309" cy="1272091"/>
          </a:xfrm>
          <a:custGeom>
            <a:avLst/>
            <a:gdLst>
              <a:gd name="connsiteX0" fmla="*/ 1509385 w 1629309"/>
              <a:gd name="connsiteY0" fmla="*/ 0 h 1272091"/>
              <a:gd name="connsiteX1" fmla="*/ 1629309 w 1629309"/>
              <a:gd name="connsiteY1" fmla="*/ 1198700 h 1272091"/>
              <a:gd name="connsiteX2" fmla="*/ 1591174 w 1629309"/>
              <a:gd name="connsiteY2" fmla="*/ 1209269 h 1272091"/>
              <a:gd name="connsiteX3" fmla="*/ 462218 w 1629309"/>
              <a:gd name="connsiteY3" fmla="*/ 515589 h 1272091"/>
              <a:gd name="connsiteX4" fmla="*/ 41457 w 1629309"/>
              <a:gd name="connsiteY4" fmla="*/ 207652 h 1272091"/>
              <a:gd name="connsiteX5" fmla="*/ 0 w 1629309"/>
              <a:gd name="connsiteY5" fmla="*/ 151007 h 1272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29309" h="1272091">
                <a:moveTo>
                  <a:pt x="1509385" y="0"/>
                </a:moveTo>
                <a:lnTo>
                  <a:pt x="1629309" y="1198700"/>
                </a:lnTo>
                <a:lnTo>
                  <a:pt x="1591174" y="1209269"/>
                </a:lnTo>
                <a:cubicBezTo>
                  <a:pt x="853814" y="1466189"/>
                  <a:pt x="1003833" y="875267"/>
                  <a:pt x="462218" y="515589"/>
                </a:cubicBezTo>
                <a:cubicBezTo>
                  <a:pt x="259113" y="380709"/>
                  <a:pt x="136596" y="321700"/>
                  <a:pt x="41457" y="207652"/>
                </a:cubicBezTo>
                <a:lnTo>
                  <a:pt x="0" y="151007"/>
                </a:lnTo>
                <a:close/>
              </a:path>
            </a:pathLst>
          </a:custGeom>
          <a:solidFill>
            <a:srgbClr val="BAC5F4">
              <a:alpha val="15000"/>
            </a:srgbClr>
          </a:solidFill>
          <a:ln w="663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15" name="任意多边形: 形状 214"/>
          <p:cNvSpPr/>
          <p:nvPr userDrawn="1"/>
        </p:nvSpPr>
        <p:spPr>
          <a:xfrm rot="3513166">
            <a:off x="45786" y="5448181"/>
            <a:ext cx="2080441" cy="2184401"/>
          </a:xfrm>
          <a:custGeom>
            <a:avLst/>
            <a:gdLst>
              <a:gd name="connsiteX0" fmla="*/ 252666 w 2080441"/>
              <a:gd name="connsiteY0" fmla="*/ 1071377 h 2184401"/>
              <a:gd name="connsiteX1" fmla="*/ 1448320 w 2080441"/>
              <a:gd name="connsiteY1" fmla="*/ 346956 h 2184401"/>
              <a:gd name="connsiteX2" fmla="*/ 1922327 w 2080441"/>
              <a:gd name="connsiteY2" fmla="*/ 33587 h 2184401"/>
              <a:gd name="connsiteX3" fmla="*/ 2080441 w 2080441"/>
              <a:gd name="connsiteY3" fmla="*/ 0 h 2184401"/>
              <a:gd name="connsiteX4" fmla="*/ 744605 w 2080441"/>
              <a:gd name="connsiteY4" fmla="*/ 2184401 h 2184401"/>
              <a:gd name="connsiteX5" fmla="*/ 0 w 2080441"/>
              <a:gd name="connsiteY5" fmla="*/ 1729049 h 2184401"/>
              <a:gd name="connsiteX6" fmla="*/ 2517 w 2080441"/>
              <a:gd name="connsiteY6" fmla="*/ 1708531 h 2184401"/>
              <a:gd name="connsiteX7" fmla="*/ 252666 w 2080441"/>
              <a:gd name="connsiteY7" fmla="*/ 1071377 h 2184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80441" h="2184401">
                <a:moveTo>
                  <a:pt x="252666" y="1071377"/>
                </a:moveTo>
                <a:cubicBezTo>
                  <a:pt x="608406" y="519379"/>
                  <a:pt x="885786" y="912048"/>
                  <a:pt x="1448320" y="346956"/>
                </a:cubicBezTo>
                <a:cubicBezTo>
                  <a:pt x="1619221" y="175250"/>
                  <a:pt x="1765407" y="81808"/>
                  <a:pt x="1922327" y="33587"/>
                </a:cubicBezTo>
                <a:lnTo>
                  <a:pt x="2080441" y="0"/>
                </a:lnTo>
                <a:lnTo>
                  <a:pt x="744605" y="2184401"/>
                </a:lnTo>
                <a:lnTo>
                  <a:pt x="0" y="1729049"/>
                </a:lnTo>
                <a:lnTo>
                  <a:pt x="2517" y="1708531"/>
                </a:lnTo>
                <a:cubicBezTo>
                  <a:pt x="46357" y="1460913"/>
                  <a:pt x="137582" y="1249835"/>
                  <a:pt x="252666" y="1071377"/>
                </a:cubicBezTo>
                <a:close/>
              </a:path>
            </a:pathLst>
          </a:custGeom>
          <a:solidFill>
            <a:srgbClr val="BAC5F4">
              <a:alpha val="15000"/>
            </a:srgbClr>
          </a:solidFill>
          <a:ln w="663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19" name="任意多边形: 形状 218"/>
          <p:cNvSpPr/>
          <p:nvPr userDrawn="1"/>
        </p:nvSpPr>
        <p:spPr>
          <a:xfrm rot="14984251" flipH="1">
            <a:off x="4375877" y="-983498"/>
            <a:ext cx="1109497" cy="2234110"/>
          </a:xfrm>
          <a:custGeom>
            <a:avLst/>
            <a:gdLst>
              <a:gd name="connsiteX0" fmla="*/ 0 w 1109497"/>
              <a:gd name="connsiteY0" fmla="*/ 0 h 2234110"/>
              <a:gd name="connsiteX1" fmla="*/ 824760 w 1109497"/>
              <a:gd name="connsiteY1" fmla="*/ 2234110 h 2234110"/>
              <a:gd name="connsiteX2" fmla="*/ 859904 w 1109497"/>
              <a:gd name="connsiteY2" fmla="*/ 2190409 h 2234110"/>
              <a:gd name="connsiteX3" fmla="*/ 101111 w 1109497"/>
              <a:gd name="connsiteY3" fmla="*/ 23487 h 2234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09497" h="2234110">
                <a:moveTo>
                  <a:pt x="0" y="0"/>
                </a:moveTo>
                <a:lnTo>
                  <a:pt x="824760" y="2234110"/>
                </a:lnTo>
                <a:lnTo>
                  <a:pt x="859904" y="2190409"/>
                </a:lnTo>
                <a:cubicBezTo>
                  <a:pt x="1327241" y="1710093"/>
                  <a:pt x="1172987" y="318457"/>
                  <a:pt x="101111" y="23487"/>
                </a:cubicBezTo>
                <a:close/>
              </a:path>
            </a:pathLst>
          </a:custGeom>
          <a:solidFill>
            <a:srgbClr val="BAC5F4">
              <a:alpha val="10000"/>
            </a:srgbClr>
          </a:solidFill>
          <a:ln w="663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21" name="任意多边形: 形状 220"/>
          <p:cNvSpPr/>
          <p:nvPr userDrawn="1"/>
        </p:nvSpPr>
        <p:spPr>
          <a:xfrm rot="14984251" flipH="1">
            <a:off x="5057476" y="4840333"/>
            <a:ext cx="1588854" cy="3893052"/>
          </a:xfrm>
          <a:custGeom>
            <a:avLst/>
            <a:gdLst>
              <a:gd name="connsiteX0" fmla="*/ 427626 w 1588854"/>
              <a:gd name="connsiteY0" fmla="*/ 2661154 h 3893052"/>
              <a:gd name="connsiteX1" fmla="*/ 977213 w 1588854"/>
              <a:gd name="connsiteY1" fmla="*/ 3197805 h 3893052"/>
              <a:gd name="connsiteX2" fmla="*/ 1567732 w 1588854"/>
              <a:gd name="connsiteY2" fmla="*/ 3879743 h 3893052"/>
              <a:gd name="connsiteX3" fmla="*/ 1588854 w 1588854"/>
              <a:gd name="connsiteY3" fmla="*/ 3893052 h 3893052"/>
              <a:gd name="connsiteX4" fmla="*/ 151668 w 1588854"/>
              <a:gd name="connsiteY4" fmla="*/ 0 h 3893052"/>
              <a:gd name="connsiteX5" fmla="*/ 126780 w 1588854"/>
              <a:gd name="connsiteY5" fmla="*/ 54016 h 3893052"/>
              <a:gd name="connsiteX6" fmla="*/ 62570 w 1588854"/>
              <a:gd name="connsiteY6" fmla="*/ 1254919 h 3893052"/>
              <a:gd name="connsiteX7" fmla="*/ 427626 w 1588854"/>
              <a:gd name="connsiteY7" fmla="*/ 2661154 h 3893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88854" h="3893052">
                <a:moveTo>
                  <a:pt x="427626" y="2661154"/>
                </a:moveTo>
                <a:cubicBezTo>
                  <a:pt x="549219" y="2963875"/>
                  <a:pt x="672554" y="2995487"/>
                  <a:pt x="977213" y="3197805"/>
                </a:cubicBezTo>
                <a:cubicBezTo>
                  <a:pt x="1315722" y="3422604"/>
                  <a:pt x="1384061" y="3737733"/>
                  <a:pt x="1567732" y="3879743"/>
                </a:cubicBezTo>
                <a:lnTo>
                  <a:pt x="1588854" y="3893052"/>
                </a:lnTo>
                <a:lnTo>
                  <a:pt x="151668" y="0"/>
                </a:lnTo>
                <a:lnTo>
                  <a:pt x="126780" y="54016"/>
                </a:lnTo>
                <a:cubicBezTo>
                  <a:pt x="-1235" y="372103"/>
                  <a:pt x="-49101" y="767995"/>
                  <a:pt x="62570" y="1254919"/>
                </a:cubicBezTo>
                <a:cubicBezTo>
                  <a:pt x="239532" y="2026253"/>
                  <a:pt x="333052" y="2425705"/>
                  <a:pt x="427626" y="2661154"/>
                </a:cubicBezTo>
                <a:close/>
              </a:path>
            </a:pathLst>
          </a:custGeom>
          <a:solidFill>
            <a:srgbClr val="BAC5F4">
              <a:alpha val="10000"/>
            </a:srgbClr>
          </a:solidFill>
          <a:ln w="663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3D07-E91A-47AF-B656-B1F4BEE0E59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3972-227E-4292-A57B-6CA9D22E0A6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3D07-E91A-47AF-B656-B1F4BEE0E59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3972-227E-4292-A57B-6CA9D22E0A6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3D07-E91A-47AF-B656-B1F4BEE0E59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3972-227E-4292-A57B-6CA9D22E0A6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3D07-E91A-47AF-B656-B1F4BEE0E59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3972-227E-4292-A57B-6CA9D22E0A6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3D07-E91A-47AF-B656-B1F4BEE0E59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3972-227E-4292-A57B-6CA9D22E0A68}" type="slidenum">
              <a:rPr lang="zh-CN" altLang="en-US" smtClean="0"/>
            </a:fld>
            <a:endParaRPr lang="zh-CN" altLang="en-US"/>
          </a:p>
        </p:txBody>
      </p:sp>
      <p:sp>
        <p:nvSpPr>
          <p:cNvPr id="6" name="文本框 5"/>
          <p:cNvSpPr txBox="1"/>
          <p:nvPr userDrawn="1"/>
        </p:nvSpPr>
        <p:spPr>
          <a:xfrm>
            <a:off x="704589" y="5363651"/>
            <a:ext cx="60939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>
                    <a:lumMod val="95000"/>
                  </a:schemeClr>
                </a:solidFill>
              </a:rPr>
              <a:t>51PPT模板网，幻灯片演示模板及素材免费下载！</a:t>
            </a:r>
            <a:endParaRPr lang="zh-CN" altLang="en-US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zh-CN" altLang="en-US" dirty="0">
                <a:solidFill>
                  <a:schemeClr val="bg1">
                    <a:lumMod val="95000"/>
                  </a:schemeClr>
                </a:solidFill>
              </a:rPr>
              <a:t>51PPT模板网 唯一访问网址：www.51pptmoban.com</a:t>
            </a:r>
            <a:endParaRPr lang="zh-CN" altLang="en-US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3D07-E91A-47AF-B656-B1F4BEE0E59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3972-227E-4292-A57B-6CA9D22E0A6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3D07-E91A-47AF-B656-B1F4BEE0E59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3972-227E-4292-A57B-6CA9D22E0A6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3D07-E91A-47AF-B656-B1F4BEE0E59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3972-227E-4292-A57B-6CA9D22E0A6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3D07-E91A-47AF-B656-B1F4BEE0E59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3972-227E-4292-A57B-6CA9D22E0A6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1PPT模板网，www.51pptmoban.c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任意多边形: 形状 36"/>
          <p:cNvSpPr/>
          <p:nvPr userDrawn="1"/>
        </p:nvSpPr>
        <p:spPr>
          <a:xfrm>
            <a:off x="2" y="3832097"/>
            <a:ext cx="12195175" cy="3022731"/>
          </a:xfrm>
          <a:custGeom>
            <a:avLst/>
            <a:gdLst>
              <a:gd name="connsiteX0" fmla="*/ 7975600 w 12192000"/>
              <a:gd name="connsiteY0" fmla="*/ 1366 h 3023966"/>
              <a:gd name="connsiteX1" fmla="*/ 11319470 w 12192000"/>
              <a:gd name="connsiteY1" fmla="*/ 330723 h 3023966"/>
              <a:gd name="connsiteX2" fmla="*/ 12192000 w 12192000"/>
              <a:gd name="connsiteY2" fmla="*/ 498201 h 3023966"/>
              <a:gd name="connsiteX3" fmla="*/ 12192000 w 12192000"/>
              <a:gd name="connsiteY3" fmla="*/ 3023966 h 3023966"/>
              <a:gd name="connsiteX4" fmla="*/ 0 w 12192000"/>
              <a:gd name="connsiteY4" fmla="*/ 3023966 h 3023966"/>
              <a:gd name="connsiteX5" fmla="*/ 0 w 12192000"/>
              <a:gd name="connsiteY5" fmla="*/ 376472 h 3023966"/>
              <a:gd name="connsiteX6" fmla="*/ 345926 w 12192000"/>
              <a:gd name="connsiteY6" fmla="*/ 450479 h 3023966"/>
              <a:gd name="connsiteX7" fmla="*/ 2908300 w 12192000"/>
              <a:gd name="connsiteY7" fmla="*/ 674466 h 3023966"/>
              <a:gd name="connsiteX8" fmla="*/ 7975600 w 12192000"/>
              <a:gd name="connsiteY8" fmla="*/ 1366 h 3023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3023966">
                <a:moveTo>
                  <a:pt x="7975600" y="1366"/>
                </a:moveTo>
                <a:cubicBezTo>
                  <a:pt x="9159875" y="-16096"/>
                  <a:pt x="10251281" y="136105"/>
                  <a:pt x="11319470" y="330723"/>
                </a:cubicBezTo>
                <a:lnTo>
                  <a:pt x="12192000" y="498201"/>
                </a:lnTo>
                <a:lnTo>
                  <a:pt x="12192000" y="3023966"/>
                </a:lnTo>
                <a:lnTo>
                  <a:pt x="0" y="3023966"/>
                </a:lnTo>
                <a:lnTo>
                  <a:pt x="0" y="376472"/>
                </a:lnTo>
                <a:lnTo>
                  <a:pt x="345926" y="450479"/>
                </a:lnTo>
                <a:cubicBezTo>
                  <a:pt x="1074142" y="599258"/>
                  <a:pt x="1865313" y="710978"/>
                  <a:pt x="2908300" y="674466"/>
                </a:cubicBezTo>
                <a:cubicBezTo>
                  <a:pt x="4298950" y="625783"/>
                  <a:pt x="6396567" y="24649"/>
                  <a:pt x="7975600" y="1366"/>
                </a:cubicBezTo>
                <a:close/>
              </a:path>
            </a:pathLst>
          </a:custGeom>
          <a:solidFill>
            <a:srgbClr val="003399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705">
              <a:latin typeface="HarmonyOS Sans SC Light" panose="00000400000000000000" pitchFamily="2" charset="-122"/>
              <a:ea typeface="阿里巴巴普惠体 2.0 55 Regular" panose="00020600040101010101" pitchFamily="18" charset="-122"/>
              <a:cs typeface="阿里巴巴普惠体 2.0 55 Regular" panose="00020600040101010101" pitchFamily="18" charset="-122"/>
              <a:sym typeface="HarmonyOS Sans SC Light" panose="00000400000000000000" pitchFamily="2" charset="-122"/>
            </a:endParaRPr>
          </a:p>
        </p:txBody>
      </p:sp>
      <p:grpSp>
        <p:nvGrpSpPr>
          <p:cNvPr id="2" name="组合 1"/>
          <p:cNvGrpSpPr/>
          <p:nvPr userDrawn="1"/>
        </p:nvGrpSpPr>
        <p:grpSpPr>
          <a:xfrm>
            <a:off x="807247" y="298818"/>
            <a:ext cx="3513983" cy="1204794"/>
            <a:chOff x="870547" y="7238685"/>
            <a:chExt cx="3333750" cy="1143000"/>
          </a:xfrm>
        </p:grpSpPr>
        <p:grpSp>
          <p:nvGrpSpPr>
            <p:cNvPr id="3" name="组合 2" descr="51PPT模板网，幻灯片演示模板及素材免费下载！&#10;51PPT模板网 唯一访问网址：www.51pptmoban.com"/>
            <p:cNvGrpSpPr/>
            <p:nvPr userDrawn="1"/>
          </p:nvGrpSpPr>
          <p:grpSpPr>
            <a:xfrm>
              <a:off x="1089945" y="7419206"/>
              <a:ext cx="2824283" cy="781959"/>
              <a:chOff x="1086173" y="3300162"/>
              <a:chExt cx="2824283" cy="781959"/>
            </a:xfrm>
          </p:grpSpPr>
          <p:sp>
            <p:nvSpPr>
              <p:cNvPr id="5" name="任意多边形: 形状 4"/>
              <p:cNvSpPr/>
              <p:nvPr userDrawn="1"/>
            </p:nvSpPr>
            <p:spPr>
              <a:xfrm>
                <a:off x="2111882" y="3451828"/>
                <a:ext cx="250109" cy="332432"/>
              </a:xfrm>
              <a:custGeom>
                <a:avLst/>
                <a:gdLst>
                  <a:gd name="connsiteX0" fmla="*/ 79937 w 250109"/>
                  <a:gd name="connsiteY0" fmla="*/ 159025 h 332432"/>
                  <a:gd name="connsiteX1" fmla="*/ 79937 w 250109"/>
                  <a:gd name="connsiteY1" fmla="*/ 62949 h 332432"/>
                  <a:gd name="connsiteX2" fmla="*/ 112574 w 250109"/>
                  <a:gd name="connsiteY2" fmla="*/ 62949 h 332432"/>
                  <a:gd name="connsiteX3" fmla="*/ 156891 w 250109"/>
                  <a:gd name="connsiteY3" fmla="*/ 72996 h 332432"/>
                  <a:gd name="connsiteX4" fmla="*/ 172401 w 250109"/>
                  <a:gd name="connsiteY4" fmla="*/ 108130 h 332432"/>
                  <a:gd name="connsiteX5" fmla="*/ 158257 w 250109"/>
                  <a:gd name="connsiteY5" fmla="*/ 145870 h 332432"/>
                  <a:gd name="connsiteX6" fmla="*/ 114820 w 250109"/>
                  <a:gd name="connsiteY6" fmla="*/ 159025 h 332432"/>
                  <a:gd name="connsiteX7" fmla="*/ 79937 w 250109"/>
                  <a:gd name="connsiteY7" fmla="*/ 159025 h 332432"/>
                  <a:gd name="connsiteX8" fmla="*/ 0 w 250109"/>
                  <a:gd name="connsiteY8" fmla="*/ 332433 h 332432"/>
                  <a:gd name="connsiteX9" fmla="*/ 79937 w 250109"/>
                  <a:gd name="connsiteY9" fmla="*/ 332433 h 332432"/>
                  <a:gd name="connsiteX10" fmla="*/ 79937 w 250109"/>
                  <a:gd name="connsiteY10" fmla="*/ 222087 h 332432"/>
                  <a:gd name="connsiteX11" fmla="*/ 118792 w 250109"/>
                  <a:gd name="connsiteY11" fmla="*/ 222087 h 332432"/>
                  <a:gd name="connsiteX12" fmla="*/ 184082 w 250109"/>
                  <a:gd name="connsiteY12" fmla="*/ 210047 h 332432"/>
                  <a:gd name="connsiteX13" fmla="*/ 231743 w 250109"/>
                  <a:gd name="connsiteY13" fmla="*/ 172810 h 332432"/>
                  <a:gd name="connsiteX14" fmla="*/ 250110 w 250109"/>
                  <a:gd name="connsiteY14" fmla="*/ 108148 h 332432"/>
                  <a:gd name="connsiteX15" fmla="*/ 231869 w 250109"/>
                  <a:gd name="connsiteY15" fmla="*/ 43594 h 332432"/>
                  <a:gd name="connsiteX16" fmla="*/ 183831 w 250109"/>
                  <a:gd name="connsiteY16" fmla="*/ 9700 h 332432"/>
                  <a:gd name="connsiteX17" fmla="*/ 116563 w 250109"/>
                  <a:gd name="connsiteY17" fmla="*/ 13 h 332432"/>
                  <a:gd name="connsiteX18" fmla="*/ 0 w 250109"/>
                  <a:gd name="connsiteY18" fmla="*/ 13 h 332432"/>
                  <a:gd name="connsiteX19" fmla="*/ 0 w 250109"/>
                  <a:gd name="connsiteY19" fmla="*/ 332433 h 3324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50109" h="332432">
                    <a:moveTo>
                      <a:pt x="79937" y="159025"/>
                    </a:moveTo>
                    <a:lnTo>
                      <a:pt x="79937" y="62949"/>
                    </a:lnTo>
                    <a:lnTo>
                      <a:pt x="112574" y="62949"/>
                    </a:lnTo>
                    <a:cubicBezTo>
                      <a:pt x="131821" y="62698"/>
                      <a:pt x="146702" y="66059"/>
                      <a:pt x="156891" y="72996"/>
                    </a:cubicBezTo>
                    <a:cubicBezTo>
                      <a:pt x="167189" y="79825"/>
                      <a:pt x="172401" y="91488"/>
                      <a:pt x="172401" y="108130"/>
                    </a:cubicBezTo>
                    <a:cubicBezTo>
                      <a:pt x="172527" y="124520"/>
                      <a:pt x="167692" y="137046"/>
                      <a:pt x="158257" y="145870"/>
                    </a:cubicBezTo>
                    <a:cubicBezTo>
                      <a:pt x="148696" y="154550"/>
                      <a:pt x="134175" y="159025"/>
                      <a:pt x="114820" y="159025"/>
                    </a:cubicBezTo>
                    <a:lnTo>
                      <a:pt x="79937" y="159025"/>
                    </a:lnTo>
                    <a:close/>
                    <a:moveTo>
                      <a:pt x="0" y="332433"/>
                    </a:moveTo>
                    <a:lnTo>
                      <a:pt x="79937" y="332433"/>
                    </a:lnTo>
                    <a:lnTo>
                      <a:pt x="79937" y="222087"/>
                    </a:lnTo>
                    <a:lnTo>
                      <a:pt x="118792" y="222087"/>
                    </a:lnTo>
                    <a:cubicBezTo>
                      <a:pt x="142496" y="222087"/>
                      <a:pt x="164224" y="218116"/>
                      <a:pt x="184082" y="210047"/>
                    </a:cubicBezTo>
                    <a:cubicBezTo>
                      <a:pt x="203815" y="202103"/>
                      <a:pt x="219702" y="189559"/>
                      <a:pt x="231743" y="172810"/>
                    </a:cubicBezTo>
                    <a:cubicBezTo>
                      <a:pt x="243658" y="155934"/>
                      <a:pt x="249858" y="134458"/>
                      <a:pt x="250110" y="108148"/>
                    </a:cubicBezTo>
                    <a:cubicBezTo>
                      <a:pt x="249858" y="80957"/>
                      <a:pt x="243784" y="59373"/>
                      <a:pt x="231869" y="43594"/>
                    </a:cubicBezTo>
                    <a:cubicBezTo>
                      <a:pt x="219828" y="27707"/>
                      <a:pt x="203815" y="16403"/>
                      <a:pt x="183831" y="9700"/>
                    </a:cubicBezTo>
                    <a:cubicBezTo>
                      <a:pt x="163721" y="3122"/>
                      <a:pt x="141256" y="-238"/>
                      <a:pt x="116563" y="13"/>
                    </a:cubicBezTo>
                    <a:lnTo>
                      <a:pt x="0" y="13"/>
                    </a:lnTo>
                    <a:lnTo>
                      <a:pt x="0" y="332433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8" name="任意多边形: 形状 37"/>
              <p:cNvSpPr/>
              <p:nvPr userDrawn="1"/>
            </p:nvSpPr>
            <p:spPr>
              <a:xfrm>
                <a:off x="2426959" y="3451828"/>
                <a:ext cx="250109" cy="332432"/>
              </a:xfrm>
              <a:custGeom>
                <a:avLst/>
                <a:gdLst>
                  <a:gd name="connsiteX0" fmla="*/ 79937 w 250109"/>
                  <a:gd name="connsiteY0" fmla="*/ 159025 h 332432"/>
                  <a:gd name="connsiteX1" fmla="*/ 79937 w 250109"/>
                  <a:gd name="connsiteY1" fmla="*/ 62949 h 332432"/>
                  <a:gd name="connsiteX2" fmla="*/ 112574 w 250109"/>
                  <a:gd name="connsiteY2" fmla="*/ 62949 h 332432"/>
                  <a:gd name="connsiteX3" fmla="*/ 156891 w 250109"/>
                  <a:gd name="connsiteY3" fmla="*/ 72996 h 332432"/>
                  <a:gd name="connsiteX4" fmla="*/ 172401 w 250109"/>
                  <a:gd name="connsiteY4" fmla="*/ 108130 h 332432"/>
                  <a:gd name="connsiteX5" fmla="*/ 158257 w 250109"/>
                  <a:gd name="connsiteY5" fmla="*/ 145870 h 332432"/>
                  <a:gd name="connsiteX6" fmla="*/ 114820 w 250109"/>
                  <a:gd name="connsiteY6" fmla="*/ 159025 h 332432"/>
                  <a:gd name="connsiteX7" fmla="*/ 79937 w 250109"/>
                  <a:gd name="connsiteY7" fmla="*/ 159025 h 332432"/>
                  <a:gd name="connsiteX8" fmla="*/ 0 w 250109"/>
                  <a:gd name="connsiteY8" fmla="*/ 332433 h 332432"/>
                  <a:gd name="connsiteX9" fmla="*/ 79937 w 250109"/>
                  <a:gd name="connsiteY9" fmla="*/ 332433 h 332432"/>
                  <a:gd name="connsiteX10" fmla="*/ 79937 w 250109"/>
                  <a:gd name="connsiteY10" fmla="*/ 222087 h 332432"/>
                  <a:gd name="connsiteX11" fmla="*/ 118792 w 250109"/>
                  <a:gd name="connsiteY11" fmla="*/ 222087 h 332432"/>
                  <a:gd name="connsiteX12" fmla="*/ 184082 w 250109"/>
                  <a:gd name="connsiteY12" fmla="*/ 210047 h 332432"/>
                  <a:gd name="connsiteX13" fmla="*/ 231743 w 250109"/>
                  <a:gd name="connsiteY13" fmla="*/ 172810 h 332432"/>
                  <a:gd name="connsiteX14" fmla="*/ 250110 w 250109"/>
                  <a:gd name="connsiteY14" fmla="*/ 108148 h 332432"/>
                  <a:gd name="connsiteX15" fmla="*/ 231869 w 250109"/>
                  <a:gd name="connsiteY15" fmla="*/ 43594 h 332432"/>
                  <a:gd name="connsiteX16" fmla="*/ 183831 w 250109"/>
                  <a:gd name="connsiteY16" fmla="*/ 9700 h 332432"/>
                  <a:gd name="connsiteX17" fmla="*/ 116563 w 250109"/>
                  <a:gd name="connsiteY17" fmla="*/ 13 h 332432"/>
                  <a:gd name="connsiteX18" fmla="*/ 0 w 250109"/>
                  <a:gd name="connsiteY18" fmla="*/ 13 h 332432"/>
                  <a:gd name="connsiteX19" fmla="*/ 0 w 250109"/>
                  <a:gd name="connsiteY19" fmla="*/ 332433 h 3324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50109" h="332432">
                    <a:moveTo>
                      <a:pt x="79937" y="159025"/>
                    </a:moveTo>
                    <a:lnTo>
                      <a:pt x="79937" y="62949"/>
                    </a:lnTo>
                    <a:lnTo>
                      <a:pt x="112574" y="62949"/>
                    </a:lnTo>
                    <a:cubicBezTo>
                      <a:pt x="131821" y="62698"/>
                      <a:pt x="146702" y="66059"/>
                      <a:pt x="156891" y="72996"/>
                    </a:cubicBezTo>
                    <a:cubicBezTo>
                      <a:pt x="167189" y="79825"/>
                      <a:pt x="172401" y="91488"/>
                      <a:pt x="172401" y="108130"/>
                    </a:cubicBezTo>
                    <a:cubicBezTo>
                      <a:pt x="172527" y="124520"/>
                      <a:pt x="167692" y="137046"/>
                      <a:pt x="158257" y="145870"/>
                    </a:cubicBezTo>
                    <a:cubicBezTo>
                      <a:pt x="148696" y="154550"/>
                      <a:pt x="134175" y="159025"/>
                      <a:pt x="114820" y="159025"/>
                    </a:cubicBezTo>
                    <a:lnTo>
                      <a:pt x="79937" y="159025"/>
                    </a:lnTo>
                    <a:close/>
                    <a:moveTo>
                      <a:pt x="0" y="332433"/>
                    </a:moveTo>
                    <a:lnTo>
                      <a:pt x="79937" y="332433"/>
                    </a:lnTo>
                    <a:lnTo>
                      <a:pt x="79937" y="222087"/>
                    </a:lnTo>
                    <a:lnTo>
                      <a:pt x="118792" y="222087"/>
                    </a:lnTo>
                    <a:cubicBezTo>
                      <a:pt x="142496" y="222087"/>
                      <a:pt x="164224" y="218116"/>
                      <a:pt x="184082" y="210047"/>
                    </a:cubicBezTo>
                    <a:cubicBezTo>
                      <a:pt x="203815" y="202103"/>
                      <a:pt x="219702" y="189559"/>
                      <a:pt x="231743" y="172810"/>
                    </a:cubicBezTo>
                    <a:cubicBezTo>
                      <a:pt x="243658" y="155934"/>
                      <a:pt x="249858" y="134458"/>
                      <a:pt x="250110" y="108148"/>
                    </a:cubicBezTo>
                    <a:cubicBezTo>
                      <a:pt x="249858" y="80957"/>
                      <a:pt x="243784" y="59373"/>
                      <a:pt x="231869" y="43594"/>
                    </a:cubicBezTo>
                    <a:cubicBezTo>
                      <a:pt x="219828" y="27707"/>
                      <a:pt x="203815" y="16403"/>
                      <a:pt x="183831" y="9700"/>
                    </a:cubicBezTo>
                    <a:cubicBezTo>
                      <a:pt x="163721" y="3122"/>
                      <a:pt x="141256" y="-238"/>
                      <a:pt x="116563" y="13"/>
                    </a:cubicBezTo>
                    <a:lnTo>
                      <a:pt x="0" y="13"/>
                    </a:lnTo>
                    <a:lnTo>
                      <a:pt x="0" y="332433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9" name="任意多边形: 形状 38"/>
              <p:cNvSpPr/>
              <p:nvPr userDrawn="1"/>
            </p:nvSpPr>
            <p:spPr>
              <a:xfrm>
                <a:off x="2713715" y="3451841"/>
                <a:ext cx="259922" cy="332419"/>
              </a:xfrm>
              <a:custGeom>
                <a:avLst/>
                <a:gdLst>
                  <a:gd name="connsiteX0" fmla="*/ 89732 w 259922"/>
                  <a:gd name="connsiteY0" fmla="*/ 332420 h 332419"/>
                  <a:gd name="connsiteX1" fmla="*/ 169669 w 259922"/>
                  <a:gd name="connsiteY1" fmla="*/ 332420 h 332419"/>
                  <a:gd name="connsiteX2" fmla="*/ 169669 w 259922"/>
                  <a:gd name="connsiteY2" fmla="*/ 66045 h 332419"/>
                  <a:gd name="connsiteX3" fmla="*/ 259922 w 259922"/>
                  <a:gd name="connsiteY3" fmla="*/ 66045 h 332419"/>
                  <a:gd name="connsiteX4" fmla="*/ 259922 w 259922"/>
                  <a:gd name="connsiteY4" fmla="*/ 0 h 332419"/>
                  <a:gd name="connsiteX5" fmla="*/ 0 w 259922"/>
                  <a:gd name="connsiteY5" fmla="*/ 0 h 332419"/>
                  <a:gd name="connsiteX6" fmla="*/ 0 w 259922"/>
                  <a:gd name="connsiteY6" fmla="*/ 66045 h 332419"/>
                  <a:gd name="connsiteX7" fmla="*/ 89732 w 259922"/>
                  <a:gd name="connsiteY7" fmla="*/ 66045 h 332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59922" h="332419">
                    <a:moveTo>
                      <a:pt x="89732" y="332420"/>
                    </a:moveTo>
                    <a:lnTo>
                      <a:pt x="169669" y="332420"/>
                    </a:lnTo>
                    <a:lnTo>
                      <a:pt x="169669" y="66045"/>
                    </a:lnTo>
                    <a:lnTo>
                      <a:pt x="259922" y="66045"/>
                    </a:lnTo>
                    <a:lnTo>
                      <a:pt x="259922" y="0"/>
                    </a:lnTo>
                    <a:lnTo>
                      <a:pt x="0" y="0"/>
                    </a:lnTo>
                    <a:lnTo>
                      <a:pt x="0" y="66045"/>
                    </a:lnTo>
                    <a:lnTo>
                      <a:pt x="89732" y="66045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0" name="任意多边形: 形状 39"/>
              <p:cNvSpPr/>
              <p:nvPr userDrawn="1"/>
            </p:nvSpPr>
            <p:spPr>
              <a:xfrm>
                <a:off x="3026743" y="3420175"/>
                <a:ext cx="399147" cy="388526"/>
              </a:xfrm>
              <a:custGeom>
                <a:avLst/>
                <a:gdLst>
                  <a:gd name="connsiteX0" fmla="*/ 387323 w 399147"/>
                  <a:gd name="connsiteY0" fmla="*/ 305498 h 388526"/>
                  <a:gd name="connsiteX1" fmla="*/ 387323 w 399147"/>
                  <a:gd name="connsiteY1" fmla="*/ 257334 h 388526"/>
                  <a:gd name="connsiteX2" fmla="*/ 291211 w 399147"/>
                  <a:gd name="connsiteY2" fmla="*/ 257334 h 388526"/>
                  <a:gd name="connsiteX3" fmla="*/ 292235 w 399147"/>
                  <a:gd name="connsiteY3" fmla="*/ 248475 h 388526"/>
                  <a:gd name="connsiteX4" fmla="*/ 293260 w 399147"/>
                  <a:gd name="connsiteY4" fmla="*/ 239273 h 388526"/>
                  <a:gd name="connsiteX5" fmla="*/ 367212 w 399147"/>
                  <a:gd name="connsiteY5" fmla="*/ 239273 h 388526"/>
                  <a:gd name="connsiteX6" fmla="*/ 367212 w 399147"/>
                  <a:gd name="connsiteY6" fmla="*/ 98628 h 388526"/>
                  <a:gd name="connsiteX7" fmla="*/ 159084 w 399147"/>
                  <a:gd name="connsiteY7" fmla="*/ 98628 h 388526"/>
                  <a:gd name="connsiteX8" fmla="*/ 159084 w 399147"/>
                  <a:gd name="connsiteY8" fmla="*/ 239273 h 388526"/>
                  <a:gd name="connsiteX9" fmla="*/ 235193 w 399147"/>
                  <a:gd name="connsiteY9" fmla="*/ 239273 h 388526"/>
                  <a:gd name="connsiteX10" fmla="*/ 234061 w 399147"/>
                  <a:gd name="connsiteY10" fmla="*/ 248475 h 388526"/>
                  <a:gd name="connsiteX11" fmla="*/ 232696 w 399147"/>
                  <a:gd name="connsiteY11" fmla="*/ 257334 h 388526"/>
                  <a:gd name="connsiteX12" fmla="*/ 143970 w 399147"/>
                  <a:gd name="connsiteY12" fmla="*/ 257334 h 388526"/>
                  <a:gd name="connsiteX13" fmla="*/ 143970 w 399147"/>
                  <a:gd name="connsiteY13" fmla="*/ 305498 h 388526"/>
                  <a:gd name="connsiteX14" fmla="*/ 211453 w 399147"/>
                  <a:gd name="connsiteY14" fmla="*/ 305498 h 388526"/>
                  <a:gd name="connsiteX15" fmla="*/ 179751 w 399147"/>
                  <a:gd name="connsiteY15" fmla="*/ 326058 h 388526"/>
                  <a:gd name="connsiteX16" fmla="*/ 126358 w 399147"/>
                  <a:gd name="connsiteY16" fmla="*/ 341046 h 388526"/>
                  <a:gd name="connsiteX17" fmla="*/ 143629 w 399147"/>
                  <a:gd name="connsiteY17" fmla="*/ 363762 h 388526"/>
                  <a:gd name="connsiteX18" fmla="*/ 156245 w 399147"/>
                  <a:gd name="connsiteY18" fmla="*/ 388527 h 388526"/>
                  <a:gd name="connsiteX19" fmla="*/ 232480 w 399147"/>
                  <a:gd name="connsiteY19" fmla="*/ 359215 h 388526"/>
                  <a:gd name="connsiteX20" fmla="*/ 273149 w 399147"/>
                  <a:gd name="connsiteY20" fmla="*/ 317755 h 388526"/>
                  <a:gd name="connsiteX21" fmla="*/ 309398 w 399147"/>
                  <a:gd name="connsiteY21" fmla="*/ 360815 h 388526"/>
                  <a:gd name="connsiteX22" fmla="*/ 363133 w 399147"/>
                  <a:gd name="connsiteY22" fmla="*/ 387736 h 388526"/>
                  <a:gd name="connsiteX23" fmla="*/ 379379 w 399147"/>
                  <a:gd name="connsiteY23" fmla="*/ 361713 h 388526"/>
                  <a:gd name="connsiteX24" fmla="*/ 399148 w 399147"/>
                  <a:gd name="connsiteY24" fmla="*/ 338656 h 388526"/>
                  <a:gd name="connsiteX25" fmla="*/ 359161 w 399147"/>
                  <a:gd name="connsiteY25" fmla="*/ 325932 h 388526"/>
                  <a:gd name="connsiteX26" fmla="*/ 329275 w 399147"/>
                  <a:gd name="connsiteY26" fmla="*/ 305480 h 388526"/>
                  <a:gd name="connsiteX27" fmla="*/ 387323 w 399147"/>
                  <a:gd name="connsiteY27" fmla="*/ 305480 h 388526"/>
                  <a:gd name="connsiteX28" fmla="*/ 213843 w 399147"/>
                  <a:gd name="connsiteY28" fmla="*/ 139064 h 388526"/>
                  <a:gd name="connsiteX29" fmla="*/ 309955 w 399147"/>
                  <a:gd name="connsiteY29" fmla="*/ 139064 h 388526"/>
                  <a:gd name="connsiteX30" fmla="*/ 309955 w 399147"/>
                  <a:gd name="connsiteY30" fmla="*/ 150080 h 388526"/>
                  <a:gd name="connsiteX31" fmla="*/ 213843 w 399147"/>
                  <a:gd name="connsiteY31" fmla="*/ 150080 h 388526"/>
                  <a:gd name="connsiteX32" fmla="*/ 213843 w 399147"/>
                  <a:gd name="connsiteY32" fmla="*/ 139064 h 388526"/>
                  <a:gd name="connsiteX33" fmla="*/ 213843 w 399147"/>
                  <a:gd name="connsiteY33" fmla="*/ 187677 h 388526"/>
                  <a:gd name="connsiteX34" fmla="*/ 309955 w 399147"/>
                  <a:gd name="connsiteY34" fmla="*/ 187677 h 388526"/>
                  <a:gd name="connsiteX35" fmla="*/ 309955 w 399147"/>
                  <a:gd name="connsiteY35" fmla="*/ 198819 h 388526"/>
                  <a:gd name="connsiteX36" fmla="*/ 213843 w 399147"/>
                  <a:gd name="connsiteY36" fmla="*/ 198819 h 388526"/>
                  <a:gd name="connsiteX37" fmla="*/ 213843 w 399147"/>
                  <a:gd name="connsiteY37" fmla="*/ 187677 h 388526"/>
                  <a:gd name="connsiteX38" fmla="*/ 158293 w 399147"/>
                  <a:gd name="connsiteY38" fmla="*/ 214724 h 388526"/>
                  <a:gd name="connsiteX39" fmla="*/ 144653 w 399147"/>
                  <a:gd name="connsiteY39" fmla="*/ 194272 h 388526"/>
                  <a:gd name="connsiteX40" fmla="*/ 124651 w 399147"/>
                  <a:gd name="connsiteY40" fmla="*/ 165536 h 388526"/>
                  <a:gd name="connsiteX41" fmla="*/ 107488 w 399147"/>
                  <a:gd name="connsiteY41" fmla="*/ 142353 h 388526"/>
                  <a:gd name="connsiteX42" fmla="*/ 107488 w 399147"/>
                  <a:gd name="connsiteY42" fmla="*/ 129629 h 388526"/>
                  <a:gd name="connsiteX43" fmla="*/ 141903 w 399147"/>
                  <a:gd name="connsiteY43" fmla="*/ 129629 h 388526"/>
                  <a:gd name="connsiteX44" fmla="*/ 141903 w 399147"/>
                  <a:gd name="connsiteY44" fmla="*/ 74869 h 388526"/>
                  <a:gd name="connsiteX45" fmla="*/ 107488 w 399147"/>
                  <a:gd name="connsiteY45" fmla="*/ 74869 h 388526"/>
                  <a:gd name="connsiteX46" fmla="*/ 107488 w 399147"/>
                  <a:gd name="connsiteY46" fmla="*/ 0 h 388526"/>
                  <a:gd name="connsiteX47" fmla="*/ 51470 w 399147"/>
                  <a:gd name="connsiteY47" fmla="*/ 0 h 388526"/>
                  <a:gd name="connsiteX48" fmla="*/ 51470 w 399147"/>
                  <a:gd name="connsiteY48" fmla="*/ 74869 h 388526"/>
                  <a:gd name="connsiteX49" fmla="*/ 11035 w 399147"/>
                  <a:gd name="connsiteY49" fmla="*/ 74869 h 388526"/>
                  <a:gd name="connsiteX50" fmla="*/ 11035 w 399147"/>
                  <a:gd name="connsiteY50" fmla="*/ 129629 h 388526"/>
                  <a:gd name="connsiteX51" fmla="*/ 51470 w 399147"/>
                  <a:gd name="connsiteY51" fmla="*/ 129629 h 388526"/>
                  <a:gd name="connsiteX52" fmla="*/ 51470 w 399147"/>
                  <a:gd name="connsiteY52" fmla="*/ 144401 h 388526"/>
                  <a:gd name="connsiteX53" fmla="*/ 29545 w 399147"/>
                  <a:gd name="connsiteY53" fmla="*/ 207446 h 388526"/>
                  <a:gd name="connsiteX54" fmla="*/ 0 w 399147"/>
                  <a:gd name="connsiteY54" fmla="*/ 259365 h 388526"/>
                  <a:gd name="connsiteX55" fmla="*/ 15222 w 399147"/>
                  <a:gd name="connsiteY55" fmla="*/ 289468 h 388526"/>
                  <a:gd name="connsiteX56" fmla="*/ 27371 w 399147"/>
                  <a:gd name="connsiteY56" fmla="*/ 320253 h 388526"/>
                  <a:gd name="connsiteX57" fmla="*/ 39861 w 399147"/>
                  <a:gd name="connsiteY57" fmla="*/ 298094 h 388526"/>
                  <a:gd name="connsiteX58" fmla="*/ 51453 w 399147"/>
                  <a:gd name="connsiteY58" fmla="*/ 271963 h 388526"/>
                  <a:gd name="connsiteX59" fmla="*/ 51453 w 399147"/>
                  <a:gd name="connsiteY59" fmla="*/ 388527 h 388526"/>
                  <a:gd name="connsiteX60" fmla="*/ 107470 w 399147"/>
                  <a:gd name="connsiteY60" fmla="*/ 388527 h 388526"/>
                  <a:gd name="connsiteX61" fmla="*/ 107470 w 399147"/>
                  <a:gd name="connsiteY61" fmla="*/ 217995 h 388526"/>
                  <a:gd name="connsiteX62" fmla="*/ 116564 w 399147"/>
                  <a:gd name="connsiteY62" fmla="*/ 237997 h 388526"/>
                  <a:gd name="connsiteX63" fmla="*/ 123501 w 399147"/>
                  <a:gd name="connsiteY63" fmla="*/ 255609 h 388526"/>
                  <a:gd name="connsiteX64" fmla="*/ 158293 w 399147"/>
                  <a:gd name="connsiteY64" fmla="*/ 214724 h 388526"/>
                  <a:gd name="connsiteX65" fmla="*/ 192260 w 399147"/>
                  <a:gd name="connsiteY65" fmla="*/ 92032 h 388526"/>
                  <a:gd name="connsiteX66" fmla="*/ 248277 w 399147"/>
                  <a:gd name="connsiteY66" fmla="*/ 92032 h 388526"/>
                  <a:gd name="connsiteX67" fmla="*/ 248277 w 399147"/>
                  <a:gd name="connsiteY67" fmla="*/ 72821 h 388526"/>
                  <a:gd name="connsiteX68" fmla="*/ 287131 w 399147"/>
                  <a:gd name="connsiteY68" fmla="*/ 72821 h 388526"/>
                  <a:gd name="connsiteX69" fmla="*/ 287131 w 399147"/>
                  <a:gd name="connsiteY69" fmla="*/ 92014 h 388526"/>
                  <a:gd name="connsiteX70" fmla="*/ 344730 w 399147"/>
                  <a:gd name="connsiteY70" fmla="*/ 92014 h 388526"/>
                  <a:gd name="connsiteX71" fmla="*/ 344730 w 399147"/>
                  <a:gd name="connsiteY71" fmla="*/ 72821 h 388526"/>
                  <a:gd name="connsiteX72" fmla="*/ 384842 w 399147"/>
                  <a:gd name="connsiteY72" fmla="*/ 72821 h 388526"/>
                  <a:gd name="connsiteX73" fmla="*/ 384842 w 399147"/>
                  <a:gd name="connsiteY73" fmla="*/ 24549 h 388526"/>
                  <a:gd name="connsiteX74" fmla="*/ 344730 w 399147"/>
                  <a:gd name="connsiteY74" fmla="*/ 24549 h 388526"/>
                  <a:gd name="connsiteX75" fmla="*/ 344730 w 399147"/>
                  <a:gd name="connsiteY75" fmla="*/ 0 h 388526"/>
                  <a:gd name="connsiteX76" fmla="*/ 287131 w 399147"/>
                  <a:gd name="connsiteY76" fmla="*/ 0 h 388526"/>
                  <a:gd name="connsiteX77" fmla="*/ 287131 w 399147"/>
                  <a:gd name="connsiteY77" fmla="*/ 24531 h 388526"/>
                  <a:gd name="connsiteX78" fmla="*/ 248277 w 399147"/>
                  <a:gd name="connsiteY78" fmla="*/ 24531 h 388526"/>
                  <a:gd name="connsiteX79" fmla="*/ 248277 w 399147"/>
                  <a:gd name="connsiteY79" fmla="*/ 0 h 388526"/>
                  <a:gd name="connsiteX80" fmla="*/ 192260 w 399147"/>
                  <a:gd name="connsiteY80" fmla="*/ 0 h 388526"/>
                  <a:gd name="connsiteX81" fmla="*/ 192260 w 399147"/>
                  <a:gd name="connsiteY81" fmla="*/ 24531 h 388526"/>
                  <a:gd name="connsiteX82" fmla="*/ 150907 w 399147"/>
                  <a:gd name="connsiteY82" fmla="*/ 24531 h 388526"/>
                  <a:gd name="connsiteX83" fmla="*/ 150907 w 399147"/>
                  <a:gd name="connsiteY83" fmla="*/ 72821 h 388526"/>
                  <a:gd name="connsiteX84" fmla="*/ 192260 w 399147"/>
                  <a:gd name="connsiteY84" fmla="*/ 72821 h 388526"/>
                  <a:gd name="connsiteX85" fmla="*/ 192260 w 399147"/>
                  <a:gd name="connsiteY85" fmla="*/ 92032 h 3885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</a:cxnLst>
                <a:rect l="l" t="t" r="r" b="b"/>
                <a:pathLst>
                  <a:path w="399147" h="388526">
                    <a:moveTo>
                      <a:pt x="387323" y="305498"/>
                    </a:moveTo>
                    <a:lnTo>
                      <a:pt x="387323" y="257334"/>
                    </a:lnTo>
                    <a:lnTo>
                      <a:pt x="291211" y="257334"/>
                    </a:lnTo>
                    <a:cubicBezTo>
                      <a:pt x="291552" y="254387"/>
                      <a:pt x="291894" y="251422"/>
                      <a:pt x="292235" y="248475"/>
                    </a:cubicBezTo>
                    <a:lnTo>
                      <a:pt x="293260" y="239273"/>
                    </a:lnTo>
                    <a:lnTo>
                      <a:pt x="367212" y="239273"/>
                    </a:lnTo>
                    <a:lnTo>
                      <a:pt x="367212" y="98628"/>
                    </a:lnTo>
                    <a:lnTo>
                      <a:pt x="159084" y="98628"/>
                    </a:lnTo>
                    <a:lnTo>
                      <a:pt x="159084" y="239273"/>
                    </a:lnTo>
                    <a:lnTo>
                      <a:pt x="235193" y="239273"/>
                    </a:lnTo>
                    <a:lnTo>
                      <a:pt x="234061" y="248475"/>
                    </a:lnTo>
                    <a:cubicBezTo>
                      <a:pt x="233720" y="251422"/>
                      <a:pt x="233271" y="254387"/>
                      <a:pt x="232696" y="257334"/>
                    </a:cubicBezTo>
                    <a:lnTo>
                      <a:pt x="143970" y="257334"/>
                    </a:lnTo>
                    <a:lnTo>
                      <a:pt x="143970" y="305498"/>
                    </a:lnTo>
                    <a:lnTo>
                      <a:pt x="211453" y="305498"/>
                    </a:lnTo>
                    <a:cubicBezTo>
                      <a:pt x="204067" y="313226"/>
                      <a:pt x="193500" y="320145"/>
                      <a:pt x="179751" y="326058"/>
                    </a:cubicBezTo>
                    <a:cubicBezTo>
                      <a:pt x="166111" y="331970"/>
                      <a:pt x="148283" y="336966"/>
                      <a:pt x="126358" y="341046"/>
                    </a:cubicBezTo>
                    <a:cubicBezTo>
                      <a:pt x="132145" y="347174"/>
                      <a:pt x="137824" y="354686"/>
                      <a:pt x="143629" y="363762"/>
                    </a:cubicBezTo>
                    <a:cubicBezTo>
                      <a:pt x="149308" y="372730"/>
                      <a:pt x="153513" y="381033"/>
                      <a:pt x="156245" y="388527"/>
                    </a:cubicBezTo>
                    <a:cubicBezTo>
                      <a:pt x="188629" y="380799"/>
                      <a:pt x="214077" y="371022"/>
                      <a:pt x="232480" y="359215"/>
                    </a:cubicBezTo>
                    <a:cubicBezTo>
                      <a:pt x="250990" y="347516"/>
                      <a:pt x="264523" y="333660"/>
                      <a:pt x="273149" y="317755"/>
                    </a:cubicBezTo>
                    <a:cubicBezTo>
                      <a:pt x="282692" y="334792"/>
                      <a:pt x="294733" y="349115"/>
                      <a:pt x="309398" y="360815"/>
                    </a:cubicBezTo>
                    <a:cubicBezTo>
                      <a:pt x="324171" y="372622"/>
                      <a:pt x="341998" y="381500"/>
                      <a:pt x="363133" y="387736"/>
                    </a:cubicBezTo>
                    <a:cubicBezTo>
                      <a:pt x="367105" y="379775"/>
                      <a:pt x="372568" y="371148"/>
                      <a:pt x="379379" y="361713"/>
                    </a:cubicBezTo>
                    <a:cubicBezTo>
                      <a:pt x="386190" y="352404"/>
                      <a:pt x="392786" y="344676"/>
                      <a:pt x="399148" y="338656"/>
                    </a:cubicBezTo>
                    <a:cubicBezTo>
                      <a:pt x="384034" y="335708"/>
                      <a:pt x="370753" y="331503"/>
                      <a:pt x="359161" y="325932"/>
                    </a:cubicBezTo>
                    <a:cubicBezTo>
                      <a:pt x="347569" y="320253"/>
                      <a:pt x="337577" y="313442"/>
                      <a:pt x="329275" y="305480"/>
                    </a:cubicBezTo>
                    <a:lnTo>
                      <a:pt x="387323" y="305480"/>
                    </a:lnTo>
                    <a:close/>
                    <a:moveTo>
                      <a:pt x="213843" y="139064"/>
                    </a:moveTo>
                    <a:lnTo>
                      <a:pt x="309955" y="139064"/>
                    </a:lnTo>
                    <a:lnTo>
                      <a:pt x="309955" y="150080"/>
                    </a:lnTo>
                    <a:lnTo>
                      <a:pt x="213843" y="150080"/>
                    </a:lnTo>
                    <a:lnTo>
                      <a:pt x="213843" y="139064"/>
                    </a:lnTo>
                    <a:close/>
                    <a:moveTo>
                      <a:pt x="213843" y="187677"/>
                    </a:moveTo>
                    <a:lnTo>
                      <a:pt x="309955" y="187677"/>
                    </a:lnTo>
                    <a:lnTo>
                      <a:pt x="309955" y="198819"/>
                    </a:lnTo>
                    <a:lnTo>
                      <a:pt x="213843" y="198819"/>
                    </a:lnTo>
                    <a:lnTo>
                      <a:pt x="213843" y="187677"/>
                    </a:lnTo>
                    <a:close/>
                    <a:moveTo>
                      <a:pt x="158293" y="214724"/>
                    </a:moveTo>
                    <a:cubicBezTo>
                      <a:pt x="155562" y="210411"/>
                      <a:pt x="151015" y="203582"/>
                      <a:pt x="144653" y="194272"/>
                    </a:cubicBezTo>
                    <a:cubicBezTo>
                      <a:pt x="138291" y="184963"/>
                      <a:pt x="131695" y="175294"/>
                      <a:pt x="124651" y="165536"/>
                    </a:cubicBezTo>
                    <a:cubicBezTo>
                      <a:pt x="117714" y="155759"/>
                      <a:pt x="112035" y="148032"/>
                      <a:pt x="107488" y="142353"/>
                    </a:cubicBezTo>
                    <a:lnTo>
                      <a:pt x="107488" y="129629"/>
                    </a:lnTo>
                    <a:lnTo>
                      <a:pt x="141903" y="129629"/>
                    </a:lnTo>
                    <a:lnTo>
                      <a:pt x="141903" y="74869"/>
                    </a:lnTo>
                    <a:lnTo>
                      <a:pt x="107488" y="74869"/>
                    </a:lnTo>
                    <a:lnTo>
                      <a:pt x="107488" y="0"/>
                    </a:lnTo>
                    <a:lnTo>
                      <a:pt x="51470" y="0"/>
                    </a:lnTo>
                    <a:lnTo>
                      <a:pt x="51470" y="74869"/>
                    </a:lnTo>
                    <a:lnTo>
                      <a:pt x="11035" y="74869"/>
                    </a:lnTo>
                    <a:lnTo>
                      <a:pt x="11035" y="129629"/>
                    </a:lnTo>
                    <a:lnTo>
                      <a:pt x="51470" y="129629"/>
                    </a:lnTo>
                    <a:lnTo>
                      <a:pt x="51470" y="144401"/>
                    </a:lnTo>
                    <a:cubicBezTo>
                      <a:pt x="45684" y="165877"/>
                      <a:pt x="38405" y="186886"/>
                      <a:pt x="29545" y="207446"/>
                    </a:cubicBezTo>
                    <a:cubicBezTo>
                      <a:pt x="20793" y="228005"/>
                      <a:pt x="10909" y="245383"/>
                      <a:pt x="0" y="259365"/>
                    </a:cubicBezTo>
                    <a:cubicBezTo>
                      <a:pt x="4888" y="267884"/>
                      <a:pt x="9992" y="278002"/>
                      <a:pt x="15222" y="289468"/>
                    </a:cubicBezTo>
                    <a:cubicBezTo>
                      <a:pt x="20452" y="300933"/>
                      <a:pt x="24423" y="311159"/>
                      <a:pt x="27371" y="320253"/>
                    </a:cubicBezTo>
                    <a:cubicBezTo>
                      <a:pt x="31684" y="313657"/>
                      <a:pt x="35781" y="306271"/>
                      <a:pt x="39861" y="298094"/>
                    </a:cubicBezTo>
                    <a:cubicBezTo>
                      <a:pt x="43959" y="289917"/>
                      <a:pt x="47822" y="281165"/>
                      <a:pt x="51453" y="271963"/>
                    </a:cubicBezTo>
                    <a:lnTo>
                      <a:pt x="51453" y="388527"/>
                    </a:lnTo>
                    <a:lnTo>
                      <a:pt x="107470" y="388527"/>
                    </a:lnTo>
                    <a:lnTo>
                      <a:pt x="107470" y="217995"/>
                    </a:lnTo>
                    <a:cubicBezTo>
                      <a:pt x="110759" y="224932"/>
                      <a:pt x="113832" y="231635"/>
                      <a:pt x="116564" y="237997"/>
                    </a:cubicBezTo>
                    <a:cubicBezTo>
                      <a:pt x="119295" y="244359"/>
                      <a:pt x="121559" y="250272"/>
                      <a:pt x="123501" y="255609"/>
                    </a:cubicBezTo>
                    <a:lnTo>
                      <a:pt x="158293" y="214724"/>
                    </a:lnTo>
                    <a:close/>
                    <a:moveTo>
                      <a:pt x="192260" y="92032"/>
                    </a:moveTo>
                    <a:lnTo>
                      <a:pt x="248277" y="92032"/>
                    </a:lnTo>
                    <a:lnTo>
                      <a:pt x="248277" y="72821"/>
                    </a:lnTo>
                    <a:lnTo>
                      <a:pt x="287131" y="72821"/>
                    </a:lnTo>
                    <a:lnTo>
                      <a:pt x="287131" y="92014"/>
                    </a:lnTo>
                    <a:lnTo>
                      <a:pt x="344730" y="92014"/>
                    </a:lnTo>
                    <a:lnTo>
                      <a:pt x="344730" y="72821"/>
                    </a:lnTo>
                    <a:lnTo>
                      <a:pt x="384842" y="72821"/>
                    </a:lnTo>
                    <a:lnTo>
                      <a:pt x="384842" y="24549"/>
                    </a:lnTo>
                    <a:lnTo>
                      <a:pt x="344730" y="24549"/>
                    </a:lnTo>
                    <a:lnTo>
                      <a:pt x="344730" y="0"/>
                    </a:lnTo>
                    <a:lnTo>
                      <a:pt x="287131" y="0"/>
                    </a:lnTo>
                    <a:lnTo>
                      <a:pt x="287131" y="24531"/>
                    </a:lnTo>
                    <a:lnTo>
                      <a:pt x="248277" y="24531"/>
                    </a:lnTo>
                    <a:lnTo>
                      <a:pt x="248277" y="0"/>
                    </a:lnTo>
                    <a:lnTo>
                      <a:pt x="192260" y="0"/>
                    </a:lnTo>
                    <a:lnTo>
                      <a:pt x="192260" y="24531"/>
                    </a:lnTo>
                    <a:lnTo>
                      <a:pt x="150907" y="24531"/>
                    </a:lnTo>
                    <a:lnTo>
                      <a:pt x="150907" y="72821"/>
                    </a:lnTo>
                    <a:lnTo>
                      <a:pt x="192260" y="72821"/>
                    </a:lnTo>
                    <a:lnTo>
                      <a:pt x="192260" y="92032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1" name="任意多边形: 形状 40"/>
              <p:cNvSpPr/>
              <p:nvPr userDrawn="1"/>
            </p:nvSpPr>
            <p:spPr>
              <a:xfrm>
                <a:off x="3480148" y="3420876"/>
                <a:ext cx="396829" cy="390287"/>
              </a:xfrm>
              <a:custGeom>
                <a:avLst/>
                <a:gdLst>
                  <a:gd name="connsiteX0" fmla="*/ 340992 w 396829"/>
                  <a:gd name="connsiteY0" fmla="*/ 106823 h 390287"/>
                  <a:gd name="connsiteX1" fmla="*/ 330802 w 396829"/>
                  <a:gd name="connsiteY1" fmla="*/ 108530 h 390287"/>
                  <a:gd name="connsiteX2" fmla="*/ 221930 w 396829"/>
                  <a:gd name="connsiteY2" fmla="*/ 108530 h 390287"/>
                  <a:gd name="connsiteX3" fmla="*/ 221930 w 396829"/>
                  <a:gd name="connsiteY3" fmla="*/ 76253 h 390287"/>
                  <a:gd name="connsiteX4" fmla="*/ 308931 w 396829"/>
                  <a:gd name="connsiteY4" fmla="*/ 66962 h 390287"/>
                  <a:gd name="connsiteX5" fmla="*/ 388347 w 396829"/>
                  <a:gd name="connsiteY5" fmla="*/ 47355 h 390287"/>
                  <a:gd name="connsiteX6" fmla="*/ 347911 w 396829"/>
                  <a:gd name="connsiteY6" fmla="*/ 0 h 390287"/>
                  <a:gd name="connsiteX7" fmla="*/ 264307 w 396829"/>
                  <a:gd name="connsiteY7" fmla="*/ 19265 h 390287"/>
                  <a:gd name="connsiteX8" fmla="*/ 164386 w 396829"/>
                  <a:gd name="connsiteY8" fmla="*/ 27766 h 390287"/>
                  <a:gd name="connsiteX9" fmla="*/ 164386 w 396829"/>
                  <a:gd name="connsiteY9" fmla="*/ 123608 h 390287"/>
                  <a:gd name="connsiteX10" fmla="*/ 161780 w 396829"/>
                  <a:gd name="connsiteY10" fmla="*/ 198945 h 390287"/>
                  <a:gd name="connsiteX11" fmla="*/ 147960 w 396829"/>
                  <a:gd name="connsiteY11" fmla="*/ 281416 h 390287"/>
                  <a:gd name="connsiteX12" fmla="*/ 114209 w 396829"/>
                  <a:gd name="connsiteY12" fmla="*/ 356412 h 390287"/>
                  <a:gd name="connsiteX13" fmla="*/ 139926 w 396829"/>
                  <a:gd name="connsiteY13" fmla="*/ 371705 h 390287"/>
                  <a:gd name="connsiteX14" fmla="*/ 163146 w 396829"/>
                  <a:gd name="connsiteY14" fmla="*/ 390288 h 390287"/>
                  <a:gd name="connsiteX15" fmla="*/ 176283 w 396829"/>
                  <a:gd name="connsiteY15" fmla="*/ 368758 h 390287"/>
                  <a:gd name="connsiteX16" fmla="*/ 187264 w 396829"/>
                  <a:gd name="connsiteY16" fmla="*/ 345090 h 390287"/>
                  <a:gd name="connsiteX17" fmla="*/ 203456 w 396829"/>
                  <a:gd name="connsiteY17" fmla="*/ 366494 h 390287"/>
                  <a:gd name="connsiteX18" fmla="*/ 216593 w 396829"/>
                  <a:gd name="connsiteY18" fmla="*/ 387898 h 390287"/>
                  <a:gd name="connsiteX19" fmla="*/ 255340 w 396829"/>
                  <a:gd name="connsiteY19" fmla="*/ 364553 h 390287"/>
                  <a:gd name="connsiteX20" fmla="*/ 288767 w 396829"/>
                  <a:gd name="connsiteY20" fmla="*/ 336014 h 390287"/>
                  <a:gd name="connsiteX21" fmla="*/ 357759 w 396829"/>
                  <a:gd name="connsiteY21" fmla="*/ 389479 h 390287"/>
                  <a:gd name="connsiteX22" fmla="*/ 375425 w 396829"/>
                  <a:gd name="connsiteY22" fmla="*/ 362288 h 390287"/>
                  <a:gd name="connsiteX23" fmla="*/ 396830 w 396829"/>
                  <a:gd name="connsiteY23" fmla="*/ 338494 h 390287"/>
                  <a:gd name="connsiteX24" fmla="*/ 357526 w 396829"/>
                  <a:gd name="connsiteY24" fmla="*/ 316856 h 390287"/>
                  <a:gd name="connsiteX25" fmla="*/ 325914 w 396829"/>
                  <a:gd name="connsiteY25" fmla="*/ 287509 h 390287"/>
                  <a:gd name="connsiteX26" fmla="*/ 358766 w 396829"/>
                  <a:gd name="connsiteY26" fmla="*/ 212172 h 390287"/>
                  <a:gd name="connsiteX27" fmla="*/ 378139 w 396829"/>
                  <a:gd name="connsiteY27" fmla="*/ 117013 h 390287"/>
                  <a:gd name="connsiteX28" fmla="*/ 340992 w 396829"/>
                  <a:gd name="connsiteY28" fmla="*/ 106823 h 390287"/>
                  <a:gd name="connsiteX29" fmla="*/ 313693 w 396829"/>
                  <a:gd name="connsiteY29" fmla="*/ 161079 h 390287"/>
                  <a:gd name="connsiteX30" fmla="*/ 290474 w 396829"/>
                  <a:gd name="connsiteY30" fmla="*/ 230862 h 390287"/>
                  <a:gd name="connsiteX31" fmla="*/ 277445 w 396829"/>
                  <a:gd name="connsiteY31" fmla="*/ 197220 h 390287"/>
                  <a:gd name="connsiteX32" fmla="*/ 267596 w 396829"/>
                  <a:gd name="connsiteY32" fmla="*/ 161079 h 390287"/>
                  <a:gd name="connsiteX33" fmla="*/ 313693 w 396829"/>
                  <a:gd name="connsiteY33" fmla="*/ 161079 h 390287"/>
                  <a:gd name="connsiteX34" fmla="*/ 191343 w 396829"/>
                  <a:gd name="connsiteY34" fmla="*/ 334414 h 390287"/>
                  <a:gd name="connsiteX35" fmla="*/ 210950 w 396829"/>
                  <a:gd name="connsiteY35" fmla="*/ 259994 h 390287"/>
                  <a:gd name="connsiteX36" fmla="*/ 219900 w 396829"/>
                  <a:gd name="connsiteY36" fmla="*/ 184765 h 390287"/>
                  <a:gd name="connsiteX37" fmla="*/ 235301 w 396829"/>
                  <a:gd name="connsiteY37" fmla="*/ 238123 h 390287"/>
                  <a:gd name="connsiteX38" fmla="*/ 255358 w 396829"/>
                  <a:gd name="connsiteY38" fmla="*/ 285478 h 390287"/>
                  <a:gd name="connsiteX39" fmla="*/ 225794 w 396829"/>
                  <a:gd name="connsiteY39" fmla="*/ 313352 h 390287"/>
                  <a:gd name="connsiteX40" fmla="*/ 191343 w 396829"/>
                  <a:gd name="connsiteY40" fmla="*/ 334414 h 390287"/>
                  <a:gd name="connsiteX41" fmla="*/ 159965 w 396829"/>
                  <a:gd name="connsiteY41" fmla="*/ 207535 h 390287"/>
                  <a:gd name="connsiteX42" fmla="*/ 146486 w 396829"/>
                  <a:gd name="connsiteY42" fmla="*/ 185898 h 390287"/>
                  <a:gd name="connsiteX43" fmla="*/ 127005 w 396829"/>
                  <a:gd name="connsiteY43" fmla="*/ 155885 h 390287"/>
                  <a:gd name="connsiteX44" fmla="*/ 111370 w 396829"/>
                  <a:gd name="connsiteY44" fmla="*/ 133349 h 390287"/>
                  <a:gd name="connsiteX45" fmla="*/ 111370 w 396829"/>
                  <a:gd name="connsiteY45" fmla="*/ 129269 h 390287"/>
                  <a:gd name="connsiteX46" fmla="*/ 152147 w 396829"/>
                  <a:gd name="connsiteY46" fmla="*/ 129269 h 390287"/>
                  <a:gd name="connsiteX47" fmla="*/ 152147 w 396829"/>
                  <a:gd name="connsiteY47" fmla="*/ 74672 h 390287"/>
                  <a:gd name="connsiteX48" fmla="*/ 111370 w 396829"/>
                  <a:gd name="connsiteY48" fmla="*/ 74672 h 390287"/>
                  <a:gd name="connsiteX49" fmla="*/ 111370 w 396829"/>
                  <a:gd name="connsiteY49" fmla="*/ 0 h 390287"/>
                  <a:gd name="connsiteX50" fmla="*/ 56305 w 396829"/>
                  <a:gd name="connsiteY50" fmla="*/ 0 h 390287"/>
                  <a:gd name="connsiteX51" fmla="*/ 56305 w 396829"/>
                  <a:gd name="connsiteY51" fmla="*/ 74654 h 390287"/>
                  <a:gd name="connsiteX52" fmla="*/ 10657 w 396829"/>
                  <a:gd name="connsiteY52" fmla="*/ 74654 h 390287"/>
                  <a:gd name="connsiteX53" fmla="*/ 10657 w 396829"/>
                  <a:gd name="connsiteY53" fmla="*/ 129251 h 390287"/>
                  <a:gd name="connsiteX54" fmla="*/ 54723 w 396829"/>
                  <a:gd name="connsiteY54" fmla="*/ 129251 h 390287"/>
                  <a:gd name="connsiteX55" fmla="*/ 41011 w 396829"/>
                  <a:gd name="connsiteY55" fmla="*/ 177163 h 390287"/>
                  <a:gd name="connsiteX56" fmla="*/ 22428 w 396829"/>
                  <a:gd name="connsiteY56" fmla="*/ 222811 h 390287"/>
                  <a:gd name="connsiteX57" fmla="*/ 0 w 396829"/>
                  <a:gd name="connsiteY57" fmla="*/ 258503 h 390287"/>
                  <a:gd name="connsiteX58" fmla="*/ 14054 w 396829"/>
                  <a:gd name="connsiteY58" fmla="*/ 288515 h 390287"/>
                  <a:gd name="connsiteX59" fmla="*/ 25376 w 396829"/>
                  <a:gd name="connsiteY59" fmla="*/ 318869 h 390287"/>
                  <a:gd name="connsiteX60" fmla="*/ 41694 w 396829"/>
                  <a:gd name="connsiteY60" fmla="*/ 286125 h 390287"/>
                  <a:gd name="connsiteX61" fmla="*/ 56305 w 396829"/>
                  <a:gd name="connsiteY61" fmla="*/ 245455 h 390287"/>
                  <a:gd name="connsiteX62" fmla="*/ 56305 w 396829"/>
                  <a:gd name="connsiteY62" fmla="*/ 387395 h 390287"/>
                  <a:gd name="connsiteX63" fmla="*/ 111370 w 396829"/>
                  <a:gd name="connsiteY63" fmla="*/ 387395 h 390287"/>
                  <a:gd name="connsiteX64" fmla="*/ 111370 w 396829"/>
                  <a:gd name="connsiteY64" fmla="*/ 208739 h 390287"/>
                  <a:gd name="connsiteX65" fmla="*/ 119744 w 396829"/>
                  <a:gd name="connsiteY65" fmla="*/ 231402 h 390287"/>
                  <a:gd name="connsiteX66" fmla="*/ 126088 w 396829"/>
                  <a:gd name="connsiteY66" fmla="*/ 251224 h 390287"/>
                  <a:gd name="connsiteX67" fmla="*/ 159965 w 396829"/>
                  <a:gd name="connsiteY67" fmla="*/ 207535 h 390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</a:cxnLst>
                <a:rect l="l" t="t" r="r" b="b"/>
                <a:pathLst>
                  <a:path w="396829" h="390287">
                    <a:moveTo>
                      <a:pt x="340992" y="106823"/>
                    </a:moveTo>
                    <a:lnTo>
                      <a:pt x="330802" y="108530"/>
                    </a:lnTo>
                    <a:lnTo>
                      <a:pt x="221930" y="108530"/>
                    </a:lnTo>
                    <a:lnTo>
                      <a:pt x="221930" y="76253"/>
                    </a:lnTo>
                    <a:cubicBezTo>
                      <a:pt x="251152" y="74672"/>
                      <a:pt x="280158" y="71617"/>
                      <a:pt x="308931" y="66962"/>
                    </a:cubicBezTo>
                    <a:cubicBezTo>
                      <a:pt x="337703" y="62433"/>
                      <a:pt x="364103" y="55856"/>
                      <a:pt x="388347" y="47355"/>
                    </a:cubicBezTo>
                    <a:lnTo>
                      <a:pt x="347911" y="0"/>
                    </a:lnTo>
                    <a:cubicBezTo>
                      <a:pt x="324692" y="8267"/>
                      <a:pt x="296818" y="14719"/>
                      <a:pt x="264307" y="19265"/>
                    </a:cubicBezTo>
                    <a:cubicBezTo>
                      <a:pt x="231797" y="23686"/>
                      <a:pt x="198496" y="26508"/>
                      <a:pt x="164386" y="27766"/>
                    </a:cubicBezTo>
                    <a:lnTo>
                      <a:pt x="164386" y="123608"/>
                    </a:lnTo>
                    <a:cubicBezTo>
                      <a:pt x="164619" y="146270"/>
                      <a:pt x="163703" y="171413"/>
                      <a:pt x="161780" y="198945"/>
                    </a:cubicBezTo>
                    <a:cubicBezTo>
                      <a:pt x="159749" y="226477"/>
                      <a:pt x="155094" y="253884"/>
                      <a:pt x="147960" y="281416"/>
                    </a:cubicBezTo>
                    <a:cubicBezTo>
                      <a:pt x="140717" y="308823"/>
                      <a:pt x="129503" y="333875"/>
                      <a:pt x="114209" y="356412"/>
                    </a:cubicBezTo>
                    <a:cubicBezTo>
                      <a:pt x="121577" y="359700"/>
                      <a:pt x="130060" y="364786"/>
                      <a:pt x="139926" y="371705"/>
                    </a:cubicBezTo>
                    <a:cubicBezTo>
                      <a:pt x="149793" y="378624"/>
                      <a:pt x="157485" y="384843"/>
                      <a:pt x="163146" y="390288"/>
                    </a:cubicBezTo>
                    <a:cubicBezTo>
                      <a:pt x="167908" y="383603"/>
                      <a:pt x="172203" y="376360"/>
                      <a:pt x="176283" y="368758"/>
                    </a:cubicBezTo>
                    <a:cubicBezTo>
                      <a:pt x="180362" y="361156"/>
                      <a:pt x="183993" y="353231"/>
                      <a:pt x="187264" y="345090"/>
                    </a:cubicBezTo>
                    <a:cubicBezTo>
                      <a:pt x="192709" y="351433"/>
                      <a:pt x="198136" y="358568"/>
                      <a:pt x="203456" y="366494"/>
                    </a:cubicBezTo>
                    <a:cubicBezTo>
                      <a:pt x="208775" y="374311"/>
                      <a:pt x="213196" y="381446"/>
                      <a:pt x="216593" y="387898"/>
                    </a:cubicBezTo>
                    <a:cubicBezTo>
                      <a:pt x="230413" y="380871"/>
                      <a:pt x="243335" y="373179"/>
                      <a:pt x="255340" y="364553"/>
                    </a:cubicBezTo>
                    <a:cubicBezTo>
                      <a:pt x="267237" y="355944"/>
                      <a:pt x="278451" y="346419"/>
                      <a:pt x="288767" y="336014"/>
                    </a:cubicBezTo>
                    <a:cubicBezTo>
                      <a:pt x="307116" y="357759"/>
                      <a:pt x="329993" y="375551"/>
                      <a:pt x="357759" y="389479"/>
                    </a:cubicBezTo>
                    <a:cubicBezTo>
                      <a:pt x="362073" y="381105"/>
                      <a:pt x="367949" y="372029"/>
                      <a:pt x="375425" y="362288"/>
                    </a:cubicBezTo>
                    <a:cubicBezTo>
                      <a:pt x="382902" y="352548"/>
                      <a:pt x="390036" y="344622"/>
                      <a:pt x="396830" y="338494"/>
                    </a:cubicBezTo>
                    <a:cubicBezTo>
                      <a:pt x="382434" y="332599"/>
                      <a:pt x="369297" y="325357"/>
                      <a:pt x="357526" y="316856"/>
                    </a:cubicBezTo>
                    <a:cubicBezTo>
                      <a:pt x="345862" y="308356"/>
                      <a:pt x="335205" y="298507"/>
                      <a:pt x="325914" y="287509"/>
                    </a:cubicBezTo>
                    <a:cubicBezTo>
                      <a:pt x="339177" y="265530"/>
                      <a:pt x="350050" y="240495"/>
                      <a:pt x="358766" y="212172"/>
                    </a:cubicBezTo>
                    <a:cubicBezTo>
                      <a:pt x="367374" y="183957"/>
                      <a:pt x="373826" y="152237"/>
                      <a:pt x="378139" y="117013"/>
                    </a:cubicBezTo>
                    <a:lnTo>
                      <a:pt x="340992" y="106823"/>
                    </a:lnTo>
                    <a:close/>
                    <a:moveTo>
                      <a:pt x="313693" y="161079"/>
                    </a:moveTo>
                    <a:cubicBezTo>
                      <a:pt x="307924" y="186347"/>
                      <a:pt x="300215" y="209566"/>
                      <a:pt x="290474" y="230862"/>
                    </a:cubicBezTo>
                    <a:cubicBezTo>
                      <a:pt x="285604" y="219990"/>
                      <a:pt x="281183" y="208775"/>
                      <a:pt x="277445" y="197220"/>
                    </a:cubicBezTo>
                    <a:cubicBezTo>
                      <a:pt x="273707" y="185556"/>
                      <a:pt x="270418" y="173551"/>
                      <a:pt x="267596" y="161079"/>
                    </a:cubicBezTo>
                    <a:lnTo>
                      <a:pt x="313693" y="161079"/>
                    </a:lnTo>
                    <a:close/>
                    <a:moveTo>
                      <a:pt x="191343" y="334414"/>
                    </a:moveTo>
                    <a:cubicBezTo>
                      <a:pt x="199951" y="310620"/>
                      <a:pt x="206529" y="285927"/>
                      <a:pt x="210950" y="259994"/>
                    </a:cubicBezTo>
                    <a:cubicBezTo>
                      <a:pt x="215371" y="234169"/>
                      <a:pt x="218318" y="209135"/>
                      <a:pt x="219900" y="184765"/>
                    </a:cubicBezTo>
                    <a:cubicBezTo>
                      <a:pt x="224321" y="203564"/>
                      <a:pt x="229533" y="221355"/>
                      <a:pt x="235301" y="238123"/>
                    </a:cubicBezTo>
                    <a:cubicBezTo>
                      <a:pt x="241196" y="254998"/>
                      <a:pt x="247881" y="270741"/>
                      <a:pt x="255358" y="285478"/>
                    </a:cubicBezTo>
                    <a:cubicBezTo>
                      <a:pt x="246408" y="295901"/>
                      <a:pt x="236559" y="305193"/>
                      <a:pt x="225794" y="313352"/>
                    </a:cubicBezTo>
                    <a:cubicBezTo>
                      <a:pt x="215029" y="321493"/>
                      <a:pt x="203582" y="328520"/>
                      <a:pt x="191343" y="334414"/>
                    </a:cubicBezTo>
                    <a:close/>
                    <a:moveTo>
                      <a:pt x="159965" y="207535"/>
                    </a:moveTo>
                    <a:cubicBezTo>
                      <a:pt x="157359" y="203114"/>
                      <a:pt x="152830" y="195872"/>
                      <a:pt x="146486" y="185898"/>
                    </a:cubicBezTo>
                    <a:cubicBezTo>
                      <a:pt x="140142" y="175923"/>
                      <a:pt x="133690" y="165967"/>
                      <a:pt x="127005" y="155885"/>
                    </a:cubicBezTo>
                    <a:cubicBezTo>
                      <a:pt x="120320" y="145803"/>
                      <a:pt x="115108" y="138327"/>
                      <a:pt x="111370" y="133349"/>
                    </a:cubicBezTo>
                    <a:lnTo>
                      <a:pt x="111370" y="129269"/>
                    </a:lnTo>
                    <a:lnTo>
                      <a:pt x="152147" y="129269"/>
                    </a:lnTo>
                    <a:lnTo>
                      <a:pt x="152147" y="74672"/>
                    </a:lnTo>
                    <a:lnTo>
                      <a:pt x="111370" y="74672"/>
                    </a:lnTo>
                    <a:lnTo>
                      <a:pt x="111370" y="0"/>
                    </a:lnTo>
                    <a:lnTo>
                      <a:pt x="56305" y="0"/>
                    </a:lnTo>
                    <a:lnTo>
                      <a:pt x="56305" y="74654"/>
                    </a:lnTo>
                    <a:lnTo>
                      <a:pt x="10657" y="74654"/>
                    </a:lnTo>
                    <a:lnTo>
                      <a:pt x="10657" y="129251"/>
                    </a:lnTo>
                    <a:lnTo>
                      <a:pt x="54723" y="129251"/>
                    </a:lnTo>
                    <a:cubicBezTo>
                      <a:pt x="50985" y="144994"/>
                      <a:pt x="46456" y="160971"/>
                      <a:pt x="41011" y="177163"/>
                    </a:cubicBezTo>
                    <a:cubicBezTo>
                      <a:pt x="35566" y="193482"/>
                      <a:pt x="29348" y="208650"/>
                      <a:pt x="22428" y="222811"/>
                    </a:cubicBezTo>
                    <a:cubicBezTo>
                      <a:pt x="15509" y="237081"/>
                      <a:pt x="8033" y="248978"/>
                      <a:pt x="0" y="258503"/>
                    </a:cubicBezTo>
                    <a:cubicBezTo>
                      <a:pt x="4529" y="267003"/>
                      <a:pt x="9183" y="276959"/>
                      <a:pt x="14054" y="288515"/>
                    </a:cubicBezTo>
                    <a:cubicBezTo>
                      <a:pt x="18924" y="300179"/>
                      <a:pt x="22662" y="310261"/>
                      <a:pt x="25376" y="318869"/>
                    </a:cubicBezTo>
                    <a:cubicBezTo>
                      <a:pt x="31037" y="309578"/>
                      <a:pt x="36482" y="298705"/>
                      <a:pt x="41694" y="286125"/>
                    </a:cubicBezTo>
                    <a:cubicBezTo>
                      <a:pt x="47014" y="273671"/>
                      <a:pt x="51776" y="260066"/>
                      <a:pt x="56305" y="245455"/>
                    </a:cubicBezTo>
                    <a:lnTo>
                      <a:pt x="56305" y="387395"/>
                    </a:lnTo>
                    <a:lnTo>
                      <a:pt x="111370" y="387395"/>
                    </a:lnTo>
                    <a:lnTo>
                      <a:pt x="111370" y="208739"/>
                    </a:lnTo>
                    <a:cubicBezTo>
                      <a:pt x="114425" y="216557"/>
                      <a:pt x="117264" y="224141"/>
                      <a:pt x="119744" y="231402"/>
                    </a:cubicBezTo>
                    <a:cubicBezTo>
                      <a:pt x="122350" y="238644"/>
                      <a:pt x="124381" y="245222"/>
                      <a:pt x="126088" y="251224"/>
                    </a:cubicBezTo>
                    <a:lnTo>
                      <a:pt x="159965" y="207535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42" name="组合 41"/>
              <p:cNvGrpSpPr/>
              <p:nvPr userDrawn="1"/>
            </p:nvGrpSpPr>
            <p:grpSpPr>
              <a:xfrm>
                <a:off x="2038610" y="3870398"/>
                <a:ext cx="413489" cy="89750"/>
                <a:chOff x="8686551" y="964247"/>
                <a:chExt cx="413489" cy="89750"/>
              </a:xfrm>
            </p:grpSpPr>
            <p:sp>
              <p:nvSpPr>
                <p:cNvPr id="61" name="任意多边形: 形状 60"/>
                <p:cNvSpPr/>
                <p:nvPr/>
              </p:nvSpPr>
              <p:spPr>
                <a:xfrm>
                  <a:off x="8686551" y="964247"/>
                  <a:ext cx="120678" cy="87629"/>
                </a:xfrm>
                <a:custGeom>
                  <a:avLst/>
                  <a:gdLst>
                    <a:gd name="connsiteX0" fmla="*/ 24351 w 120678"/>
                    <a:gd name="connsiteY0" fmla="*/ 87629 h 87629"/>
                    <a:gd name="connsiteX1" fmla="*/ 41730 w 120678"/>
                    <a:gd name="connsiteY1" fmla="*/ 87629 h 87629"/>
                    <a:gd name="connsiteX2" fmla="*/ 53897 w 120678"/>
                    <a:gd name="connsiteY2" fmla="*/ 40706 h 87629"/>
                    <a:gd name="connsiteX3" fmla="*/ 57006 w 120678"/>
                    <a:gd name="connsiteY3" fmla="*/ 28054 h 87629"/>
                    <a:gd name="connsiteX4" fmla="*/ 59863 w 120678"/>
                    <a:gd name="connsiteY4" fmla="*/ 15150 h 87629"/>
                    <a:gd name="connsiteX5" fmla="*/ 60726 w 120678"/>
                    <a:gd name="connsiteY5" fmla="*/ 15150 h 87629"/>
                    <a:gd name="connsiteX6" fmla="*/ 63583 w 120678"/>
                    <a:gd name="connsiteY6" fmla="*/ 28054 h 87629"/>
                    <a:gd name="connsiteX7" fmla="*/ 66692 w 120678"/>
                    <a:gd name="connsiteY7" fmla="*/ 40346 h 87629"/>
                    <a:gd name="connsiteX8" fmla="*/ 79470 w 120678"/>
                    <a:gd name="connsiteY8" fmla="*/ 87629 h 87629"/>
                    <a:gd name="connsiteX9" fmla="*/ 97226 w 120678"/>
                    <a:gd name="connsiteY9" fmla="*/ 87629 h 87629"/>
                    <a:gd name="connsiteX10" fmla="*/ 120679 w 120678"/>
                    <a:gd name="connsiteY10" fmla="*/ 0 h 87629"/>
                    <a:gd name="connsiteX11" fmla="*/ 106895 w 120678"/>
                    <a:gd name="connsiteY11" fmla="*/ 0 h 87629"/>
                    <a:gd name="connsiteX12" fmla="*/ 93991 w 120678"/>
                    <a:gd name="connsiteY12" fmla="*/ 50644 h 87629"/>
                    <a:gd name="connsiteX13" fmla="*/ 91259 w 120678"/>
                    <a:gd name="connsiteY13" fmla="*/ 63062 h 87629"/>
                    <a:gd name="connsiteX14" fmla="*/ 88402 w 120678"/>
                    <a:gd name="connsiteY14" fmla="*/ 75229 h 87629"/>
                    <a:gd name="connsiteX15" fmla="*/ 87773 w 120678"/>
                    <a:gd name="connsiteY15" fmla="*/ 75229 h 87629"/>
                    <a:gd name="connsiteX16" fmla="*/ 84790 w 120678"/>
                    <a:gd name="connsiteY16" fmla="*/ 63062 h 87629"/>
                    <a:gd name="connsiteX17" fmla="*/ 81681 w 120678"/>
                    <a:gd name="connsiteY17" fmla="*/ 50644 h 87629"/>
                    <a:gd name="connsiteX18" fmla="*/ 67896 w 120678"/>
                    <a:gd name="connsiteY18" fmla="*/ 0 h 87629"/>
                    <a:gd name="connsiteX19" fmla="*/ 53627 w 120678"/>
                    <a:gd name="connsiteY19" fmla="*/ 0 h 87629"/>
                    <a:gd name="connsiteX20" fmla="*/ 40094 w 120678"/>
                    <a:gd name="connsiteY20" fmla="*/ 50644 h 87629"/>
                    <a:gd name="connsiteX21" fmla="*/ 36985 w 120678"/>
                    <a:gd name="connsiteY21" fmla="*/ 62936 h 87629"/>
                    <a:gd name="connsiteX22" fmla="*/ 34002 w 120678"/>
                    <a:gd name="connsiteY22" fmla="*/ 75229 h 87629"/>
                    <a:gd name="connsiteX23" fmla="*/ 33265 w 120678"/>
                    <a:gd name="connsiteY23" fmla="*/ 75229 h 87629"/>
                    <a:gd name="connsiteX24" fmla="*/ 30785 w 120678"/>
                    <a:gd name="connsiteY24" fmla="*/ 63062 h 87629"/>
                    <a:gd name="connsiteX25" fmla="*/ 28054 w 120678"/>
                    <a:gd name="connsiteY25" fmla="*/ 50644 h 87629"/>
                    <a:gd name="connsiteX26" fmla="*/ 15024 w 120678"/>
                    <a:gd name="connsiteY26" fmla="*/ 0 h 87629"/>
                    <a:gd name="connsiteX27" fmla="*/ 0 w 120678"/>
                    <a:gd name="connsiteY27" fmla="*/ 0 h 87629"/>
                    <a:gd name="connsiteX28" fmla="*/ 24351 w 120678"/>
                    <a:gd name="connsiteY28" fmla="*/ 87629 h 876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678" h="87629">
                      <a:moveTo>
                        <a:pt x="24351" y="87629"/>
                      </a:moveTo>
                      <a:lnTo>
                        <a:pt x="41730" y="87629"/>
                      </a:lnTo>
                      <a:lnTo>
                        <a:pt x="53897" y="40706"/>
                      </a:lnTo>
                      <a:cubicBezTo>
                        <a:pt x="55011" y="36482"/>
                        <a:pt x="56125" y="32259"/>
                        <a:pt x="57006" y="28054"/>
                      </a:cubicBezTo>
                      <a:lnTo>
                        <a:pt x="59863" y="15150"/>
                      </a:lnTo>
                      <a:lnTo>
                        <a:pt x="60726" y="15150"/>
                      </a:lnTo>
                      <a:lnTo>
                        <a:pt x="63583" y="28054"/>
                      </a:lnTo>
                      <a:cubicBezTo>
                        <a:pt x="64572" y="32151"/>
                        <a:pt x="65578" y="36249"/>
                        <a:pt x="66692" y="40346"/>
                      </a:cubicBezTo>
                      <a:lnTo>
                        <a:pt x="79470" y="87629"/>
                      </a:lnTo>
                      <a:lnTo>
                        <a:pt x="97226" y="87629"/>
                      </a:lnTo>
                      <a:lnTo>
                        <a:pt x="120679" y="0"/>
                      </a:lnTo>
                      <a:lnTo>
                        <a:pt x="106895" y="0"/>
                      </a:lnTo>
                      <a:lnTo>
                        <a:pt x="93991" y="50644"/>
                      </a:lnTo>
                      <a:lnTo>
                        <a:pt x="91259" y="63062"/>
                      </a:lnTo>
                      <a:lnTo>
                        <a:pt x="88402" y="75229"/>
                      </a:lnTo>
                      <a:lnTo>
                        <a:pt x="87773" y="75229"/>
                      </a:lnTo>
                      <a:lnTo>
                        <a:pt x="84790" y="63062"/>
                      </a:lnTo>
                      <a:lnTo>
                        <a:pt x="81681" y="50644"/>
                      </a:lnTo>
                      <a:lnTo>
                        <a:pt x="67896" y="0"/>
                      </a:lnTo>
                      <a:lnTo>
                        <a:pt x="53627" y="0"/>
                      </a:lnTo>
                      <a:lnTo>
                        <a:pt x="40094" y="50644"/>
                      </a:lnTo>
                      <a:cubicBezTo>
                        <a:pt x="38980" y="54741"/>
                        <a:pt x="37866" y="58839"/>
                        <a:pt x="36985" y="62936"/>
                      </a:cubicBezTo>
                      <a:lnTo>
                        <a:pt x="34002" y="75229"/>
                      </a:lnTo>
                      <a:lnTo>
                        <a:pt x="33265" y="75229"/>
                      </a:lnTo>
                      <a:lnTo>
                        <a:pt x="30785" y="63062"/>
                      </a:lnTo>
                      <a:lnTo>
                        <a:pt x="28054" y="50644"/>
                      </a:lnTo>
                      <a:lnTo>
                        <a:pt x="15024" y="0"/>
                      </a:lnTo>
                      <a:lnTo>
                        <a:pt x="0" y="0"/>
                      </a:lnTo>
                      <a:lnTo>
                        <a:pt x="24351" y="87629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2" name="任意多边形: 形状 61"/>
                <p:cNvSpPr/>
                <p:nvPr/>
              </p:nvSpPr>
              <p:spPr>
                <a:xfrm>
                  <a:off x="8810681" y="964247"/>
                  <a:ext cx="120678" cy="87629"/>
                </a:xfrm>
                <a:custGeom>
                  <a:avLst/>
                  <a:gdLst>
                    <a:gd name="connsiteX0" fmla="*/ 24351 w 120678"/>
                    <a:gd name="connsiteY0" fmla="*/ 87629 h 87629"/>
                    <a:gd name="connsiteX1" fmla="*/ 41730 w 120678"/>
                    <a:gd name="connsiteY1" fmla="*/ 87629 h 87629"/>
                    <a:gd name="connsiteX2" fmla="*/ 53897 w 120678"/>
                    <a:gd name="connsiteY2" fmla="*/ 40706 h 87629"/>
                    <a:gd name="connsiteX3" fmla="*/ 57006 w 120678"/>
                    <a:gd name="connsiteY3" fmla="*/ 28054 h 87629"/>
                    <a:gd name="connsiteX4" fmla="*/ 59863 w 120678"/>
                    <a:gd name="connsiteY4" fmla="*/ 15150 h 87629"/>
                    <a:gd name="connsiteX5" fmla="*/ 60726 w 120678"/>
                    <a:gd name="connsiteY5" fmla="*/ 15150 h 87629"/>
                    <a:gd name="connsiteX6" fmla="*/ 63583 w 120678"/>
                    <a:gd name="connsiteY6" fmla="*/ 28054 h 87629"/>
                    <a:gd name="connsiteX7" fmla="*/ 66692 w 120678"/>
                    <a:gd name="connsiteY7" fmla="*/ 40346 h 87629"/>
                    <a:gd name="connsiteX8" fmla="*/ 79470 w 120678"/>
                    <a:gd name="connsiteY8" fmla="*/ 87629 h 87629"/>
                    <a:gd name="connsiteX9" fmla="*/ 97226 w 120678"/>
                    <a:gd name="connsiteY9" fmla="*/ 87629 h 87629"/>
                    <a:gd name="connsiteX10" fmla="*/ 120679 w 120678"/>
                    <a:gd name="connsiteY10" fmla="*/ 0 h 87629"/>
                    <a:gd name="connsiteX11" fmla="*/ 106895 w 120678"/>
                    <a:gd name="connsiteY11" fmla="*/ 0 h 87629"/>
                    <a:gd name="connsiteX12" fmla="*/ 93991 w 120678"/>
                    <a:gd name="connsiteY12" fmla="*/ 50644 h 87629"/>
                    <a:gd name="connsiteX13" fmla="*/ 91259 w 120678"/>
                    <a:gd name="connsiteY13" fmla="*/ 63062 h 87629"/>
                    <a:gd name="connsiteX14" fmla="*/ 88402 w 120678"/>
                    <a:gd name="connsiteY14" fmla="*/ 75229 h 87629"/>
                    <a:gd name="connsiteX15" fmla="*/ 87773 w 120678"/>
                    <a:gd name="connsiteY15" fmla="*/ 75229 h 87629"/>
                    <a:gd name="connsiteX16" fmla="*/ 84790 w 120678"/>
                    <a:gd name="connsiteY16" fmla="*/ 63062 h 87629"/>
                    <a:gd name="connsiteX17" fmla="*/ 81681 w 120678"/>
                    <a:gd name="connsiteY17" fmla="*/ 50644 h 87629"/>
                    <a:gd name="connsiteX18" fmla="*/ 67896 w 120678"/>
                    <a:gd name="connsiteY18" fmla="*/ 0 h 87629"/>
                    <a:gd name="connsiteX19" fmla="*/ 53627 w 120678"/>
                    <a:gd name="connsiteY19" fmla="*/ 0 h 87629"/>
                    <a:gd name="connsiteX20" fmla="*/ 40094 w 120678"/>
                    <a:gd name="connsiteY20" fmla="*/ 50644 h 87629"/>
                    <a:gd name="connsiteX21" fmla="*/ 36985 w 120678"/>
                    <a:gd name="connsiteY21" fmla="*/ 62936 h 87629"/>
                    <a:gd name="connsiteX22" fmla="*/ 34002 w 120678"/>
                    <a:gd name="connsiteY22" fmla="*/ 75229 h 87629"/>
                    <a:gd name="connsiteX23" fmla="*/ 33265 w 120678"/>
                    <a:gd name="connsiteY23" fmla="*/ 75229 h 87629"/>
                    <a:gd name="connsiteX24" fmla="*/ 30785 w 120678"/>
                    <a:gd name="connsiteY24" fmla="*/ 63062 h 87629"/>
                    <a:gd name="connsiteX25" fmla="*/ 28054 w 120678"/>
                    <a:gd name="connsiteY25" fmla="*/ 50644 h 87629"/>
                    <a:gd name="connsiteX26" fmla="*/ 15024 w 120678"/>
                    <a:gd name="connsiteY26" fmla="*/ 0 h 87629"/>
                    <a:gd name="connsiteX27" fmla="*/ 0 w 120678"/>
                    <a:gd name="connsiteY27" fmla="*/ 0 h 87629"/>
                    <a:gd name="connsiteX28" fmla="*/ 24351 w 120678"/>
                    <a:gd name="connsiteY28" fmla="*/ 87629 h 876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678" h="87629">
                      <a:moveTo>
                        <a:pt x="24351" y="87629"/>
                      </a:moveTo>
                      <a:lnTo>
                        <a:pt x="41730" y="87629"/>
                      </a:lnTo>
                      <a:lnTo>
                        <a:pt x="53897" y="40706"/>
                      </a:lnTo>
                      <a:cubicBezTo>
                        <a:pt x="55011" y="36482"/>
                        <a:pt x="56125" y="32259"/>
                        <a:pt x="57006" y="28054"/>
                      </a:cubicBezTo>
                      <a:lnTo>
                        <a:pt x="59863" y="15150"/>
                      </a:lnTo>
                      <a:lnTo>
                        <a:pt x="60726" y="15150"/>
                      </a:lnTo>
                      <a:lnTo>
                        <a:pt x="63583" y="28054"/>
                      </a:lnTo>
                      <a:cubicBezTo>
                        <a:pt x="64572" y="32151"/>
                        <a:pt x="65578" y="36249"/>
                        <a:pt x="66692" y="40346"/>
                      </a:cubicBezTo>
                      <a:lnTo>
                        <a:pt x="79470" y="87629"/>
                      </a:lnTo>
                      <a:lnTo>
                        <a:pt x="97226" y="87629"/>
                      </a:lnTo>
                      <a:lnTo>
                        <a:pt x="120679" y="0"/>
                      </a:lnTo>
                      <a:lnTo>
                        <a:pt x="106895" y="0"/>
                      </a:lnTo>
                      <a:lnTo>
                        <a:pt x="93991" y="50644"/>
                      </a:lnTo>
                      <a:lnTo>
                        <a:pt x="91259" y="63062"/>
                      </a:lnTo>
                      <a:lnTo>
                        <a:pt x="88402" y="75229"/>
                      </a:lnTo>
                      <a:lnTo>
                        <a:pt x="87773" y="75229"/>
                      </a:lnTo>
                      <a:lnTo>
                        <a:pt x="84790" y="63062"/>
                      </a:lnTo>
                      <a:lnTo>
                        <a:pt x="81681" y="50644"/>
                      </a:lnTo>
                      <a:lnTo>
                        <a:pt x="67896" y="0"/>
                      </a:lnTo>
                      <a:lnTo>
                        <a:pt x="53627" y="0"/>
                      </a:lnTo>
                      <a:lnTo>
                        <a:pt x="40094" y="50644"/>
                      </a:lnTo>
                      <a:cubicBezTo>
                        <a:pt x="38980" y="54741"/>
                        <a:pt x="37866" y="58839"/>
                        <a:pt x="36985" y="62936"/>
                      </a:cubicBezTo>
                      <a:lnTo>
                        <a:pt x="34002" y="75229"/>
                      </a:lnTo>
                      <a:lnTo>
                        <a:pt x="33265" y="75229"/>
                      </a:lnTo>
                      <a:lnTo>
                        <a:pt x="30785" y="63062"/>
                      </a:lnTo>
                      <a:lnTo>
                        <a:pt x="28054" y="50644"/>
                      </a:lnTo>
                      <a:lnTo>
                        <a:pt x="15024" y="0"/>
                      </a:lnTo>
                      <a:lnTo>
                        <a:pt x="0" y="0"/>
                      </a:lnTo>
                      <a:lnTo>
                        <a:pt x="24351" y="87629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3" name="任意多边形: 形状 62"/>
                <p:cNvSpPr/>
                <p:nvPr/>
              </p:nvSpPr>
              <p:spPr>
                <a:xfrm>
                  <a:off x="8947228" y="964247"/>
                  <a:ext cx="120678" cy="87629"/>
                </a:xfrm>
                <a:custGeom>
                  <a:avLst/>
                  <a:gdLst>
                    <a:gd name="connsiteX0" fmla="*/ 24351 w 120678"/>
                    <a:gd name="connsiteY0" fmla="*/ 87629 h 87629"/>
                    <a:gd name="connsiteX1" fmla="*/ 41730 w 120678"/>
                    <a:gd name="connsiteY1" fmla="*/ 87629 h 87629"/>
                    <a:gd name="connsiteX2" fmla="*/ 53897 w 120678"/>
                    <a:gd name="connsiteY2" fmla="*/ 40706 h 87629"/>
                    <a:gd name="connsiteX3" fmla="*/ 57006 w 120678"/>
                    <a:gd name="connsiteY3" fmla="*/ 28054 h 87629"/>
                    <a:gd name="connsiteX4" fmla="*/ 59863 w 120678"/>
                    <a:gd name="connsiteY4" fmla="*/ 15150 h 87629"/>
                    <a:gd name="connsiteX5" fmla="*/ 60726 w 120678"/>
                    <a:gd name="connsiteY5" fmla="*/ 15150 h 87629"/>
                    <a:gd name="connsiteX6" fmla="*/ 63583 w 120678"/>
                    <a:gd name="connsiteY6" fmla="*/ 28054 h 87629"/>
                    <a:gd name="connsiteX7" fmla="*/ 66692 w 120678"/>
                    <a:gd name="connsiteY7" fmla="*/ 40346 h 87629"/>
                    <a:gd name="connsiteX8" fmla="*/ 79470 w 120678"/>
                    <a:gd name="connsiteY8" fmla="*/ 87629 h 87629"/>
                    <a:gd name="connsiteX9" fmla="*/ 97226 w 120678"/>
                    <a:gd name="connsiteY9" fmla="*/ 87629 h 87629"/>
                    <a:gd name="connsiteX10" fmla="*/ 120679 w 120678"/>
                    <a:gd name="connsiteY10" fmla="*/ 0 h 87629"/>
                    <a:gd name="connsiteX11" fmla="*/ 106895 w 120678"/>
                    <a:gd name="connsiteY11" fmla="*/ 0 h 87629"/>
                    <a:gd name="connsiteX12" fmla="*/ 93991 w 120678"/>
                    <a:gd name="connsiteY12" fmla="*/ 50644 h 87629"/>
                    <a:gd name="connsiteX13" fmla="*/ 91259 w 120678"/>
                    <a:gd name="connsiteY13" fmla="*/ 63062 h 87629"/>
                    <a:gd name="connsiteX14" fmla="*/ 88402 w 120678"/>
                    <a:gd name="connsiteY14" fmla="*/ 75229 h 87629"/>
                    <a:gd name="connsiteX15" fmla="*/ 87773 w 120678"/>
                    <a:gd name="connsiteY15" fmla="*/ 75229 h 87629"/>
                    <a:gd name="connsiteX16" fmla="*/ 84790 w 120678"/>
                    <a:gd name="connsiteY16" fmla="*/ 63062 h 87629"/>
                    <a:gd name="connsiteX17" fmla="*/ 81681 w 120678"/>
                    <a:gd name="connsiteY17" fmla="*/ 50644 h 87629"/>
                    <a:gd name="connsiteX18" fmla="*/ 67897 w 120678"/>
                    <a:gd name="connsiteY18" fmla="*/ 0 h 87629"/>
                    <a:gd name="connsiteX19" fmla="*/ 53627 w 120678"/>
                    <a:gd name="connsiteY19" fmla="*/ 0 h 87629"/>
                    <a:gd name="connsiteX20" fmla="*/ 40094 w 120678"/>
                    <a:gd name="connsiteY20" fmla="*/ 50644 h 87629"/>
                    <a:gd name="connsiteX21" fmla="*/ 36985 w 120678"/>
                    <a:gd name="connsiteY21" fmla="*/ 62936 h 87629"/>
                    <a:gd name="connsiteX22" fmla="*/ 34002 w 120678"/>
                    <a:gd name="connsiteY22" fmla="*/ 75229 h 87629"/>
                    <a:gd name="connsiteX23" fmla="*/ 33265 w 120678"/>
                    <a:gd name="connsiteY23" fmla="*/ 75229 h 87629"/>
                    <a:gd name="connsiteX24" fmla="*/ 30785 w 120678"/>
                    <a:gd name="connsiteY24" fmla="*/ 63062 h 87629"/>
                    <a:gd name="connsiteX25" fmla="*/ 28054 w 120678"/>
                    <a:gd name="connsiteY25" fmla="*/ 50644 h 87629"/>
                    <a:gd name="connsiteX26" fmla="*/ 15024 w 120678"/>
                    <a:gd name="connsiteY26" fmla="*/ 0 h 87629"/>
                    <a:gd name="connsiteX27" fmla="*/ 0 w 120678"/>
                    <a:gd name="connsiteY27" fmla="*/ 0 h 87629"/>
                    <a:gd name="connsiteX28" fmla="*/ 24351 w 120678"/>
                    <a:gd name="connsiteY28" fmla="*/ 87629 h 876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678" h="87629">
                      <a:moveTo>
                        <a:pt x="24351" y="87629"/>
                      </a:moveTo>
                      <a:lnTo>
                        <a:pt x="41730" y="87629"/>
                      </a:lnTo>
                      <a:lnTo>
                        <a:pt x="53897" y="40706"/>
                      </a:lnTo>
                      <a:cubicBezTo>
                        <a:pt x="55011" y="36482"/>
                        <a:pt x="56125" y="32259"/>
                        <a:pt x="57006" y="28054"/>
                      </a:cubicBezTo>
                      <a:lnTo>
                        <a:pt x="59863" y="15150"/>
                      </a:lnTo>
                      <a:lnTo>
                        <a:pt x="60726" y="15150"/>
                      </a:lnTo>
                      <a:lnTo>
                        <a:pt x="63583" y="28054"/>
                      </a:lnTo>
                      <a:cubicBezTo>
                        <a:pt x="64572" y="32151"/>
                        <a:pt x="65578" y="36249"/>
                        <a:pt x="66692" y="40346"/>
                      </a:cubicBezTo>
                      <a:lnTo>
                        <a:pt x="79470" y="87629"/>
                      </a:lnTo>
                      <a:lnTo>
                        <a:pt x="97226" y="87629"/>
                      </a:lnTo>
                      <a:lnTo>
                        <a:pt x="120679" y="0"/>
                      </a:lnTo>
                      <a:lnTo>
                        <a:pt x="106895" y="0"/>
                      </a:lnTo>
                      <a:lnTo>
                        <a:pt x="93991" y="50644"/>
                      </a:lnTo>
                      <a:lnTo>
                        <a:pt x="91259" y="63062"/>
                      </a:lnTo>
                      <a:lnTo>
                        <a:pt x="88402" y="75229"/>
                      </a:lnTo>
                      <a:lnTo>
                        <a:pt x="87773" y="75229"/>
                      </a:lnTo>
                      <a:lnTo>
                        <a:pt x="84790" y="63062"/>
                      </a:lnTo>
                      <a:lnTo>
                        <a:pt x="81681" y="50644"/>
                      </a:lnTo>
                      <a:lnTo>
                        <a:pt x="67897" y="0"/>
                      </a:lnTo>
                      <a:lnTo>
                        <a:pt x="53627" y="0"/>
                      </a:lnTo>
                      <a:lnTo>
                        <a:pt x="40094" y="50644"/>
                      </a:lnTo>
                      <a:cubicBezTo>
                        <a:pt x="38980" y="54741"/>
                        <a:pt x="37866" y="58839"/>
                        <a:pt x="36985" y="62936"/>
                      </a:cubicBezTo>
                      <a:lnTo>
                        <a:pt x="34002" y="75229"/>
                      </a:lnTo>
                      <a:lnTo>
                        <a:pt x="33265" y="75229"/>
                      </a:lnTo>
                      <a:lnTo>
                        <a:pt x="30785" y="63062"/>
                      </a:lnTo>
                      <a:lnTo>
                        <a:pt x="28054" y="50644"/>
                      </a:lnTo>
                      <a:lnTo>
                        <a:pt x="15024" y="0"/>
                      </a:lnTo>
                      <a:lnTo>
                        <a:pt x="0" y="0"/>
                      </a:lnTo>
                      <a:lnTo>
                        <a:pt x="24351" y="87629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4" name="任意多边形: 形状 63"/>
                <p:cNvSpPr/>
                <p:nvPr/>
              </p:nvSpPr>
              <p:spPr>
                <a:xfrm>
                  <a:off x="9078816" y="1031389"/>
                  <a:ext cx="21224" cy="22608"/>
                </a:xfrm>
                <a:custGeom>
                  <a:avLst/>
                  <a:gdLst>
                    <a:gd name="connsiteX0" fmla="*/ 10675 w 21224"/>
                    <a:gd name="connsiteY0" fmla="*/ 22608 h 22608"/>
                    <a:gd name="connsiteX1" fmla="*/ 18115 w 21224"/>
                    <a:gd name="connsiteY1" fmla="*/ 19499 h 22608"/>
                    <a:gd name="connsiteX2" fmla="*/ 21224 w 21224"/>
                    <a:gd name="connsiteY2" fmla="*/ 11430 h 22608"/>
                    <a:gd name="connsiteX3" fmla="*/ 18115 w 21224"/>
                    <a:gd name="connsiteY3" fmla="*/ 3235 h 22608"/>
                    <a:gd name="connsiteX4" fmla="*/ 10675 w 21224"/>
                    <a:gd name="connsiteY4" fmla="*/ 0 h 22608"/>
                    <a:gd name="connsiteX5" fmla="*/ 3109 w 21224"/>
                    <a:gd name="connsiteY5" fmla="*/ 3235 h 22608"/>
                    <a:gd name="connsiteX6" fmla="*/ 0 w 21224"/>
                    <a:gd name="connsiteY6" fmla="*/ 11430 h 22608"/>
                    <a:gd name="connsiteX7" fmla="*/ 3109 w 21224"/>
                    <a:gd name="connsiteY7" fmla="*/ 19499 h 22608"/>
                    <a:gd name="connsiteX8" fmla="*/ 10675 w 21224"/>
                    <a:gd name="connsiteY8" fmla="*/ 22608 h 226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1224" h="22608">
                      <a:moveTo>
                        <a:pt x="10675" y="22608"/>
                      </a:moveTo>
                      <a:cubicBezTo>
                        <a:pt x="13658" y="22482"/>
                        <a:pt x="16138" y="21494"/>
                        <a:pt x="18115" y="19499"/>
                      </a:cubicBezTo>
                      <a:cubicBezTo>
                        <a:pt x="20110" y="17504"/>
                        <a:pt x="21224" y="14791"/>
                        <a:pt x="21224" y="11430"/>
                      </a:cubicBezTo>
                      <a:cubicBezTo>
                        <a:pt x="21224" y="8069"/>
                        <a:pt x="20110" y="5356"/>
                        <a:pt x="18115" y="3235"/>
                      </a:cubicBezTo>
                      <a:cubicBezTo>
                        <a:pt x="16120" y="1132"/>
                        <a:pt x="13640" y="0"/>
                        <a:pt x="10675" y="0"/>
                      </a:cubicBezTo>
                      <a:cubicBezTo>
                        <a:pt x="7692" y="0"/>
                        <a:pt x="5212" y="1114"/>
                        <a:pt x="3109" y="3235"/>
                      </a:cubicBezTo>
                      <a:cubicBezTo>
                        <a:pt x="1114" y="5338"/>
                        <a:pt x="126" y="8069"/>
                        <a:pt x="0" y="11430"/>
                      </a:cubicBezTo>
                      <a:cubicBezTo>
                        <a:pt x="126" y="14773"/>
                        <a:pt x="1114" y="17504"/>
                        <a:pt x="3109" y="19499"/>
                      </a:cubicBezTo>
                      <a:cubicBezTo>
                        <a:pt x="5212" y="21476"/>
                        <a:pt x="7692" y="22482"/>
                        <a:pt x="10675" y="22608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3" name="组合 42"/>
              <p:cNvGrpSpPr/>
              <p:nvPr userDrawn="1"/>
            </p:nvGrpSpPr>
            <p:grpSpPr>
              <a:xfrm>
                <a:off x="2487485" y="3830214"/>
                <a:ext cx="173892" cy="129934"/>
                <a:chOff x="9130663" y="924063"/>
                <a:chExt cx="173892" cy="129934"/>
              </a:xfrm>
            </p:grpSpPr>
            <p:sp>
              <p:nvSpPr>
                <p:cNvPr id="59" name="任意多边形: 形状 58"/>
                <p:cNvSpPr/>
                <p:nvPr/>
              </p:nvSpPr>
              <p:spPr>
                <a:xfrm>
                  <a:off x="9130663" y="933588"/>
                  <a:ext cx="76343" cy="120409"/>
                </a:xfrm>
                <a:custGeom>
                  <a:avLst/>
                  <a:gdLst>
                    <a:gd name="connsiteX0" fmla="*/ 37614 w 76343"/>
                    <a:gd name="connsiteY0" fmla="*/ 120409 h 120409"/>
                    <a:gd name="connsiteX1" fmla="*/ 56610 w 76343"/>
                    <a:gd name="connsiteY1" fmla="*/ 115575 h 120409"/>
                    <a:gd name="connsiteX2" fmla="*/ 70754 w 76343"/>
                    <a:gd name="connsiteY2" fmla="*/ 101791 h 120409"/>
                    <a:gd name="connsiteX3" fmla="*/ 76343 w 76343"/>
                    <a:gd name="connsiteY3" fmla="*/ 79704 h 120409"/>
                    <a:gd name="connsiteX4" fmla="*/ 65920 w 76343"/>
                    <a:gd name="connsiteY4" fmla="*/ 51147 h 120409"/>
                    <a:gd name="connsiteX5" fmla="*/ 40723 w 76343"/>
                    <a:gd name="connsiteY5" fmla="*/ 42089 h 120409"/>
                    <a:gd name="connsiteX6" fmla="*/ 31163 w 76343"/>
                    <a:gd name="connsiteY6" fmla="*/ 43455 h 120409"/>
                    <a:gd name="connsiteX7" fmla="*/ 23093 w 76343"/>
                    <a:gd name="connsiteY7" fmla="*/ 46798 h 120409"/>
                    <a:gd name="connsiteX8" fmla="*/ 26077 w 76343"/>
                    <a:gd name="connsiteY8" fmla="*/ 12544 h 120409"/>
                    <a:gd name="connsiteX9" fmla="*/ 70754 w 76343"/>
                    <a:gd name="connsiteY9" fmla="*/ 12544 h 120409"/>
                    <a:gd name="connsiteX10" fmla="*/ 70754 w 76343"/>
                    <a:gd name="connsiteY10" fmla="*/ 0 h 120409"/>
                    <a:gd name="connsiteX11" fmla="*/ 13155 w 76343"/>
                    <a:gd name="connsiteY11" fmla="*/ 0 h 120409"/>
                    <a:gd name="connsiteX12" fmla="*/ 9435 w 76343"/>
                    <a:gd name="connsiteY12" fmla="*/ 55352 h 120409"/>
                    <a:gd name="connsiteX13" fmla="*/ 17378 w 76343"/>
                    <a:gd name="connsiteY13" fmla="*/ 60187 h 120409"/>
                    <a:gd name="connsiteX14" fmla="*/ 26688 w 76343"/>
                    <a:gd name="connsiteY14" fmla="*/ 54975 h 120409"/>
                    <a:gd name="connsiteX15" fmla="*/ 36985 w 76343"/>
                    <a:gd name="connsiteY15" fmla="*/ 53232 h 120409"/>
                    <a:gd name="connsiteX16" fmla="*/ 54867 w 76343"/>
                    <a:gd name="connsiteY16" fmla="*/ 60312 h 120409"/>
                    <a:gd name="connsiteX17" fmla="*/ 61570 w 76343"/>
                    <a:gd name="connsiteY17" fmla="*/ 80171 h 120409"/>
                    <a:gd name="connsiteX18" fmla="*/ 54130 w 76343"/>
                    <a:gd name="connsiteY18" fmla="*/ 100659 h 120409"/>
                    <a:gd name="connsiteX19" fmla="*/ 36374 w 76343"/>
                    <a:gd name="connsiteY19" fmla="*/ 108099 h 120409"/>
                    <a:gd name="connsiteX20" fmla="*/ 19247 w 76343"/>
                    <a:gd name="connsiteY20" fmla="*/ 104127 h 120409"/>
                    <a:gd name="connsiteX21" fmla="*/ 7332 w 76343"/>
                    <a:gd name="connsiteY21" fmla="*/ 95069 h 120409"/>
                    <a:gd name="connsiteX22" fmla="*/ 0 w 76343"/>
                    <a:gd name="connsiteY22" fmla="*/ 104756 h 120409"/>
                    <a:gd name="connsiteX23" fmla="*/ 14898 w 76343"/>
                    <a:gd name="connsiteY23" fmla="*/ 115557 h 120409"/>
                    <a:gd name="connsiteX24" fmla="*/ 37614 w 76343"/>
                    <a:gd name="connsiteY24" fmla="*/ 120409 h 1204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76343" h="120409">
                      <a:moveTo>
                        <a:pt x="37614" y="120409"/>
                      </a:moveTo>
                      <a:cubicBezTo>
                        <a:pt x="44444" y="120409"/>
                        <a:pt x="50770" y="118792"/>
                        <a:pt x="56610" y="115575"/>
                      </a:cubicBezTo>
                      <a:cubicBezTo>
                        <a:pt x="62451" y="112466"/>
                        <a:pt x="67160" y="107883"/>
                        <a:pt x="70754" y="101791"/>
                      </a:cubicBezTo>
                      <a:cubicBezTo>
                        <a:pt x="74348" y="95824"/>
                        <a:pt x="76217" y="88384"/>
                        <a:pt x="76343" y="79704"/>
                      </a:cubicBezTo>
                      <a:cubicBezTo>
                        <a:pt x="76091" y="66800"/>
                        <a:pt x="72623" y="57239"/>
                        <a:pt x="65920" y="51147"/>
                      </a:cubicBezTo>
                      <a:cubicBezTo>
                        <a:pt x="59216" y="45055"/>
                        <a:pt x="50770" y="42089"/>
                        <a:pt x="40723" y="42089"/>
                      </a:cubicBezTo>
                      <a:cubicBezTo>
                        <a:pt x="37255" y="42215"/>
                        <a:pt x="34020" y="42593"/>
                        <a:pt x="31163" y="43455"/>
                      </a:cubicBezTo>
                      <a:cubicBezTo>
                        <a:pt x="28431" y="44192"/>
                        <a:pt x="25699" y="45324"/>
                        <a:pt x="23093" y="46798"/>
                      </a:cubicBezTo>
                      <a:lnTo>
                        <a:pt x="26077" y="12544"/>
                      </a:lnTo>
                      <a:lnTo>
                        <a:pt x="70754" y="12544"/>
                      </a:lnTo>
                      <a:lnTo>
                        <a:pt x="70754" y="0"/>
                      </a:lnTo>
                      <a:lnTo>
                        <a:pt x="13155" y="0"/>
                      </a:lnTo>
                      <a:lnTo>
                        <a:pt x="9435" y="55352"/>
                      </a:lnTo>
                      <a:lnTo>
                        <a:pt x="17378" y="60187"/>
                      </a:lnTo>
                      <a:cubicBezTo>
                        <a:pt x="20613" y="57958"/>
                        <a:pt x="23704" y="56215"/>
                        <a:pt x="26688" y="54975"/>
                      </a:cubicBezTo>
                      <a:cubicBezTo>
                        <a:pt x="29797" y="53861"/>
                        <a:pt x="33140" y="53232"/>
                        <a:pt x="36985" y="53232"/>
                      </a:cubicBezTo>
                      <a:cubicBezTo>
                        <a:pt x="44551" y="53358"/>
                        <a:pt x="50518" y="55712"/>
                        <a:pt x="54867" y="60312"/>
                      </a:cubicBezTo>
                      <a:cubicBezTo>
                        <a:pt x="59216" y="65021"/>
                        <a:pt x="61445" y="71617"/>
                        <a:pt x="61570" y="80171"/>
                      </a:cubicBezTo>
                      <a:cubicBezTo>
                        <a:pt x="61319" y="88851"/>
                        <a:pt x="58839" y="95681"/>
                        <a:pt x="54130" y="100659"/>
                      </a:cubicBezTo>
                      <a:cubicBezTo>
                        <a:pt x="49422" y="105493"/>
                        <a:pt x="43455" y="108099"/>
                        <a:pt x="36374" y="108099"/>
                      </a:cubicBezTo>
                      <a:cubicBezTo>
                        <a:pt x="29545" y="107973"/>
                        <a:pt x="23830" y="106607"/>
                        <a:pt x="19247" y="104127"/>
                      </a:cubicBezTo>
                      <a:cubicBezTo>
                        <a:pt x="14647" y="101647"/>
                        <a:pt x="10675" y="98538"/>
                        <a:pt x="7332" y="95069"/>
                      </a:cubicBezTo>
                      <a:lnTo>
                        <a:pt x="0" y="104756"/>
                      </a:lnTo>
                      <a:cubicBezTo>
                        <a:pt x="3972" y="108854"/>
                        <a:pt x="8932" y="112448"/>
                        <a:pt x="14898" y="115557"/>
                      </a:cubicBezTo>
                      <a:cubicBezTo>
                        <a:pt x="20991" y="118666"/>
                        <a:pt x="28557" y="120284"/>
                        <a:pt x="37614" y="120409"/>
                      </a:cubicBezTo>
                      <a:close/>
                    </a:path>
                  </a:pathLst>
                </a:custGeom>
                <a:solidFill>
                  <a:srgbClr val="FF5200"/>
                </a:solidFill>
                <a:ln w="6350" cap="flat">
                  <a:solidFill>
                    <a:srgbClr val="FF52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0" name="任意多边形: 形状 59"/>
                <p:cNvSpPr/>
                <p:nvPr/>
              </p:nvSpPr>
              <p:spPr>
                <a:xfrm>
                  <a:off x="9239624" y="924063"/>
                  <a:ext cx="64931" cy="126897"/>
                </a:xfrm>
                <a:custGeom>
                  <a:avLst/>
                  <a:gdLst>
                    <a:gd name="connsiteX0" fmla="*/ 18 w 64931"/>
                    <a:gd name="connsiteY0" fmla="*/ 118289 h 118288"/>
                    <a:gd name="connsiteX1" fmla="*/ 64931 w 64931"/>
                    <a:gd name="connsiteY1" fmla="*/ 118289 h 118288"/>
                    <a:gd name="connsiteX2" fmla="*/ 64931 w 64931"/>
                    <a:gd name="connsiteY2" fmla="*/ 105996 h 118288"/>
                    <a:gd name="connsiteX3" fmla="*/ 41227 w 64931"/>
                    <a:gd name="connsiteY3" fmla="*/ 105996 h 118288"/>
                    <a:gd name="connsiteX4" fmla="*/ 41227 w 64931"/>
                    <a:gd name="connsiteY4" fmla="*/ 0 h 118288"/>
                    <a:gd name="connsiteX5" fmla="*/ 29923 w 64931"/>
                    <a:gd name="connsiteY5" fmla="*/ 0 h 118288"/>
                    <a:gd name="connsiteX6" fmla="*/ 19122 w 64931"/>
                    <a:gd name="connsiteY6" fmla="*/ 4834 h 118288"/>
                    <a:gd name="connsiteX7" fmla="*/ 5337 w 64931"/>
                    <a:gd name="connsiteY7" fmla="*/ 8429 h 118288"/>
                    <a:gd name="connsiteX8" fmla="*/ 5337 w 64931"/>
                    <a:gd name="connsiteY8" fmla="*/ 17738 h 118288"/>
                    <a:gd name="connsiteX9" fmla="*/ 26310 w 64931"/>
                    <a:gd name="connsiteY9" fmla="*/ 17738 h 118288"/>
                    <a:gd name="connsiteX10" fmla="*/ 26310 w 64931"/>
                    <a:gd name="connsiteY10" fmla="*/ 105996 h 118288"/>
                    <a:gd name="connsiteX11" fmla="*/ 0 w 64931"/>
                    <a:gd name="connsiteY11" fmla="*/ 105996 h 118288"/>
                    <a:gd name="connsiteX12" fmla="*/ 0 w 64931"/>
                    <a:gd name="connsiteY12" fmla="*/ 118289 h 1182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64931" h="118288">
                      <a:moveTo>
                        <a:pt x="18" y="118289"/>
                      </a:moveTo>
                      <a:lnTo>
                        <a:pt x="64931" y="118289"/>
                      </a:lnTo>
                      <a:lnTo>
                        <a:pt x="64931" y="105996"/>
                      </a:lnTo>
                      <a:lnTo>
                        <a:pt x="41227" y="105996"/>
                      </a:lnTo>
                      <a:lnTo>
                        <a:pt x="41227" y="0"/>
                      </a:lnTo>
                      <a:lnTo>
                        <a:pt x="29923" y="0"/>
                      </a:lnTo>
                      <a:cubicBezTo>
                        <a:pt x="26688" y="1869"/>
                        <a:pt x="23093" y="3469"/>
                        <a:pt x="19122" y="4834"/>
                      </a:cubicBezTo>
                      <a:cubicBezTo>
                        <a:pt x="15150" y="6200"/>
                        <a:pt x="10549" y="7440"/>
                        <a:pt x="5337" y="8429"/>
                      </a:cubicBezTo>
                      <a:lnTo>
                        <a:pt x="5337" y="17738"/>
                      </a:lnTo>
                      <a:lnTo>
                        <a:pt x="26310" y="17738"/>
                      </a:lnTo>
                      <a:lnTo>
                        <a:pt x="26310" y="105996"/>
                      </a:lnTo>
                      <a:lnTo>
                        <a:pt x="0" y="105996"/>
                      </a:lnTo>
                      <a:lnTo>
                        <a:pt x="0" y="118289"/>
                      </a:lnTo>
                      <a:close/>
                    </a:path>
                  </a:pathLst>
                </a:custGeom>
                <a:solidFill>
                  <a:srgbClr val="FF5200"/>
                </a:solidFill>
                <a:ln w="6350" cap="flat">
                  <a:solidFill>
                    <a:srgbClr val="FF52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4" name="组合 43"/>
              <p:cNvGrpSpPr/>
              <p:nvPr userDrawn="1"/>
            </p:nvGrpSpPr>
            <p:grpSpPr>
              <a:xfrm>
                <a:off x="2698897" y="3829531"/>
                <a:ext cx="804243" cy="165482"/>
                <a:chOff x="9323023" y="923380"/>
                <a:chExt cx="804243" cy="165482"/>
              </a:xfrm>
            </p:grpSpPr>
            <p:sp>
              <p:nvSpPr>
                <p:cNvPr id="51" name="任意多边形: 形状 50"/>
                <p:cNvSpPr/>
                <p:nvPr/>
              </p:nvSpPr>
              <p:spPr>
                <a:xfrm>
                  <a:off x="9323023" y="961965"/>
                  <a:ext cx="76594" cy="126897"/>
                </a:xfrm>
                <a:custGeom>
                  <a:avLst/>
                  <a:gdLst>
                    <a:gd name="connsiteX0" fmla="*/ 36123 w 76594"/>
                    <a:gd name="connsiteY0" fmla="*/ 79740 h 126897"/>
                    <a:gd name="connsiteX1" fmla="*/ 26185 w 76594"/>
                    <a:gd name="connsiteY1" fmla="*/ 77745 h 126897"/>
                    <a:gd name="connsiteX2" fmla="*/ 14647 w 76594"/>
                    <a:gd name="connsiteY2" fmla="*/ 70538 h 126897"/>
                    <a:gd name="connsiteX3" fmla="*/ 14647 w 76594"/>
                    <a:gd name="connsiteY3" fmla="*/ 24495 h 126897"/>
                    <a:gd name="connsiteX4" fmla="*/ 26813 w 76594"/>
                    <a:gd name="connsiteY4" fmla="*/ 15563 h 126897"/>
                    <a:gd name="connsiteX5" fmla="*/ 38225 w 76594"/>
                    <a:gd name="connsiteY5" fmla="*/ 12454 h 126897"/>
                    <a:gd name="connsiteX6" fmla="*/ 55981 w 76594"/>
                    <a:gd name="connsiteY6" fmla="*/ 21386 h 126897"/>
                    <a:gd name="connsiteX7" fmla="*/ 61319 w 76594"/>
                    <a:gd name="connsiteY7" fmla="*/ 44839 h 126897"/>
                    <a:gd name="connsiteX8" fmla="*/ 54112 w 76594"/>
                    <a:gd name="connsiteY8" fmla="*/ 70538 h 126897"/>
                    <a:gd name="connsiteX9" fmla="*/ 36123 w 76594"/>
                    <a:gd name="connsiteY9" fmla="*/ 79740 h 126897"/>
                    <a:gd name="connsiteX10" fmla="*/ 0 w 76594"/>
                    <a:gd name="connsiteY10" fmla="*/ 126897 h 126897"/>
                    <a:gd name="connsiteX11" fmla="*/ 14647 w 76594"/>
                    <a:gd name="connsiteY11" fmla="*/ 126897 h 126897"/>
                    <a:gd name="connsiteX12" fmla="*/ 14647 w 76594"/>
                    <a:gd name="connsiteY12" fmla="*/ 97100 h 126897"/>
                    <a:gd name="connsiteX13" fmla="*/ 14269 w 76594"/>
                    <a:gd name="connsiteY13" fmla="*/ 81824 h 126897"/>
                    <a:gd name="connsiteX14" fmla="*/ 26436 w 76594"/>
                    <a:gd name="connsiteY14" fmla="*/ 89265 h 126897"/>
                    <a:gd name="connsiteX15" fmla="*/ 38477 w 76594"/>
                    <a:gd name="connsiteY15" fmla="*/ 91996 h 126897"/>
                    <a:gd name="connsiteX16" fmla="*/ 57347 w 76594"/>
                    <a:gd name="connsiteY16" fmla="*/ 86407 h 126897"/>
                    <a:gd name="connsiteX17" fmla="*/ 71257 w 76594"/>
                    <a:gd name="connsiteY17" fmla="*/ 70269 h 126897"/>
                    <a:gd name="connsiteX18" fmla="*/ 76595 w 76594"/>
                    <a:gd name="connsiteY18" fmla="*/ 44695 h 126897"/>
                    <a:gd name="connsiteX19" fmla="*/ 67663 w 76594"/>
                    <a:gd name="connsiteY19" fmla="*/ 12293 h 126897"/>
                    <a:gd name="connsiteX20" fmla="*/ 41712 w 76594"/>
                    <a:gd name="connsiteY20" fmla="*/ 0 h 126897"/>
                    <a:gd name="connsiteX21" fmla="*/ 26939 w 76594"/>
                    <a:gd name="connsiteY21" fmla="*/ 3720 h 126897"/>
                    <a:gd name="connsiteX22" fmla="*/ 13784 w 76594"/>
                    <a:gd name="connsiteY22" fmla="*/ 12293 h 126897"/>
                    <a:gd name="connsiteX23" fmla="*/ 13281 w 76594"/>
                    <a:gd name="connsiteY23" fmla="*/ 12293 h 126897"/>
                    <a:gd name="connsiteX24" fmla="*/ 12041 w 76594"/>
                    <a:gd name="connsiteY24" fmla="*/ 2246 h 126897"/>
                    <a:gd name="connsiteX25" fmla="*/ 0 w 76594"/>
                    <a:gd name="connsiteY25" fmla="*/ 2246 h 126897"/>
                    <a:gd name="connsiteX26" fmla="*/ 0 w 76594"/>
                    <a:gd name="connsiteY26" fmla="*/ 126897 h 1268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76594" h="126897">
                      <a:moveTo>
                        <a:pt x="36123" y="79740"/>
                      </a:moveTo>
                      <a:cubicBezTo>
                        <a:pt x="33140" y="79866"/>
                        <a:pt x="29797" y="79111"/>
                        <a:pt x="26185" y="77745"/>
                      </a:cubicBezTo>
                      <a:cubicBezTo>
                        <a:pt x="22464" y="76253"/>
                        <a:pt x="18618" y="73899"/>
                        <a:pt x="14647" y="70538"/>
                      </a:cubicBezTo>
                      <a:lnTo>
                        <a:pt x="14647" y="24495"/>
                      </a:lnTo>
                      <a:cubicBezTo>
                        <a:pt x="18870" y="20649"/>
                        <a:pt x="22968" y="17540"/>
                        <a:pt x="26813" y="15563"/>
                      </a:cubicBezTo>
                      <a:cubicBezTo>
                        <a:pt x="30659" y="13461"/>
                        <a:pt x="34505" y="12454"/>
                        <a:pt x="38225" y="12454"/>
                      </a:cubicBezTo>
                      <a:cubicBezTo>
                        <a:pt x="46421" y="12580"/>
                        <a:pt x="52369" y="15563"/>
                        <a:pt x="55981" y="21386"/>
                      </a:cubicBezTo>
                      <a:cubicBezTo>
                        <a:pt x="59576" y="27227"/>
                        <a:pt x="61319" y="35045"/>
                        <a:pt x="61319" y="44839"/>
                      </a:cubicBezTo>
                      <a:cubicBezTo>
                        <a:pt x="61193" y="55892"/>
                        <a:pt x="58713" y="64446"/>
                        <a:pt x="54112" y="70538"/>
                      </a:cubicBezTo>
                      <a:cubicBezTo>
                        <a:pt x="49512" y="76631"/>
                        <a:pt x="43455" y="79614"/>
                        <a:pt x="36123" y="79740"/>
                      </a:cubicBezTo>
                      <a:close/>
                      <a:moveTo>
                        <a:pt x="0" y="126897"/>
                      </a:moveTo>
                      <a:lnTo>
                        <a:pt x="14647" y="126897"/>
                      </a:lnTo>
                      <a:lnTo>
                        <a:pt x="14647" y="97100"/>
                      </a:lnTo>
                      <a:lnTo>
                        <a:pt x="14269" y="81824"/>
                      </a:lnTo>
                      <a:cubicBezTo>
                        <a:pt x="18241" y="85059"/>
                        <a:pt x="22339" y="87539"/>
                        <a:pt x="26436" y="89265"/>
                      </a:cubicBezTo>
                      <a:cubicBezTo>
                        <a:pt x="30534" y="91134"/>
                        <a:pt x="34505" y="91996"/>
                        <a:pt x="38477" y="91996"/>
                      </a:cubicBezTo>
                      <a:cubicBezTo>
                        <a:pt x="45306" y="91996"/>
                        <a:pt x="51632" y="90127"/>
                        <a:pt x="57347" y="86407"/>
                      </a:cubicBezTo>
                      <a:cubicBezTo>
                        <a:pt x="63062" y="82687"/>
                        <a:pt x="67645" y="77350"/>
                        <a:pt x="71257" y="70269"/>
                      </a:cubicBezTo>
                      <a:cubicBezTo>
                        <a:pt x="74726" y="63314"/>
                        <a:pt x="76469" y="54759"/>
                        <a:pt x="76595" y="44695"/>
                      </a:cubicBezTo>
                      <a:cubicBezTo>
                        <a:pt x="76595" y="31037"/>
                        <a:pt x="73611" y="20236"/>
                        <a:pt x="67663" y="12293"/>
                      </a:cubicBezTo>
                      <a:cubicBezTo>
                        <a:pt x="61696" y="4223"/>
                        <a:pt x="53142" y="126"/>
                        <a:pt x="41712" y="0"/>
                      </a:cubicBezTo>
                      <a:cubicBezTo>
                        <a:pt x="36626" y="126"/>
                        <a:pt x="31666" y="1366"/>
                        <a:pt x="26939" y="3720"/>
                      </a:cubicBezTo>
                      <a:cubicBezTo>
                        <a:pt x="22231" y="6074"/>
                        <a:pt x="17756" y="8932"/>
                        <a:pt x="13784" y="12293"/>
                      </a:cubicBezTo>
                      <a:lnTo>
                        <a:pt x="13281" y="12293"/>
                      </a:lnTo>
                      <a:lnTo>
                        <a:pt x="12041" y="2246"/>
                      </a:lnTo>
                      <a:lnTo>
                        <a:pt x="0" y="2246"/>
                      </a:lnTo>
                      <a:lnTo>
                        <a:pt x="0" y="126897"/>
                      </a:ln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2" name="任意多边形: 形状 51"/>
                <p:cNvSpPr/>
                <p:nvPr/>
              </p:nvSpPr>
              <p:spPr>
                <a:xfrm>
                  <a:off x="9429477" y="961965"/>
                  <a:ext cx="76594" cy="126897"/>
                </a:xfrm>
                <a:custGeom>
                  <a:avLst/>
                  <a:gdLst>
                    <a:gd name="connsiteX0" fmla="*/ 36123 w 76594"/>
                    <a:gd name="connsiteY0" fmla="*/ 79740 h 126897"/>
                    <a:gd name="connsiteX1" fmla="*/ 26185 w 76594"/>
                    <a:gd name="connsiteY1" fmla="*/ 77745 h 126897"/>
                    <a:gd name="connsiteX2" fmla="*/ 14647 w 76594"/>
                    <a:gd name="connsiteY2" fmla="*/ 70538 h 126897"/>
                    <a:gd name="connsiteX3" fmla="*/ 14647 w 76594"/>
                    <a:gd name="connsiteY3" fmla="*/ 24495 h 126897"/>
                    <a:gd name="connsiteX4" fmla="*/ 26813 w 76594"/>
                    <a:gd name="connsiteY4" fmla="*/ 15563 h 126897"/>
                    <a:gd name="connsiteX5" fmla="*/ 38225 w 76594"/>
                    <a:gd name="connsiteY5" fmla="*/ 12454 h 126897"/>
                    <a:gd name="connsiteX6" fmla="*/ 55981 w 76594"/>
                    <a:gd name="connsiteY6" fmla="*/ 21386 h 126897"/>
                    <a:gd name="connsiteX7" fmla="*/ 61319 w 76594"/>
                    <a:gd name="connsiteY7" fmla="*/ 44839 h 126897"/>
                    <a:gd name="connsiteX8" fmla="*/ 54112 w 76594"/>
                    <a:gd name="connsiteY8" fmla="*/ 70538 h 126897"/>
                    <a:gd name="connsiteX9" fmla="*/ 36123 w 76594"/>
                    <a:gd name="connsiteY9" fmla="*/ 79740 h 126897"/>
                    <a:gd name="connsiteX10" fmla="*/ 0 w 76594"/>
                    <a:gd name="connsiteY10" fmla="*/ 126897 h 126897"/>
                    <a:gd name="connsiteX11" fmla="*/ 14647 w 76594"/>
                    <a:gd name="connsiteY11" fmla="*/ 126897 h 126897"/>
                    <a:gd name="connsiteX12" fmla="*/ 14647 w 76594"/>
                    <a:gd name="connsiteY12" fmla="*/ 97100 h 126897"/>
                    <a:gd name="connsiteX13" fmla="*/ 14269 w 76594"/>
                    <a:gd name="connsiteY13" fmla="*/ 81824 h 126897"/>
                    <a:gd name="connsiteX14" fmla="*/ 26436 w 76594"/>
                    <a:gd name="connsiteY14" fmla="*/ 89265 h 126897"/>
                    <a:gd name="connsiteX15" fmla="*/ 38477 w 76594"/>
                    <a:gd name="connsiteY15" fmla="*/ 91996 h 126897"/>
                    <a:gd name="connsiteX16" fmla="*/ 57347 w 76594"/>
                    <a:gd name="connsiteY16" fmla="*/ 86407 h 126897"/>
                    <a:gd name="connsiteX17" fmla="*/ 71257 w 76594"/>
                    <a:gd name="connsiteY17" fmla="*/ 70269 h 126897"/>
                    <a:gd name="connsiteX18" fmla="*/ 76595 w 76594"/>
                    <a:gd name="connsiteY18" fmla="*/ 44695 h 126897"/>
                    <a:gd name="connsiteX19" fmla="*/ 67663 w 76594"/>
                    <a:gd name="connsiteY19" fmla="*/ 12293 h 126897"/>
                    <a:gd name="connsiteX20" fmla="*/ 41712 w 76594"/>
                    <a:gd name="connsiteY20" fmla="*/ 0 h 126897"/>
                    <a:gd name="connsiteX21" fmla="*/ 26939 w 76594"/>
                    <a:gd name="connsiteY21" fmla="*/ 3720 h 126897"/>
                    <a:gd name="connsiteX22" fmla="*/ 13784 w 76594"/>
                    <a:gd name="connsiteY22" fmla="*/ 12293 h 126897"/>
                    <a:gd name="connsiteX23" fmla="*/ 13281 w 76594"/>
                    <a:gd name="connsiteY23" fmla="*/ 12293 h 126897"/>
                    <a:gd name="connsiteX24" fmla="*/ 12041 w 76594"/>
                    <a:gd name="connsiteY24" fmla="*/ 2246 h 126897"/>
                    <a:gd name="connsiteX25" fmla="*/ 0 w 76594"/>
                    <a:gd name="connsiteY25" fmla="*/ 2246 h 126897"/>
                    <a:gd name="connsiteX26" fmla="*/ 0 w 76594"/>
                    <a:gd name="connsiteY26" fmla="*/ 126897 h 1268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76594" h="126897">
                      <a:moveTo>
                        <a:pt x="36123" y="79740"/>
                      </a:moveTo>
                      <a:cubicBezTo>
                        <a:pt x="33140" y="79866"/>
                        <a:pt x="29797" y="79111"/>
                        <a:pt x="26185" y="77745"/>
                      </a:cubicBezTo>
                      <a:cubicBezTo>
                        <a:pt x="22464" y="76253"/>
                        <a:pt x="18618" y="73899"/>
                        <a:pt x="14647" y="70538"/>
                      </a:cubicBezTo>
                      <a:lnTo>
                        <a:pt x="14647" y="24495"/>
                      </a:lnTo>
                      <a:cubicBezTo>
                        <a:pt x="18870" y="20649"/>
                        <a:pt x="22968" y="17540"/>
                        <a:pt x="26813" y="15563"/>
                      </a:cubicBezTo>
                      <a:cubicBezTo>
                        <a:pt x="30659" y="13461"/>
                        <a:pt x="34505" y="12454"/>
                        <a:pt x="38225" y="12454"/>
                      </a:cubicBezTo>
                      <a:cubicBezTo>
                        <a:pt x="46420" y="12580"/>
                        <a:pt x="52369" y="15563"/>
                        <a:pt x="55981" y="21386"/>
                      </a:cubicBezTo>
                      <a:cubicBezTo>
                        <a:pt x="59576" y="27227"/>
                        <a:pt x="61319" y="35045"/>
                        <a:pt x="61319" y="44839"/>
                      </a:cubicBezTo>
                      <a:cubicBezTo>
                        <a:pt x="61193" y="55892"/>
                        <a:pt x="58713" y="64446"/>
                        <a:pt x="54112" y="70538"/>
                      </a:cubicBezTo>
                      <a:cubicBezTo>
                        <a:pt x="49530" y="76631"/>
                        <a:pt x="43437" y="79614"/>
                        <a:pt x="36123" y="79740"/>
                      </a:cubicBezTo>
                      <a:close/>
                      <a:moveTo>
                        <a:pt x="0" y="126897"/>
                      </a:moveTo>
                      <a:lnTo>
                        <a:pt x="14647" y="126897"/>
                      </a:lnTo>
                      <a:lnTo>
                        <a:pt x="14647" y="97100"/>
                      </a:lnTo>
                      <a:lnTo>
                        <a:pt x="14269" y="81824"/>
                      </a:lnTo>
                      <a:cubicBezTo>
                        <a:pt x="18241" y="85059"/>
                        <a:pt x="22339" y="87539"/>
                        <a:pt x="26436" y="89265"/>
                      </a:cubicBezTo>
                      <a:cubicBezTo>
                        <a:pt x="30534" y="91134"/>
                        <a:pt x="34505" y="91996"/>
                        <a:pt x="38477" y="91996"/>
                      </a:cubicBezTo>
                      <a:cubicBezTo>
                        <a:pt x="45306" y="91996"/>
                        <a:pt x="51632" y="90127"/>
                        <a:pt x="57347" y="86407"/>
                      </a:cubicBezTo>
                      <a:cubicBezTo>
                        <a:pt x="63062" y="82687"/>
                        <a:pt x="67645" y="77350"/>
                        <a:pt x="71257" y="70269"/>
                      </a:cubicBezTo>
                      <a:cubicBezTo>
                        <a:pt x="74726" y="63314"/>
                        <a:pt x="76469" y="54759"/>
                        <a:pt x="76595" y="44695"/>
                      </a:cubicBezTo>
                      <a:cubicBezTo>
                        <a:pt x="76595" y="31037"/>
                        <a:pt x="73611" y="20236"/>
                        <a:pt x="67663" y="12293"/>
                      </a:cubicBezTo>
                      <a:cubicBezTo>
                        <a:pt x="61696" y="4223"/>
                        <a:pt x="53142" y="126"/>
                        <a:pt x="41712" y="0"/>
                      </a:cubicBezTo>
                      <a:cubicBezTo>
                        <a:pt x="36626" y="126"/>
                        <a:pt x="31666" y="1366"/>
                        <a:pt x="26939" y="3720"/>
                      </a:cubicBezTo>
                      <a:cubicBezTo>
                        <a:pt x="22231" y="6074"/>
                        <a:pt x="17756" y="8932"/>
                        <a:pt x="13784" y="12293"/>
                      </a:cubicBezTo>
                      <a:lnTo>
                        <a:pt x="13281" y="12293"/>
                      </a:lnTo>
                      <a:lnTo>
                        <a:pt x="12041" y="2246"/>
                      </a:lnTo>
                      <a:lnTo>
                        <a:pt x="0" y="2246"/>
                      </a:lnTo>
                      <a:lnTo>
                        <a:pt x="0" y="126897"/>
                      </a:ln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3" name="任意多边形: 形状 52"/>
                <p:cNvSpPr/>
                <p:nvPr/>
              </p:nvSpPr>
              <p:spPr>
                <a:xfrm>
                  <a:off x="9527744" y="939788"/>
                  <a:ext cx="54256" cy="114209"/>
                </a:xfrm>
                <a:custGeom>
                  <a:avLst/>
                  <a:gdLst>
                    <a:gd name="connsiteX0" fmla="*/ 38118 w 54256"/>
                    <a:gd name="connsiteY0" fmla="*/ 114209 h 114209"/>
                    <a:gd name="connsiteX1" fmla="*/ 46313 w 54256"/>
                    <a:gd name="connsiteY1" fmla="*/ 113221 h 114209"/>
                    <a:gd name="connsiteX2" fmla="*/ 54256 w 54256"/>
                    <a:gd name="connsiteY2" fmla="*/ 110992 h 114209"/>
                    <a:gd name="connsiteX3" fmla="*/ 51273 w 54256"/>
                    <a:gd name="connsiteY3" fmla="*/ 100066 h 114209"/>
                    <a:gd name="connsiteX4" fmla="*/ 46438 w 54256"/>
                    <a:gd name="connsiteY4" fmla="*/ 101557 h 114209"/>
                    <a:gd name="connsiteX5" fmla="*/ 41352 w 54256"/>
                    <a:gd name="connsiteY5" fmla="*/ 102294 h 114209"/>
                    <a:gd name="connsiteX6" fmla="*/ 30803 w 54256"/>
                    <a:gd name="connsiteY6" fmla="*/ 97819 h 114209"/>
                    <a:gd name="connsiteX7" fmla="*/ 27820 w 54256"/>
                    <a:gd name="connsiteY7" fmla="*/ 85275 h 114209"/>
                    <a:gd name="connsiteX8" fmla="*/ 27820 w 54256"/>
                    <a:gd name="connsiteY8" fmla="*/ 36374 h 114209"/>
                    <a:gd name="connsiteX9" fmla="*/ 51524 w 54256"/>
                    <a:gd name="connsiteY9" fmla="*/ 36374 h 114209"/>
                    <a:gd name="connsiteX10" fmla="*/ 51524 w 54256"/>
                    <a:gd name="connsiteY10" fmla="*/ 24459 h 114209"/>
                    <a:gd name="connsiteX11" fmla="*/ 27820 w 54256"/>
                    <a:gd name="connsiteY11" fmla="*/ 24459 h 114209"/>
                    <a:gd name="connsiteX12" fmla="*/ 27820 w 54256"/>
                    <a:gd name="connsiteY12" fmla="*/ 0 h 114209"/>
                    <a:gd name="connsiteX13" fmla="*/ 15527 w 54256"/>
                    <a:gd name="connsiteY13" fmla="*/ 0 h 114209"/>
                    <a:gd name="connsiteX14" fmla="*/ 13784 w 54256"/>
                    <a:gd name="connsiteY14" fmla="*/ 24459 h 114209"/>
                    <a:gd name="connsiteX15" fmla="*/ 0 w 54256"/>
                    <a:gd name="connsiteY15" fmla="*/ 25322 h 114209"/>
                    <a:gd name="connsiteX16" fmla="*/ 0 w 54256"/>
                    <a:gd name="connsiteY16" fmla="*/ 36374 h 114209"/>
                    <a:gd name="connsiteX17" fmla="*/ 13029 w 54256"/>
                    <a:gd name="connsiteY17" fmla="*/ 36374 h 114209"/>
                    <a:gd name="connsiteX18" fmla="*/ 13029 w 54256"/>
                    <a:gd name="connsiteY18" fmla="*/ 85023 h 114209"/>
                    <a:gd name="connsiteX19" fmla="*/ 18618 w 54256"/>
                    <a:gd name="connsiteY19" fmla="*/ 106122 h 114209"/>
                    <a:gd name="connsiteX20" fmla="*/ 38118 w 54256"/>
                    <a:gd name="connsiteY20" fmla="*/ 114209 h 1142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54256" h="114209">
                      <a:moveTo>
                        <a:pt x="38118" y="114209"/>
                      </a:moveTo>
                      <a:cubicBezTo>
                        <a:pt x="40723" y="114209"/>
                        <a:pt x="43455" y="113832"/>
                        <a:pt x="46313" y="113221"/>
                      </a:cubicBezTo>
                      <a:cubicBezTo>
                        <a:pt x="49044" y="112592"/>
                        <a:pt x="51650" y="111855"/>
                        <a:pt x="54256" y="110992"/>
                      </a:cubicBezTo>
                      <a:lnTo>
                        <a:pt x="51273" y="100066"/>
                      </a:lnTo>
                      <a:cubicBezTo>
                        <a:pt x="49781" y="100569"/>
                        <a:pt x="48164" y="101054"/>
                        <a:pt x="46438" y="101557"/>
                      </a:cubicBezTo>
                      <a:cubicBezTo>
                        <a:pt x="44569" y="102060"/>
                        <a:pt x="42970" y="102294"/>
                        <a:pt x="41352" y="102294"/>
                      </a:cubicBezTo>
                      <a:cubicBezTo>
                        <a:pt x="36267" y="102294"/>
                        <a:pt x="32780" y="100802"/>
                        <a:pt x="30803" y="97819"/>
                      </a:cubicBezTo>
                      <a:cubicBezTo>
                        <a:pt x="28700" y="94962"/>
                        <a:pt x="27694" y="90738"/>
                        <a:pt x="27820" y="85275"/>
                      </a:cubicBezTo>
                      <a:lnTo>
                        <a:pt x="27820" y="36374"/>
                      </a:lnTo>
                      <a:lnTo>
                        <a:pt x="51524" y="36374"/>
                      </a:lnTo>
                      <a:lnTo>
                        <a:pt x="51524" y="24459"/>
                      </a:lnTo>
                      <a:lnTo>
                        <a:pt x="27820" y="24459"/>
                      </a:lnTo>
                      <a:lnTo>
                        <a:pt x="27820" y="0"/>
                      </a:lnTo>
                      <a:lnTo>
                        <a:pt x="15527" y="0"/>
                      </a:lnTo>
                      <a:lnTo>
                        <a:pt x="13784" y="24459"/>
                      </a:lnTo>
                      <a:lnTo>
                        <a:pt x="0" y="25322"/>
                      </a:lnTo>
                      <a:lnTo>
                        <a:pt x="0" y="36374"/>
                      </a:lnTo>
                      <a:lnTo>
                        <a:pt x="13029" y="36374"/>
                      </a:lnTo>
                      <a:lnTo>
                        <a:pt x="13029" y="85023"/>
                      </a:lnTo>
                      <a:cubicBezTo>
                        <a:pt x="12904" y="93829"/>
                        <a:pt x="14773" y="100910"/>
                        <a:pt x="18618" y="106122"/>
                      </a:cubicBezTo>
                      <a:cubicBezTo>
                        <a:pt x="22339" y="111352"/>
                        <a:pt x="28808" y="114083"/>
                        <a:pt x="38118" y="114209"/>
                      </a:cubicBez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4" name="任意多边形: 形状 53"/>
                <p:cNvSpPr/>
                <p:nvPr/>
              </p:nvSpPr>
              <p:spPr>
                <a:xfrm>
                  <a:off x="9607474" y="962019"/>
                  <a:ext cx="120804" cy="89875"/>
                </a:xfrm>
                <a:custGeom>
                  <a:avLst/>
                  <a:gdLst>
                    <a:gd name="connsiteX0" fmla="*/ 36 w 120804"/>
                    <a:gd name="connsiteY0" fmla="*/ 89858 h 89875"/>
                    <a:gd name="connsiteX1" fmla="*/ 14683 w 120804"/>
                    <a:gd name="connsiteY1" fmla="*/ 89858 h 89875"/>
                    <a:gd name="connsiteX2" fmla="*/ 14683 w 120804"/>
                    <a:gd name="connsiteY2" fmla="*/ 26310 h 89875"/>
                    <a:gd name="connsiteX3" fmla="*/ 26220 w 120804"/>
                    <a:gd name="connsiteY3" fmla="*/ 16138 h 89875"/>
                    <a:gd name="connsiteX4" fmla="*/ 36770 w 120804"/>
                    <a:gd name="connsiteY4" fmla="*/ 12904 h 89875"/>
                    <a:gd name="connsiteX5" fmla="*/ 49062 w 120804"/>
                    <a:gd name="connsiteY5" fmla="*/ 18367 h 89875"/>
                    <a:gd name="connsiteX6" fmla="*/ 53034 w 120804"/>
                    <a:gd name="connsiteY6" fmla="*/ 36249 h 89875"/>
                    <a:gd name="connsiteX7" fmla="*/ 53034 w 120804"/>
                    <a:gd name="connsiteY7" fmla="*/ 89876 h 89875"/>
                    <a:gd name="connsiteX8" fmla="*/ 67807 w 120804"/>
                    <a:gd name="connsiteY8" fmla="*/ 89876 h 89875"/>
                    <a:gd name="connsiteX9" fmla="*/ 67807 w 120804"/>
                    <a:gd name="connsiteY9" fmla="*/ 26310 h 89875"/>
                    <a:gd name="connsiteX10" fmla="*/ 79344 w 120804"/>
                    <a:gd name="connsiteY10" fmla="*/ 16138 h 89875"/>
                    <a:gd name="connsiteX11" fmla="*/ 89894 w 120804"/>
                    <a:gd name="connsiteY11" fmla="*/ 12904 h 89875"/>
                    <a:gd name="connsiteX12" fmla="*/ 102186 w 120804"/>
                    <a:gd name="connsiteY12" fmla="*/ 18367 h 89875"/>
                    <a:gd name="connsiteX13" fmla="*/ 106158 w 120804"/>
                    <a:gd name="connsiteY13" fmla="*/ 36249 h 89875"/>
                    <a:gd name="connsiteX14" fmla="*/ 106158 w 120804"/>
                    <a:gd name="connsiteY14" fmla="*/ 89876 h 89875"/>
                    <a:gd name="connsiteX15" fmla="*/ 120805 w 120804"/>
                    <a:gd name="connsiteY15" fmla="*/ 89876 h 89875"/>
                    <a:gd name="connsiteX16" fmla="*/ 120805 w 120804"/>
                    <a:gd name="connsiteY16" fmla="*/ 34398 h 89875"/>
                    <a:gd name="connsiteX17" fmla="*/ 114353 w 120804"/>
                    <a:gd name="connsiteY17" fmla="*/ 8824 h 89875"/>
                    <a:gd name="connsiteX18" fmla="*/ 94243 w 120804"/>
                    <a:gd name="connsiteY18" fmla="*/ 18 h 89875"/>
                    <a:gd name="connsiteX19" fmla="*/ 79219 w 120804"/>
                    <a:gd name="connsiteY19" fmla="*/ 4727 h 89875"/>
                    <a:gd name="connsiteX20" fmla="*/ 65308 w 120804"/>
                    <a:gd name="connsiteY20" fmla="*/ 16767 h 89875"/>
                    <a:gd name="connsiteX21" fmla="*/ 56862 w 120804"/>
                    <a:gd name="connsiteY21" fmla="*/ 4475 h 89875"/>
                    <a:gd name="connsiteX22" fmla="*/ 41101 w 120804"/>
                    <a:gd name="connsiteY22" fmla="*/ 0 h 89875"/>
                    <a:gd name="connsiteX23" fmla="*/ 26328 w 120804"/>
                    <a:gd name="connsiteY23" fmla="*/ 4349 h 89875"/>
                    <a:gd name="connsiteX24" fmla="*/ 13784 w 120804"/>
                    <a:gd name="connsiteY24" fmla="*/ 15024 h 89875"/>
                    <a:gd name="connsiteX25" fmla="*/ 13281 w 120804"/>
                    <a:gd name="connsiteY25" fmla="*/ 15024 h 89875"/>
                    <a:gd name="connsiteX26" fmla="*/ 12041 w 120804"/>
                    <a:gd name="connsiteY26" fmla="*/ 2246 h 89875"/>
                    <a:gd name="connsiteX27" fmla="*/ 0 w 120804"/>
                    <a:gd name="connsiteY27" fmla="*/ 2246 h 89875"/>
                    <a:gd name="connsiteX28" fmla="*/ 0 w 120804"/>
                    <a:gd name="connsiteY28" fmla="*/ 89858 h 89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804" h="89875">
                      <a:moveTo>
                        <a:pt x="36" y="89858"/>
                      </a:moveTo>
                      <a:lnTo>
                        <a:pt x="14683" y="89858"/>
                      </a:lnTo>
                      <a:lnTo>
                        <a:pt x="14683" y="26310"/>
                      </a:lnTo>
                      <a:cubicBezTo>
                        <a:pt x="18654" y="21710"/>
                        <a:pt x="22626" y="18367"/>
                        <a:pt x="26220" y="16138"/>
                      </a:cubicBezTo>
                      <a:cubicBezTo>
                        <a:pt x="29941" y="14036"/>
                        <a:pt x="33427" y="12904"/>
                        <a:pt x="36770" y="12904"/>
                      </a:cubicBezTo>
                      <a:cubicBezTo>
                        <a:pt x="42359" y="12778"/>
                        <a:pt x="46456" y="14647"/>
                        <a:pt x="49062" y="18367"/>
                      </a:cubicBezTo>
                      <a:cubicBezTo>
                        <a:pt x="51794" y="22087"/>
                        <a:pt x="53160" y="28054"/>
                        <a:pt x="53034" y="36249"/>
                      </a:cubicBezTo>
                      <a:lnTo>
                        <a:pt x="53034" y="89876"/>
                      </a:lnTo>
                      <a:lnTo>
                        <a:pt x="67807" y="89876"/>
                      </a:lnTo>
                      <a:lnTo>
                        <a:pt x="67807" y="26310"/>
                      </a:lnTo>
                      <a:cubicBezTo>
                        <a:pt x="71904" y="21710"/>
                        <a:pt x="75750" y="18367"/>
                        <a:pt x="79344" y="16138"/>
                      </a:cubicBezTo>
                      <a:cubicBezTo>
                        <a:pt x="82939" y="14036"/>
                        <a:pt x="86551" y="12904"/>
                        <a:pt x="89894" y="12904"/>
                      </a:cubicBezTo>
                      <a:cubicBezTo>
                        <a:pt x="95357" y="12778"/>
                        <a:pt x="99580" y="14647"/>
                        <a:pt x="102186" y="18367"/>
                      </a:cubicBezTo>
                      <a:cubicBezTo>
                        <a:pt x="104918" y="22087"/>
                        <a:pt x="106158" y="28054"/>
                        <a:pt x="106158" y="36249"/>
                      </a:cubicBezTo>
                      <a:lnTo>
                        <a:pt x="106158" y="89876"/>
                      </a:lnTo>
                      <a:lnTo>
                        <a:pt x="120805" y="89876"/>
                      </a:lnTo>
                      <a:lnTo>
                        <a:pt x="120805" y="34398"/>
                      </a:lnTo>
                      <a:cubicBezTo>
                        <a:pt x="120805" y="23093"/>
                        <a:pt x="118702" y="14539"/>
                        <a:pt x="114353" y="8824"/>
                      </a:cubicBezTo>
                      <a:cubicBezTo>
                        <a:pt x="109878" y="2983"/>
                        <a:pt x="103175" y="18"/>
                        <a:pt x="94243" y="18"/>
                      </a:cubicBezTo>
                      <a:cubicBezTo>
                        <a:pt x="88905" y="144"/>
                        <a:pt x="83945" y="1635"/>
                        <a:pt x="79219" y="4727"/>
                      </a:cubicBezTo>
                      <a:cubicBezTo>
                        <a:pt x="74384" y="7710"/>
                        <a:pt x="69784" y="11807"/>
                        <a:pt x="65308" y="16767"/>
                      </a:cubicBezTo>
                      <a:cubicBezTo>
                        <a:pt x="63565" y="11556"/>
                        <a:pt x="60834" y="7458"/>
                        <a:pt x="56862" y="4475"/>
                      </a:cubicBezTo>
                      <a:cubicBezTo>
                        <a:pt x="53016" y="1617"/>
                        <a:pt x="47804" y="0"/>
                        <a:pt x="41101" y="0"/>
                      </a:cubicBezTo>
                      <a:cubicBezTo>
                        <a:pt x="35889" y="126"/>
                        <a:pt x="30929" y="1492"/>
                        <a:pt x="26328" y="4349"/>
                      </a:cubicBezTo>
                      <a:cubicBezTo>
                        <a:pt x="21853" y="7207"/>
                        <a:pt x="17648" y="10675"/>
                        <a:pt x="13784" y="15024"/>
                      </a:cubicBezTo>
                      <a:lnTo>
                        <a:pt x="13281" y="15024"/>
                      </a:lnTo>
                      <a:lnTo>
                        <a:pt x="12041" y="2246"/>
                      </a:lnTo>
                      <a:lnTo>
                        <a:pt x="0" y="2246"/>
                      </a:lnTo>
                      <a:lnTo>
                        <a:pt x="0" y="89858"/>
                      </a:ln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5" name="任意多边形: 形状 54"/>
                <p:cNvSpPr/>
                <p:nvPr/>
              </p:nvSpPr>
              <p:spPr>
                <a:xfrm>
                  <a:off x="9755012" y="962037"/>
                  <a:ext cx="81321" cy="91960"/>
                </a:xfrm>
                <a:custGeom>
                  <a:avLst/>
                  <a:gdLst>
                    <a:gd name="connsiteX0" fmla="*/ 40723 w 81321"/>
                    <a:gd name="connsiteY0" fmla="*/ 79668 h 91960"/>
                    <a:gd name="connsiteX1" fmla="*/ 22356 w 81321"/>
                    <a:gd name="connsiteY1" fmla="*/ 70484 h 91960"/>
                    <a:gd name="connsiteX2" fmla="*/ 15402 w 81321"/>
                    <a:gd name="connsiteY2" fmla="*/ 46151 h 91960"/>
                    <a:gd name="connsiteX3" fmla="*/ 22356 w 81321"/>
                    <a:gd name="connsiteY3" fmla="*/ 21566 h 91960"/>
                    <a:gd name="connsiteX4" fmla="*/ 40723 w 81321"/>
                    <a:gd name="connsiteY4" fmla="*/ 12257 h 91960"/>
                    <a:gd name="connsiteX5" fmla="*/ 59090 w 81321"/>
                    <a:gd name="connsiteY5" fmla="*/ 21566 h 91960"/>
                    <a:gd name="connsiteX6" fmla="*/ 66171 w 81321"/>
                    <a:gd name="connsiteY6" fmla="*/ 46151 h 91960"/>
                    <a:gd name="connsiteX7" fmla="*/ 59090 w 81321"/>
                    <a:gd name="connsiteY7" fmla="*/ 70484 h 91960"/>
                    <a:gd name="connsiteX8" fmla="*/ 40723 w 81321"/>
                    <a:gd name="connsiteY8" fmla="*/ 79668 h 91960"/>
                    <a:gd name="connsiteX9" fmla="*/ 40723 w 81321"/>
                    <a:gd name="connsiteY9" fmla="*/ 91960 h 91960"/>
                    <a:gd name="connsiteX10" fmla="*/ 60834 w 81321"/>
                    <a:gd name="connsiteY10" fmla="*/ 86497 h 91960"/>
                    <a:gd name="connsiteX11" fmla="*/ 75606 w 81321"/>
                    <a:gd name="connsiteY11" fmla="*/ 70862 h 91960"/>
                    <a:gd name="connsiteX12" fmla="*/ 81321 w 81321"/>
                    <a:gd name="connsiteY12" fmla="*/ 46169 h 91960"/>
                    <a:gd name="connsiteX13" fmla="*/ 75606 w 81321"/>
                    <a:gd name="connsiteY13" fmla="*/ 21224 h 91960"/>
                    <a:gd name="connsiteX14" fmla="*/ 60834 w 81321"/>
                    <a:gd name="connsiteY14" fmla="*/ 5463 h 91960"/>
                    <a:gd name="connsiteX15" fmla="*/ 40723 w 81321"/>
                    <a:gd name="connsiteY15" fmla="*/ 0 h 91960"/>
                    <a:gd name="connsiteX16" fmla="*/ 20613 w 81321"/>
                    <a:gd name="connsiteY16" fmla="*/ 5463 h 91960"/>
                    <a:gd name="connsiteX17" fmla="*/ 5841 w 81321"/>
                    <a:gd name="connsiteY17" fmla="*/ 21224 h 91960"/>
                    <a:gd name="connsiteX18" fmla="*/ 0 w 81321"/>
                    <a:gd name="connsiteY18" fmla="*/ 46169 h 91960"/>
                    <a:gd name="connsiteX19" fmla="*/ 5841 w 81321"/>
                    <a:gd name="connsiteY19" fmla="*/ 70862 h 91960"/>
                    <a:gd name="connsiteX20" fmla="*/ 20613 w 81321"/>
                    <a:gd name="connsiteY20" fmla="*/ 86497 h 91960"/>
                    <a:gd name="connsiteX21" fmla="*/ 40723 w 81321"/>
                    <a:gd name="connsiteY21" fmla="*/ 91960 h 919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81321" h="91960">
                      <a:moveTo>
                        <a:pt x="40723" y="79668"/>
                      </a:moveTo>
                      <a:cubicBezTo>
                        <a:pt x="33032" y="79542"/>
                        <a:pt x="26939" y="76433"/>
                        <a:pt x="22356" y="70484"/>
                      </a:cubicBezTo>
                      <a:cubicBezTo>
                        <a:pt x="17756" y="64410"/>
                        <a:pt x="15527" y="56341"/>
                        <a:pt x="15402" y="46151"/>
                      </a:cubicBezTo>
                      <a:cubicBezTo>
                        <a:pt x="15527" y="35853"/>
                        <a:pt x="17756" y="27658"/>
                        <a:pt x="22356" y="21566"/>
                      </a:cubicBezTo>
                      <a:cubicBezTo>
                        <a:pt x="26957" y="15473"/>
                        <a:pt x="33032" y="12382"/>
                        <a:pt x="40723" y="12257"/>
                      </a:cubicBezTo>
                      <a:cubicBezTo>
                        <a:pt x="48415" y="12382"/>
                        <a:pt x="54508" y="15491"/>
                        <a:pt x="59090" y="21566"/>
                      </a:cubicBezTo>
                      <a:cubicBezTo>
                        <a:pt x="63691" y="27640"/>
                        <a:pt x="66045" y="35835"/>
                        <a:pt x="66171" y="46151"/>
                      </a:cubicBezTo>
                      <a:cubicBezTo>
                        <a:pt x="66045" y="56323"/>
                        <a:pt x="63691" y="64392"/>
                        <a:pt x="59090" y="70484"/>
                      </a:cubicBezTo>
                      <a:cubicBezTo>
                        <a:pt x="54508" y="76433"/>
                        <a:pt x="48415" y="79542"/>
                        <a:pt x="40723" y="79668"/>
                      </a:cubicBezTo>
                      <a:close/>
                      <a:moveTo>
                        <a:pt x="40723" y="91960"/>
                      </a:moveTo>
                      <a:cubicBezTo>
                        <a:pt x="47930" y="91960"/>
                        <a:pt x="54633" y="90091"/>
                        <a:pt x="60834" y="86497"/>
                      </a:cubicBezTo>
                      <a:cubicBezTo>
                        <a:pt x="66908" y="82903"/>
                        <a:pt x="71886" y="77691"/>
                        <a:pt x="75606" y="70862"/>
                      </a:cubicBezTo>
                      <a:cubicBezTo>
                        <a:pt x="79326" y="64158"/>
                        <a:pt x="81321" y="55838"/>
                        <a:pt x="81321" y="46169"/>
                      </a:cubicBezTo>
                      <a:cubicBezTo>
                        <a:pt x="81321" y="36356"/>
                        <a:pt x="79326" y="28054"/>
                        <a:pt x="75606" y="21224"/>
                      </a:cubicBezTo>
                      <a:cubicBezTo>
                        <a:pt x="71886" y="14269"/>
                        <a:pt x="66926" y="9058"/>
                        <a:pt x="60834" y="5463"/>
                      </a:cubicBezTo>
                      <a:cubicBezTo>
                        <a:pt x="54633" y="1869"/>
                        <a:pt x="47930" y="0"/>
                        <a:pt x="40723" y="0"/>
                      </a:cubicBezTo>
                      <a:cubicBezTo>
                        <a:pt x="33409" y="0"/>
                        <a:pt x="26706" y="1869"/>
                        <a:pt x="20613" y="5463"/>
                      </a:cubicBezTo>
                      <a:cubicBezTo>
                        <a:pt x="14539" y="9058"/>
                        <a:pt x="9561" y="14269"/>
                        <a:pt x="5841" y="21224"/>
                      </a:cubicBezTo>
                      <a:cubicBezTo>
                        <a:pt x="2121" y="28054"/>
                        <a:pt x="126" y="36374"/>
                        <a:pt x="0" y="46169"/>
                      </a:cubicBezTo>
                      <a:cubicBezTo>
                        <a:pt x="126" y="55856"/>
                        <a:pt x="2103" y="64158"/>
                        <a:pt x="5841" y="70862"/>
                      </a:cubicBezTo>
                      <a:cubicBezTo>
                        <a:pt x="9561" y="77691"/>
                        <a:pt x="14521" y="82903"/>
                        <a:pt x="20613" y="86497"/>
                      </a:cubicBezTo>
                      <a:cubicBezTo>
                        <a:pt x="26706" y="90091"/>
                        <a:pt x="33409" y="91960"/>
                        <a:pt x="40723" y="91960"/>
                      </a:cubicBez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6" name="任意多边形: 形状 55"/>
                <p:cNvSpPr/>
                <p:nvPr/>
              </p:nvSpPr>
              <p:spPr>
                <a:xfrm>
                  <a:off x="9863443" y="923380"/>
                  <a:ext cx="76558" cy="130617"/>
                </a:xfrm>
                <a:custGeom>
                  <a:avLst/>
                  <a:gdLst>
                    <a:gd name="connsiteX0" fmla="*/ 36087 w 76558"/>
                    <a:gd name="connsiteY0" fmla="*/ 118325 h 130617"/>
                    <a:gd name="connsiteX1" fmla="*/ 26041 w 76558"/>
                    <a:gd name="connsiteY1" fmla="*/ 116330 h 130617"/>
                    <a:gd name="connsiteX2" fmla="*/ 14629 w 76558"/>
                    <a:gd name="connsiteY2" fmla="*/ 109123 h 130617"/>
                    <a:gd name="connsiteX3" fmla="*/ 14629 w 76558"/>
                    <a:gd name="connsiteY3" fmla="*/ 63080 h 130617"/>
                    <a:gd name="connsiteX4" fmla="*/ 26795 w 76558"/>
                    <a:gd name="connsiteY4" fmla="*/ 54148 h 130617"/>
                    <a:gd name="connsiteX5" fmla="*/ 38207 w 76558"/>
                    <a:gd name="connsiteY5" fmla="*/ 51039 h 130617"/>
                    <a:gd name="connsiteX6" fmla="*/ 55963 w 76558"/>
                    <a:gd name="connsiteY6" fmla="*/ 59971 h 130617"/>
                    <a:gd name="connsiteX7" fmla="*/ 61301 w 76558"/>
                    <a:gd name="connsiteY7" fmla="*/ 83424 h 130617"/>
                    <a:gd name="connsiteX8" fmla="*/ 54094 w 76558"/>
                    <a:gd name="connsiteY8" fmla="*/ 109123 h 130617"/>
                    <a:gd name="connsiteX9" fmla="*/ 36087 w 76558"/>
                    <a:gd name="connsiteY9" fmla="*/ 118325 h 130617"/>
                    <a:gd name="connsiteX10" fmla="*/ 38441 w 76558"/>
                    <a:gd name="connsiteY10" fmla="*/ 130617 h 130617"/>
                    <a:gd name="connsiteX11" fmla="*/ 57311 w 76558"/>
                    <a:gd name="connsiteY11" fmla="*/ 125028 h 130617"/>
                    <a:gd name="connsiteX12" fmla="*/ 71221 w 76558"/>
                    <a:gd name="connsiteY12" fmla="*/ 108890 h 130617"/>
                    <a:gd name="connsiteX13" fmla="*/ 76559 w 76558"/>
                    <a:gd name="connsiteY13" fmla="*/ 83190 h 130617"/>
                    <a:gd name="connsiteX14" fmla="*/ 67627 w 76558"/>
                    <a:gd name="connsiteY14" fmla="*/ 50788 h 130617"/>
                    <a:gd name="connsiteX15" fmla="*/ 41568 w 76558"/>
                    <a:gd name="connsiteY15" fmla="*/ 38621 h 130617"/>
                    <a:gd name="connsiteX16" fmla="*/ 27173 w 76558"/>
                    <a:gd name="connsiteY16" fmla="*/ 42215 h 130617"/>
                    <a:gd name="connsiteX17" fmla="*/ 14144 w 76558"/>
                    <a:gd name="connsiteY17" fmla="*/ 51021 h 130617"/>
                    <a:gd name="connsiteX18" fmla="*/ 14647 w 76558"/>
                    <a:gd name="connsiteY18" fmla="*/ 35260 h 130617"/>
                    <a:gd name="connsiteX19" fmla="*/ 14647 w 76558"/>
                    <a:gd name="connsiteY19" fmla="*/ 0 h 130617"/>
                    <a:gd name="connsiteX20" fmla="*/ 0 w 76558"/>
                    <a:gd name="connsiteY20" fmla="*/ 0 h 130617"/>
                    <a:gd name="connsiteX21" fmla="*/ 0 w 76558"/>
                    <a:gd name="connsiteY21" fmla="*/ 128479 h 130617"/>
                    <a:gd name="connsiteX22" fmla="*/ 11664 w 76558"/>
                    <a:gd name="connsiteY22" fmla="*/ 128479 h 130617"/>
                    <a:gd name="connsiteX23" fmla="*/ 13029 w 76558"/>
                    <a:gd name="connsiteY23" fmla="*/ 119421 h 130617"/>
                    <a:gd name="connsiteX24" fmla="*/ 13532 w 76558"/>
                    <a:gd name="connsiteY24" fmla="*/ 119421 h 130617"/>
                    <a:gd name="connsiteX25" fmla="*/ 25951 w 76558"/>
                    <a:gd name="connsiteY25" fmla="*/ 127616 h 130617"/>
                    <a:gd name="connsiteX26" fmla="*/ 38441 w 76558"/>
                    <a:gd name="connsiteY26" fmla="*/ 130617 h 1306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76558" h="130617">
                      <a:moveTo>
                        <a:pt x="36087" y="118325"/>
                      </a:moveTo>
                      <a:cubicBezTo>
                        <a:pt x="33103" y="118450"/>
                        <a:pt x="29761" y="117696"/>
                        <a:pt x="26041" y="116330"/>
                      </a:cubicBezTo>
                      <a:cubicBezTo>
                        <a:pt x="22321" y="114838"/>
                        <a:pt x="18475" y="112484"/>
                        <a:pt x="14629" y="109123"/>
                      </a:cubicBezTo>
                      <a:lnTo>
                        <a:pt x="14629" y="63080"/>
                      </a:lnTo>
                      <a:cubicBezTo>
                        <a:pt x="18852" y="59234"/>
                        <a:pt x="22824" y="56125"/>
                        <a:pt x="26795" y="54148"/>
                      </a:cubicBezTo>
                      <a:cubicBezTo>
                        <a:pt x="30641" y="52046"/>
                        <a:pt x="34487" y="51039"/>
                        <a:pt x="38207" y="51039"/>
                      </a:cubicBezTo>
                      <a:cubicBezTo>
                        <a:pt x="46402" y="51165"/>
                        <a:pt x="52351" y="54148"/>
                        <a:pt x="55963" y="59971"/>
                      </a:cubicBezTo>
                      <a:cubicBezTo>
                        <a:pt x="59557" y="65812"/>
                        <a:pt x="61301" y="73629"/>
                        <a:pt x="61301" y="83424"/>
                      </a:cubicBezTo>
                      <a:cubicBezTo>
                        <a:pt x="61175" y="94476"/>
                        <a:pt x="58695" y="103031"/>
                        <a:pt x="54094" y="109123"/>
                      </a:cubicBezTo>
                      <a:cubicBezTo>
                        <a:pt x="49493" y="115216"/>
                        <a:pt x="43401" y="118199"/>
                        <a:pt x="36087" y="118325"/>
                      </a:cubicBezTo>
                      <a:close/>
                      <a:moveTo>
                        <a:pt x="38441" y="130617"/>
                      </a:moveTo>
                      <a:cubicBezTo>
                        <a:pt x="45270" y="130617"/>
                        <a:pt x="51596" y="128748"/>
                        <a:pt x="57311" y="125028"/>
                      </a:cubicBezTo>
                      <a:cubicBezTo>
                        <a:pt x="63026" y="121308"/>
                        <a:pt x="67609" y="115970"/>
                        <a:pt x="71221" y="108890"/>
                      </a:cubicBezTo>
                      <a:cubicBezTo>
                        <a:pt x="74690" y="101809"/>
                        <a:pt x="76433" y="93254"/>
                        <a:pt x="76559" y="83190"/>
                      </a:cubicBezTo>
                      <a:cubicBezTo>
                        <a:pt x="76559" y="69532"/>
                        <a:pt x="73575" y="58857"/>
                        <a:pt x="67627" y="50788"/>
                      </a:cubicBezTo>
                      <a:cubicBezTo>
                        <a:pt x="61660" y="42844"/>
                        <a:pt x="52980" y="38747"/>
                        <a:pt x="41568" y="38621"/>
                      </a:cubicBezTo>
                      <a:cubicBezTo>
                        <a:pt x="36734" y="38747"/>
                        <a:pt x="31881" y="39861"/>
                        <a:pt x="27173" y="42215"/>
                      </a:cubicBezTo>
                      <a:cubicBezTo>
                        <a:pt x="22464" y="44569"/>
                        <a:pt x="18115" y="47427"/>
                        <a:pt x="14144" y="51021"/>
                      </a:cubicBezTo>
                      <a:lnTo>
                        <a:pt x="14647" y="35260"/>
                      </a:lnTo>
                      <a:lnTo>
                        <a:pt x="14647" y="0"/>
                      </a:lnTo>
                      <a:lnTo>
                        <a:pt x="0" y="0"/>
                      </a:lnTo>
                      <a:lnTo>
                        <a:pt x="0" y="128479"/>
                      </a:lnTo>
                      <a:lnTo>
                        <a:pt x="11664" y="128479"/>
                      </a:lnTo>
                      <a:lnTo>
                        <a:pt x="13029" y="119421"/>
                      </a:lnTo>
                      <a:lnTo>
                        <a:pt x="13532" y="119421"/>
                      </a:lnTo>
                      <a:cubicBezTo>
                        <a:pt x="17378" y="123015"/>
                        <a:pt x="21602" y="125747"/>
                        <a:pt x="25951" y="127616"/>
                      </a:cubicBezTo>
                      <a:cubicBezTo>
                        <a:pt x="30120" y="129611"/>
                        <a:pt x="34344" y="130617"/>
                        <a:pt x="38441" y="130617"/>
                      </a:cubicBez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7" name="任意多边形: 形状 56"/>
                <p:cNvSpPr/>
                <p:nvPr/>
              </p:nvSpPr>
              <p:spPr>
                <a:xfrm>
                  <a:off x="9959492" y="962019"/>
                  <a:ext cx="68651" cy="91978"/>
                </a:xfrm>
                <a:custGeom>
                  <a:avLst/>
                  <a:gdLst>
                    <a:gd name="connsiteX0" fmla="*/ 29922 w 68651"/>
                    <a:gd name="connsiteY0" fmla="*/ 80171 h 91978"/>
                    <a:gd name="connsiteX1" fmla="*/ 18870 w 68651"/>
                    <a:gd name="connsiteY1" fmla="*/ 76936 h 91978"/>
                    <a:gd name="connsiteX2" fmla="*/ 14395 w 68651"/>
                    <a:gd name="connsiteY2" fmla="*/ 66135 h 91978"/>
                    <a:gd name="connsiteX3" fmla="*/ 23075 w 68651"/>
                    <a:gd name="connsiteY3" fmla="*/ 52117 h 91978"/>
                    <a:gd name="connsiteX4" fmla="*/ 53986 w 68651"/>
                    <a:gd name="connsiteY4" fmla="*/ 44048 h 91978"/>
                    <a:gd name="connsiteX5" fmla="*/ 53986 w 68651"/>
                    <a:gd name="connsiteY5" fmla="*/ 68508 h 91978"/>
                    <a:gd name="connsiteX6" fmla="*/ 41945 w 68651"/>
                    <a:gd name="connsiteY6" fmla="*/ 77188 h 91978"/>
                    <a:gd name="connsiteX7" fmla="*/ 29922 w 68651"/>
                    <a:gd name="connsiteY7" fmla="*/ 80171 h 91978"/>
                    <a:gd name="connsiteX8" fmla="*/ 25699 w 68651"/>
                    <a:gd name="connsiteY8" fmla="*/ 91978 h 91978"/>
                    <a:gd name="connsiteX9" fmla="*/ 41083 w 68651"/>
                    <a:gd name="connsiteY9" fmla="*/ 88258 h 91978"/>
                    <a:gd name="connsiteX10" fmla="*/ 54741 w 68651"/>
                    <a:gd name="connsiteY10" fmla="*/ 79452 h 91978"/>
                    <a:gd name="connsiteX11" fmla="*/ 55244 w 68651"/>
                    <a:gd name="connsiteY11" fmla="*/ 79452 h 91978"/>
                    <a:gd name="connsiteX12" fmla="*/ 56484 w 68651"/>
                    <a:gd name="connsiteY12" fmla="*/ 89876 h 91978"/>
                    <a:gd name="connsiteX13" fmla="*/ 68651 w 68651"/>
                    <a:gd name="connsiteY13" fmla="*/ 89876 h 91978"/>
                    <a:gd name="connsiteX14" fmla="*/ 68651 w 68651"/>
                    <a:gd name="connsiteY14" fmla="*/ 35997 h 91978"/>
                    <a:gd name="connsiteX15" fmla="*/ 61445 w 68651"/>
                    <a:gd name="connsiteY15" fmla="*/ 9938 h 91978"/>
                    <a:gd name="connsiteX16" fmla="*/ 38351 w 68651"/>
                    <a:gd name="connsiteY16" fmla="*/ 0 h 91978"/>
                    <a:gd name="connsiteX17" fmla="*/ 18744 w 68651"/>
                    <a:gd name="connsiteY17" fmla="*/ 3720 h 91978"/>
                    <a:gd name="connsiteX18" fmla="*/ 3720 w 68651"/>
                    <a:gd name="connsiteY18" fmla="*/ 11412 h 91978"/>
                    <a:gd name="connsiteX19" fmla="*/ 9561 w 68651"/>
                    <a:gd name="connsiteY19" fmla="*/ 21584 h 91978"/>
                    <a:gd name="connsiteX20" fmla="*/ 21476 w 68651"/>
                    <a:gd name="connsiteY20" fmla="*/ 15132 h 91978"/>
                    <a:gd name="connsiteX21" fmla="*/ 35871 w 68651"/>
                    <a:gd name="connsiteY21" fmla="*/ 12275 h 91978"/>
                    <a:gd name="connsiteX22" fmla="*/ 50266 w 68651"/>
                    <a:gd name="connsiteY22" fmla="*/ 19104 h 91978"/>
                    <a:gd name="connsiteX23" fmla="*/ 53986 w 68651"/>
                    <a:gd name="connsiteY23" fmla="*/ 34380 h 91978"/>
                    <a:gd name="connsiteX24" fmla="*/ 13029 w 68651"/>
                    <a:gd name="connsiteY24" fmla="*/ 45180 h 91978"/>
                    <a:gd name="connsiteX25" fmla="*/ 0 w 68651"/>
                    <a:gd name="connsiteY25" fmla="*/ 67160 h 91978"/>
                    <a:gd name="connsiteX26" fmla="*/ 7332 w 68651"/>
                    <a:gd name="connsiteY26" fmla="*/ 85527 h 91978"/>
                    <a:gd name="connsiteX27" fmla="*/ 25699 w 68651"/>
                    <a:gd name="connsiteY27" fmla="*/ 91978 h 919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68651" h="91978">
                      <a:moveTo>
                        <a:pt x="29922" y="80171"/>
                      </a:moveTo>
                      <a:cubicBezTo>
                        <a:pt x="25448" y="80171"/>
                        <a:pt x="21728" y="79183"/>
                        <a:pt x="18870" y="76936"/>
                      </a:cubicBezTo>
                      <a:cubicBezTo>
                        <a:pt x="16012" y="74708"/>
                        <a:pt x="14521" y="71095"/>
                        <a:pt x="14395" y="66135"/>
                      </a:cubicBezTo>
                      <a:cubicBezTo>
                        <a:pt x="14144" y="60420"/>
                        <a:pt x="17127" y="55838"/>
                        <a:pt x="23075" y="52117"/>
                      </a:cubicBezTo>
                      <a:cubicBezTo>
                        <a:pt x="29042" y="48523"/>
                        <a:pt x="39339" y="45792"/>
                        <a:pt x="53986" y="44048"/>
                      </a:cubicBezTo>
                      <a:lnTo>
                        <a:pt x="53986" y="68508"/>
                      </a:lnTo>
                      <a:cubicBezTo>
                        <a:pt x="49763" y="72353"/>
                        <a:pt x="45666" y="75211"/>
                        <a:pt x="41945" y="77188"/>
                      </a:cubicBezTo>
                      <a:cubicBezTo>
                        <a:pt x="38118" y="79183"/>
                        <a:pt x="34146" y="80171"/>
                        <a:pt x="29922" y="80171"/>
                      </a:cubicBezTo>
                      <a:close/>
                      <a:moveTo>
                        <a:pt x="25699" y="91978"/>
                      </a:moveTo>
                      <a:cubicBezTo>
                        <a:pt x="31163" y="91853"/>
                        <a:pt x="36248" y="90613"/>
                        <a:pt x="41083" y="88258"/>
                      </a:cubicBezTo>
                      <a:cubicBezTo>
                        <a:pt x="46043" y="85904"/>
                        <a:pt x="50518" y="82921"/>
                        <a:pt x="54741" y="79452"/>
                      </a:cubicBezTo>
                      <a:lnTo>
                        <a:pt x="55244" y="79452"/>
                      </a:lnTo>
                      <a:lnTo>
                        <a:pt x="56484" y="89876"/>
                      </a:lnTo>
                      <a:lnTo>
                        <a:pt x="68651" y="89876"/>
                      </a:lnTo>
                      <a:lnTo>
                        <a:pt x="68651" y="35997"/>
                      </a:lnTo>
                      <a:cubicBezTo>
                        <a:pt x="68651" y="24945"/>
                        <a:pt x="66297" y="16264"/>
                        <a:pt x="61445" y="9938"/>
                      </a:cubicBezTo>
                      <a:cubicBezTo>
                        <a:pt x="56610" y="3486"/>
                        <a:pt x="48900" y="126"/>
                        <a:pt x="38351" y="0"/>
                      </a:cubicBezTo>
                      <a:cubicBezTo>
                        <a:pt x="31145" y="126"/>
                        <a:pt x="24693" y="1366"/>
                        <a:pt x="18744" y="3720"/>
                      </a:cubicBezTo>
                      <a:cubicBezTo>
                        <a:pt x="12903" y="6200"/>
                        <a:pt x="7818" y="8680"/>
                        <a:pt x="3720" y="11412"/>
                      </a:cubicBezTo>
                      <a:lnTo>
                        <a:pt x="9561" y="21584"/>
                      </a:lnTo>
                      <a:cubicBezTo>
                        <a:pt x="13029" y="19104"/>
                        <a:pt x="17001" y="16983"/>
                        <a:pt x="21476" y="15132"/>
                      </a:cubicBezTo>
                      <a:cubicBezTo>
                        <a:pt x="25951" y="13263"/>
                        <a:pt x="30785" y="12275"/>
                        <a:pt x="35871" y="12275"/>
                      </a:cubicBezTo>
                      <a:cubicBezTo>
                        <a:pt x="42952" y="12400"/>
                        <a:pt x="47660" y="14755"/>
                        <a:pt x="50266" y="19104"/>
                      </a:cubicBezTo>
                      <a:cubicBezTo>
                        <a:pt x="52872" y="23327"/>
                        <a:pt x="54112" y="28413"/>
                        <a:pt x="53986" y="34380"/>
                      </a:cubicBezTo>
                      <a:cubicBezTo>
                        <a:pt x="35368" y="36374"/>
                        <a:pt x="21710" y="39969"/>
                        <a:pt x="13029" y="45180"/>
                      </a:cubicBezTo>
                      <a:cubicBezTo>
                        <a:pt x="4349" y="50392"/>
                        <a:pt x="0" y="57725"/>
                        <a:pt x="0" y="67160"/>
                      </a:cubicBezTo>
                      <a:cubicBezTo>
                        <a:pt x="251" y="75103"/>
                        <a:pt x="2606" y="81177"/>
                        <a:pt x="7332" y="85527"/>
                      </a:cubicBezTo>
                      <a:cubicBezTo>
                        <a:pt x="12059" y="89732"/>
                        <a:pt x="18259" y="91853"/>
                        <a:pt x="25699" y="91978"/>
                      </a:cubicBez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8" name="任意多边形: 形状 57"/>
                <p:cNvSpPr/>
                <p:nvPr/>
              </p:nvSpPr>
              <p:spPr>
                <a:xfrm>
                  <a:off x="10057249" y="962055"/>
                  <a:ext cx="70017" cy="89857"/>
                </a:xfrm>
                <a:custGeom>
                  <a:avLst/>
                  <a:gdLst>
                    <a:gd name="connsiteX0" fmla="*/ 0 w 70017"/>
                    <a:gd name="connsiteY0" fmla="*/ 89822 h 89857"/>
                    <a:gd name="connsiteX1" fmla="*/ 14647 w 70017"/>
                    <a:gd name="connsiteY1" fmla="*/ 89822 h 89857"/>
                    <a:gd name="connsiteX2" fmla="*/ 14647 w 70017"/>
                    <a:gd name="connsiteY2" fmla="*/ 26274 h 89857"/>
                    <a:gd name="connsiteX3" fmla="*/ 26562 w 70017"/>
                    <a:gd name="connsiteY3" fmla="*/ 16228 h 89857"/>
                    <a:gd name="connsiteX4" fmla="*/ 38729 w 70017"/>
                    <a:gd name="connsiteY4" fmla="*/ 12886 h 89857"/>
                    <a:gd name="connsiteX5" fmla="*/ 51399 w 70017"/>
                    <a:gd name="connsiteY5" fmla="*/ 18349 h 89857"/>
                    <a:gd name="connsiteX6" fmla="*/ 55370 w 70017"/>
                    <a:gd name="connsiteY6" fmla="*/ 36231 h 89857"/>
                    <a:gd name="connsiteX7" fmla="*/ 55370 w 70017"/>
                    <a:gd name="connsiteY7" fmla="*/ 89858 h 89857"/>
                    <a:gd name="connsiteX8" fmla="*/ 70017 w 70017"/>
                    <a:gd name="connsiteY8" fmla="*/ 89858 h 89857"/>
                    <a:gd name="connsiteX9" fmla="*/ 70017 w 70017"/>
                    <a:gd name="connsiteY9" fmla="*/ 34380 h 89857"/>
                    <a:gd name="connsiteX10" fmla="*/ 63439 w 70017"/>
                    <a:gd name="connsiteY10" fmla="*/ 8806 h 89857"/>
                    <a:gd name="connsiteX11" fmla="*/ 43203 w 70017"/>
                    <a:gd name="connsiteY11" fmla="*/ 0 h 89857"/>
                    <a:gd name="connsiteX12" fmla="*/ 27191 w 70017"/>
                    <a:gd name="connsiteY12" fmla="*/ 4349 h 89857"/>
                    <a:gd name="connsiteX13" fmla="*/ 13784 w 70017"/>
                    <a:gd name="connsiteY13" fmla="*/ 14773 h 89857"/>
                    <a:gd name="connsiteX14" fmla="*/ 13281 w 70017"/>
                    <a:gd name="connsiteY14" fmla="*/ 14773 h 89857"/>
                    <a:gd name="connsiteX15" fmla="*/ 12041 w 70017"/>
                    <a:gd name="connsiteY15" fmla="*/ 2229 h 89857"/>
                    <a:gd name="connsiteX16" fmla="*/ 0 w 70017"/>
                    <a:gd name="connsiteY16" fmla="*/ 2229 h 89857"/>
                    <a:gd name="connsiteX17" fmla="*/ 0 w 70017"/>
                    <a:gd name="connsiteY17" fmla="*/ 89822 h 898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70017" h="89857">
                      <a:moveTo>
                        <a:pt x="0" y="89822"/>
                      </a:moveTo>
                      <a:lnTo>
                        <a:pt x="14647" y="89822"/>
                      </a:lnTo>
                      <a:lnTo>
                        <a:pt x="14647" y="26274"/>
                      </a:lnTo>
                      <a:cubicBezTo>
                        <a:pt x="18996" y="21799"/>
                        <a:pt x="22967" y="18457"/>
                        <a:pt x="26562" y="16228"/>
                      </a:cubicBezTo>
                      <a:cubicBezTo>
                        <a:pt x="30282" y="14000"/>
                        <a:pt x="34254" y="12886"/>
                        <a:pt x="38729" y="12886"/>
                      </a:cubicBezTo>
                      <a:cubicBezTo>
                        <a:pt x="44444" y="12760"/>
                        <a:pt x="48667" y="14629"/>
                        <a:pt x="51399" y="18349"/>
                      </a:cubicBezTo>
                      <a:cubicBezTo>
                        <a:pt x="54004" y="22069"/>
                        <a:pt x="55370" y="28036"/>
                        <a:pt x="55370" y="36231"/>
                      </a:cubicBezTo>
                      <a:lnTo>
                        <a:pt x="55370" y="89858"/>
                      </a:lnTo>
                      <a:lnTo>
                        <a:pt x="70017" y="89858"/>
                      </a:lnTo>
                      <a:lnTo>
                        <a:pt x="70017" y="34380"/>
                      </a:lnTo>
                      <a:cubicBezTo>
                        <a:pt x="70017" y="23076"/>
                        <a:pt x="67914" y="14521"/>
                        <a:pt x="63439" y="8806"/>
                      </a:cubicBezTo>
                      <a:cubicBezTo>
                        <a:pt x="59090" y="2965"/>
                        <a:pt x="52387" y="0"/>
                        <a:pt x="43203" y="0"/>
                      </a:cubicBezTo>
                      <a:cubicBezTo>
                        <a:pt x="37237" y="126"/>
                        <a:pt x="31899" y="1492"/>
                        <a:pt x="27191" y="4349"/>
                      </a:cubicBezTo>
                      <a:cubicBezTo>
                        <a:pt x="22482" y="7081"/>
                        <a:pt x="18007" y="10549"/>
                        <a:pt x="13784" y="14773"/>
                      </a:cubicBezTo>
                      <a:lnTo>
                        <a:pt x="13281" y="14773"/>
                      </a:lnTo>
                      <a:lnTo>
                        <a:pt x="12041" y="2229"/>
                      </a:lnTo>
                      <a:lnTo>
                        <a:pt x="0" y="2229"/>
                      </a:lnTo>
                      <a:lnTo>
                        <a:pt x="0" y="89822"/>
                      </a:ln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dirty="0"/>
                </a:p>
              </p:txBody>
            </p:sp>
          </p:grpSp>
          <p:grpSp>
            <p:nvGrpSpPr>
              <p:cNvPr id="45" name="组合 44"/>
              <p:cNvGrpSpPr/>
              <p:nvPr userDrawn="1"/>
            </p:nvGrpSpPr>
            <p:grpSpPr>
              <a:xfrm>
                <a:off x="3550756" y="3868116"/>
                <a:ext cx="359700" cy="92032"/>
                <a:chOff x="10146307" y="961965"/>
                <a:chExt cx="359700" cy="92032"/>
              </a:xfrm>
            </p:grpSpPr>
            <p:sp>
              <p:nvSpPr>
                <p:cNvPr id="47" name="任意多边形: 形状 46"/>
                <p:cNvSpPr/>
                <p:nvPr/>
              </p:nvSpPr>
              <p:spPr>
                <a:xfrm>
                  <a:off x="10146307" y="1031389"/>
                  <a:ext cx="21224" cy="22608"/>
                </a:xfrm>
                <a:custGeom>
                  <a:avLst/>
                  <a:gdLst>
                    <a:gd name="connsiteX0" fmla="*/ 10675 w 21224"/>
                    <a:gd name="connsiteY0" fmla="*/ 22608 h 22608"/>
                    <a:gd name="connsiteX1" fmla="*/ 18115 w 21224"/>
                    <a:gd name="connsiteY1" fmla="*/ 19499 h 22608"/>
                    <a:gd name="connsiteX2" fmla="*/ 21224 w 21224"/>
                    <a:gd name="connsiteY2" fmla="*/ 11430 h 22608"/>
                    <a:gd name="connsiteX3" fmla="*/ 18115 w 21224"/>
                    <a:gd name="connsiteY3" fmla="*/ 3235 h 22608"/>
                    <a:gd name="connsiteX4" fmla="*/ 10675 w 21224"/>
                    <a:gd name="connsiteY4" fmla="*/ 0 h 22608"/>
                    <a:gd name="connsiteX5" fmla="*/ 3109 w 21224"/>
                    <a:gd name="connsiteY5" fmla="*/ 3235 h 22608"/>
                    <a:gd name="connsiteX6" fmla="*/ 0 w 21224"/>
                    <a:gd name="connsiteY6" fmla="*/ 11430 h 22608"/>
                    <a:gd name="connsiteX7" fmla="*/ 3109 w 21224"/>
                    <a:gd name="connsiteY7" fmla="*/ 19499 h 22608"/>
                    <a:gd name="connsiteX8" fmla="*/ 10675 w 21224"/>
                    <a:gd name="connsiteY8" fmla="*/ 22608 h 226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1224" h="22608">
                      <a:moveTo>
                        <a:pt x="10675" y="22608"/>
                      </a:moveTo>
                      <a:cubicBezTo>
                        <a:pt x="13659" y="22482"/>
                        <a:pt x="16139" y="21494"/>
                        <a:pt x="18115" y="19499"/>
                      </a:cubicBezTo>
                      <a:cubicBezTo>
                        <a:pt x="20110" y="17504"/>
                        <a:pt x="21224" y="14791"/>
                        <a:pt x="21224" y="11430"/>
                      </a:cubicBezTo>
                      <a:cubicBezTo>
                        <a:pt x="21224" y="8069"/>
                        <a:pt x="20110" y="5356"/>
                        <a:pt x="18115" y="3235"/>
                      </a:cubicBezTo>
                      <a:cubicBezTo>
                        <a:pt x="16139" y="1132"/>
                        <a:pt x="13641" y="0"/>
                        <a:pt x="10675" y="0"/>
                      </a:cubicBezTo>
                      <a:cubicBezTo>
                        <a:pt x="7710" y="0"/>
                        <a:pt x="5212" y="1114"/>
                        <a:pt x="3109" y="3235"/>
                      </a:cubicBezTo>
                      <a:cubicBezTo>
                        <a:pt x="1114" y="5338"/>
                        <a:pt x="126" y="8069"/>
                        <a:pt x="0" y="11430"/>
                      </a:cubicBezTo>
                      <a:cubicBezTo>
                        <a:pt x="126" y="14773"/>
                        <a:pt x="1114" y="17504"/>
                        <a:pt x="3109" y="19499"/>
                      </a:cubicBezTo>
                      <a:cubicBezTo>
                        <a:pt x="5212" y="21476"/>
                        <a:pt x="7692" y="22482"/>
                        <a:pt x="10675" y="22608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b="1"/>
                </a:p>
              </p:txBody>
            </p:sp>
            <p:sp>
              <p:nvSpPr>
                <p:cNvPr id="48" name="任意多边形: 形状 47"/>
                <p:cNvSpPr/>
                <p:nvPr/>
              </p:nvSpPr>
              <p:spPr>
                <a:xfrm>
                  <a:off x="10192350" y="961965"/>
                  <a:ext cx="69388" cy="92032"/>
                </a:xfrm>
                <a:custGeom>
                  <a:avLst/>
                  <a:gdLst>
                    <a:gd name="connsiteX0" fmla="*/ 41209 w 69388"/>
                    <a:gd name="connsiteY0" fmla="*/ 92032 h 92032"/>
                    <a:gd name="connsiteX1" fmla="*/ 56359 w 69388"/>
                    <a:gd name="connsiteY1" fmla="*/ 89049 h 92032"/>
                    <a:gd name="connsiteX2" fmla="*/ 69388 w 69388"/>
                    <a:gd name="connsiteY2" fmla="*/ 80854 h 92032"/>
                    <a:gd name="connsiteX3" fmla="*/ 63188 w 69388"/>
                    <a:gd name="connsiteY3" fmla="*/ 71042 h 92032"/>
                    <a:gd name="connsiteX4" fmla="*/ 53753 w 69388"/>
                    <a:gd name="connsiteY4" fmla="*/ 77242 h 92032"/>
                    <a:gd name="connsiteX5" fmla="*/ 42449 w 69388"/>
                    <a:gd name="connsiteY5" fmla="*/ 79722 h 92032"/>
                    <a:gd name="connsiteX6" fmla="*/ 22842 w 69388"/>
                    <a:gd name="connsiteY6" fmla="*/ 70538 h 92032"/>
                    <a:gd name="connsiteX7" fmla="*/ 15402 w 69388"/>
                    <a:gd name="connsiteY7" fmla="*/ 46205 h 92032"/>
                    <a:gd name="connsiteX8" fmla="*/ 23094 w 69388"/>
                    <a:gd name="connsiteY8" fmla="*/ 21620 h 92032"/>
                    <a:gd name="connsiteX9" fmla="*/ 42826 w 69388"/>
                    <a:gd name="connsiteY9" fmla="*/ 12311 h 92032"/>
                    <a:gd name="connsiteX10" fmla="*/ 52261 w 69388"/>
                    <a:gd name="connsiteY10" fmla="*/ 14413 h 92032"/>
                    <a:gd name="connsiteX11" fmla="*/ 60331 w 69388"/>
                    <a:gd name="connsiteY11" fmla="*/ 20128 h 92032"/>
                    <a:gd name="connsiteX12" fmla="*/ 68022 w 69388"/>
                    <a:gd name="connsiteY12" fmla="*/ 10316 h 92032"/>
                    <a:gd name="connsiteX13" fmla="*/ 57096 w 69388"/>
                    <a:gd name="connsiteY13" fmla="*/ 3109 h 92032"/>
                    <a:gd name="connsiteX14" fmla="*/ 42323 w 69388"/>
                    <a:gd name="connsiteY14" fmla="*/ 0 h 92032"/>
                    <a:gd name="connsiteX15" fmla="*/ 21350 w 69388"/>
                    <a:gd name="connsiteY15" fmla="*/ 5463 h 92032"/>
                    <a:gd name="connsiteX16" fmla="*/ 5967 w 69388"/>
                    <a:gd name="connsiteY16" fmla="*/ 21224 h 92032"/>
                    <a:gd name="connsiteX17" fmla="*/ 0 w 69388"/>
                    <a:gd name="connsiteY17" fmla="*/ 46169 h 92032"/>
                    <a:gd name="connsiteX18" fmla="*/ 11915 w 69388"/>
                    <a:gd name="connsiteY18" fmla="*/ 79937 h 92032"/>
                    <a:gd name="connsiteX19" fmla="*/ 41209 w 69388"/>
                    <a:gd name="connsiteY19" fmla="*/ 92032 h 920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69388" h="92032">
                      <a:moveTo>
                        <a:pt x="41209" y="92032"/>
                      </a:moveTo>
                      <a:cubicBezTo>
                        <a:pt x="46421" y="92032"/>
                        <a:pt x="51506" y="91044"/>
                        <a:pt x="56359" y="89049"/>
                      </a:cubicBezTo>
                      <a:cubicBezTo>
                        <a:pt x="61193" y="87180"/>
                        <a:pt x="65542" y="84448"/>
                        <a:pt x="69388" y="80854"/>
                      </a:cubicBezTo>
                      <a:lnTo>
                        <a:pt x="63188" y="71042"/>
                      </a:lnTo>
                      <a:cubicBezTo>
                        <a:pt x="60331" y="73647"/>
                        <a:pt x="57222" y="75642"/>
                        <a:pt x="53753" y="77242"/>
                      </a:cubicBezTo>
                      <a:cubicBezTo>
                        <a:pt x="50285" y="78859"/>
                        <a:pt x="46546" y="79722"/>
                        <a:pt x="42449" y="79722"/>
                      </a:cubicBezTo>
                      <a:cubicBezTo>
                        <a:pt x="34254" y="79596"/>
                        <a:pt x="27676" y="76487"/>
                        <a:pt x="22842" y="70538"/>
                      </a:cubicBezTo>
                      <a:cubicBezTo>
                        <a:pt x="18008" y="64464"/>
                        <a:pt x="15527" y="56395"/>
                        <a:pt x="15402" y="46205"/>
                      </a:cubicBezTo>
                      <a:cubicBezTo>
                        <a:pt x="15527" y="35907"/>
                        <a:pt x="18133" y="27712"/>
                        <a:pt x="23094" y="21620"/>
                      </a:cubicBezTo>
                      <a:cubicBezTo>
                        <a:pt x="28179" y="15545"/>
                        <a:pt x="34757" y="12436"/>
                        <a:pt x="42826" y="12311"/>
                      </a:cubicBezTo>
                      <a:cubicBezTo>
                        <a:pt x="46295" y="12311"/>
                        <a:pt x="49530" y="13047"/>
                        <a:pt x="52261" y="14413"/>
                      </a:cubicBezTo>
                      <a:cubicBezTo>
                        <a:pt x="55119" y="15905"/>
                        <a:pt x="57850" y="17756"/>
                        <a:pt x="60331" y="20128"/>
                      </a:cubicBezTo>
                      <a:lnTo>
                        <a:pt x="68022" y="10316"/>
                      </a:lnTo>
                      <a:cubicBezTo>
                        <a:pt x="64787" y="7458"/>
                        <a:pt x="61193" y="5104"/>
                        <a:pt x="57096" y="3109"/>
                      </a:cubicBezTo>
                      <a:cubicBezTo>
                        <a:pt x="52872" y="1114"/>
                        <a:pt x="48038" y="126"/>
                        <a:pt x="42323" y="0"/>
                      </a:cubicBezTo>
                      <a:cubicBezTo>
                        <a:pt x="34757" y="0"/>
                        <a:pt x="27802" y="1869"/>
                        <a:pt x="21350" y="5463"/>
                      </a:cubicBezTo>
                      <a:cubicBezTo>
                        <a:pt x="15024" y="9058"/>
                        <a:pt x="9938" y="14269"/>
                        <a:pt x="5967" y="21224"/>
                      </a:cubicBezTo>
                      <a:cubicBezTo>
                        <a:pt x="2121" y="28054"/>
                        <a:pt x="126" y="36374"/>
                        <a:pt x="0" y="46169"/>
                      </a:cubicBezTo>
                      <a:cubicBezTo>
                        <a:pt x="252" y="60690"/>
                        <a:pt x="4223" y="71994"/>
                        <a:pt x="11915" y="79937"/>
                      </a:cubicBezTo>
                      <a:cubicBezTo>
                        <a:pt x="19499" y="87935"/>
                        <a:pt x="29294" y="91906"/>
                        <a:pt x="41209" y="92032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b="1"/>
                </a:p>
              </p:txBody>
            </p:sp>
            <p:sp>
              <p:nvSpPr>
                <p:cNvPr id="49" name="任意多边形: 形状 48"/>
                <p:cNvSpPr/>
                <p:nvPr/>
              </p:nvSpPr>
              <p:spPr>
                <a:xfrm>
                  <a:off x="10279225" y="962037"/>
                  <a:ext cx="81321" cy="91960"/>
                </a:xfrm>
                <a:custGeom>
                  <a:avLst/>
                  <a:gdLst>
                    <a:gd name="connsiteX0" fmla="*/ 40723 w 81321"/>
                    <a:gd name="connsiteY0" fmla="*/ 79668 h 91960"/>
                    <a:gd name="connsiteX1" fmla="*/ 22356 w 81321"/>
                    <a:gd name="connsiteY1" fmla="*/ 70484 h 91960"/>
                    <a:gd name="connsiteX2" fmla="*/ 15402 w 81321"/>
                    <a:gd name="connsiteY2" fmla="*/ 46151 h 91960"/>
                    <a:gd name="connsiteX3" fmla="*/ 22356 w 81321"/>
                    <a:gd name="connsiteY3" fmla="*/ 21566 h 91960"/>
                    <a:gd name="connsiteX4" fmla="*/ 40723 w 81321"/>
                    <a:gd name="connsiteY4" fmla="*/ 12257 h 91960"/>
                    <a:gd name="connsiteX5" fmla="*/ 59090 w 81321"/>
                    <a:gd name="connsiteY5" fmla="*/ 21566 h 91960"/>
                    <a:gd name="connsiteX6" fmla="*/ 66171 w 81321"/>
                    <a:gd name="connsiteY6" fmla="*/ 46151 h 91960"/>
                    <a:gd name="connsiteX7" fmla="*/ 59090 w 81321"/>
                    <a:gd name="connsiteY7" fmla="*/ 70484 h 91960"/>
                    <a:gd name="connsiteX8" fmla="*/ 40723 w 81321"/>
                    <a:gd name="connsiteY8" fmla="*/ 79668 h 91960"/>
                    <a:gd name="connsiteX9" fmla="*/ 40723 w 81321"/>
                    <a:gd name="connsiteY9" fmla="*/ 91960 h 91960"/>
                    <a:gd name="connsiteX10" fmla="*/ 60834 w 81321"/>
                    <a:gd name="connsiteY10" fmla="*/ 86497 h 91960"/>
                    <a:gd name="connsiteX11" fmla="*/ 75606 w 81321"/>
                    <a:gd name="connsiteY11" fmla="*/ 70862 h 91960"/>
                    <a:gd name="connsiteX12" fmla="*/ 81321 w 81321"/>
                    <a:gd name="connsiteY12" fmla="*/ 46169 h 91960"/>
                    <a:gd name="connsiteX13" fmla="*/ 75606 w 81321"/>
                    <a:gd name="connsiteY13" fmla="*/ 21224 h 91960"/>
                    <a:gd name="connsiteX14" fmla="*/ 60834 w 81321"/>
                    <a:gd name="connsiteY14" fmla="*/ 5463 h 91960"/>
                    <a:gd name="connsiteX15" fmla="*/ 40723 w 81321"/>
                    <a:gd name="connsiteY15" fmla="*/ 0 h 91960"/>
                    <a:gd name="connsiteX16" fmla="*/ 20613 w 81321"/>
                    <a:gd name="connsiteY16" fmla="*/ 5463 h 91960"/>
                    <a:gd name="connsiteX17" fmla="*/ 5841 w 81321"/>
                    <a:gd name="connsiteY17" fmla="*/ 21224 h 91960"/>
                    <a:gd name="connsiteX18" fmla="*/ 0 w 81321"/>
                    <a:gd name="connsiteY18" fmla="*/ 46169 h 91960"/>
                    <a:gd name="connsiteX19" fmla="*/ 5841 w 81321"/>
                    <a:gd name="connsiteY19" fmla="*/ 70862 h 91960"/>
                    <a:gd name="connsiteX20" fmla="*/ 20613 w 81321"/>
                    <a:gd name="connsiteY20" fmla="*/ 86497 h 91960"/>
                    <a:gd name="connsiteX21" fmla="*/ 40723 w 81321"/>
                    <a:gd name="connsiteY21" fmla="*/ 91960 h 919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81321" h="91960">
                      <a:moveTo>
                        <a:pt x="40723" y="79668"/>
                      </a:moveTo>
                      <a:cubicBezTo>
                        <a:pt x="33032" y="79542"/>
                        <a:pt x="26939" y="76433"/>
                        <a:pt x="22356" y="70484"/>
                      </a:cubicBezTo>
                      <a:cubicBezTo>
                        <a:pt x="17756" y="64410"/>
                        <a:pt x="15527" y="56341"/>
                        <a:pt x="15402" y="46151"/>
                      </a:cubicBezTo>
                      <a:cubicBezTo>
                        <a:pt x="15527" y="35853"/>
                        <a:pt x="17756" y="27658"/>
                        <a:pt x="22356" y="21566"/>
                      </a:cubicBezTo>
                      <a:cubicBezTo>
                        <a:pt x="26957" y="15491"/>
                        <a:pt x="33032" y="12382"/>
                        <a:pt x="40723" y="12257"/>
                      </a:cubicBezTo>
                      <a:cubicBezTo>
                        <a:pt x="48415" y="12382"/>
                        <a:pt x="54508" y="15491"/>
                        <a:pt x="59090" y="21566"/>
                      </a:cubicBezTo>
                      <a:cubicBezTo>
                        <a:pt x="63673" y="27640"/>
                        <a:pt x="66045" y="35835"/>
                        <a:pt x="66171" y="46151"/>
                      </a:cubicBezTo>
                      <a:cubicBezTo>
                        <a:pt x="66045" y="56323"/>
                        <a:pt x="63691" y="64392"/>
                        <a:pt x="59090" y="70484"/>
                      </a:cubicBezTo>
                      <a:cubicBezTo>
                        <a:pt x="54508" y="76433"/>
                        <a:pt x="48433" y="79542"/>
                        <a:pt x="40723" y="79668"/>
                      </a:cubicBezTo>
                      <a:close/>
                      <a:moveTo>
                        <a:pt x="40723" y="91960"/>
                      </a:moveTo>
                      <a:cubicBezTo>
                        <a:pt x="47930" y="91960"/>
                        <a:pt x="54633" y="90091"/>
                        <a:pt x="60834" y="86497"/>
                      </a:cubicBezTo>
                      <a:cubicBezTo>
                        <a:pt x="66908" y="82903"/>
                        <a:pt x="71886" y="77691"/>
                        <a:pt x="75606" y="70862"/>
                      </a:cubicBezTo>
                      <a:cubicBezTo>
                        <a:pt x="79326" y="64158"/>
                        <a:pt x="81321" y="55838"/>
                        <a:pt x="81321" y="46169"/>
                      </a:cubicBezTo>
                      <a:cubicBezTo>
                        <a:pt x="81321" y="36356"/>
                        <a:pt x="79326" y="28054"/>
                        <a:pt x="75606" y="21224"/>
                      </a:cubicBezTo>
                      <a:cubicBezTo>
                        <a:pt x="71886" y="14269"/>
                        <a:pt x="66926" y="9058"/>
                        <a:pt x="60834" y="5463"/>
                      </a:cubicBezTo>
                      <a:cubicBezTo>
                        <a:pt x="54633" y="1869"/>
                        <a:pt x="47930" y="0"/>
                        <a:pt x="40723" y="0"/>
                      </a:cubicBezTo>
                      <a:cubicBezTo>
                        <a:pt x="33391" y="0"/>
                        <a:pt x="26706" y="1869"/>
                        <a:pt x="20613" y="5463"/>
                      </a:cubicBezTo>
                      <a:cubicBezTo>
                        <a:pt x="14539" y="9058"/>
                        <a:pt x="9561" y="14269"/>
                        <a:pt x="5841" y="21224"/>
                      </a:cubicBezTo>
                      <a:cubicBezTo>
                        <a:pt x="2121" y="28054"/>
                        <a:pt x="126" y="36374"/>
                        <a:pt x="0" y="46169"/>
                      </a:cubicBezTo>
                      <a:cubicBezTo>
                        <a:pt x="126" y="55856"/>
                        <a:pt x="2103" y="64158"/>
                        <a:pt x="5841" y="70862"/>
                      </a:cubicBezTo>
                      <a:cubicBezTo>
                        <a:pt x="9561" y="77691"/>
                        <a:pt x="14521" y="82903"/>
                        <a:pt x="20613" y="86497"/>
                      </a:cubicBezTo>
                      <a:cubicBezTo>
                        <a:pt x="26706" y="90091"/>
                        <a:pt x="33409" y="91960"/>
                        <a:pt x="40723" y="91960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b="1"/>
                </a:p>
              </p:txBody>
            </p:sp>
            <p:sp>
              <p:nvSpPr>
                <p:cNvPr id="50" name="任意多边形: 形状 49"/>
                <p:cNvSpPr/>
                <p:nvPr/>
              </p:nvSpPr>
              <p:spPr>
                <a:xfrm>
                  <a:off x="10385203" y="962019"/>
                  <a:ext cx="120804" cy="89875"/>
                </a:xfrm>
                <a:custGeom>
                  <a:avLst/>
                  <a:gdLst>
                    <a:gd name="connsiteX0" fmla="*/ 36 w 120804"/>
                    <a:gd name="connsiteY0" fmla="*/ 89858 h 89875"/>
                    <a:gd name="connsiteX1" fmla="*/ 14683 w 120804"/>
                    <a:gd name="connsiteY1" fmla="*/ 89858 h 89875"/>
                    <a:gd name="connsiteX2" fmla="*/ 14683 w 120804"/>
                    <a:gd name="connsiteY2" fmla="*/ 26310 h 89875"/>
                    <a:gd name="connsiteX3" fmla="*/ 26220 w 120804"/>
                    <a:gd name="connsiteY3" fmla="*/ 16138 h 89875"/>
                    <a:gd name="connsiteX4" fmla="*/ 36770 w 120804"/>
                    <a:gd name="connsiteY4" fmla="*/ 12904 h 89875"/>
                    <a:gd name="connsiteX5" fmla="*/ 49062 w 120804"/>
                    <a:gd name="connsiteY5" fmla="*/ 18367 h 89875"/>
                    <a:gd name="connsiteX6" fmla="*/ 53034 w 120804"/>
                    <a:gd name="connsiteY6" fmla="*/ 36249 h 89875"/>
                    <a:gd name="connsiteX7" fmla="*/ 53034 w 120804"/>
                    <a:gd name="connsiteY7" fmla="*/ 89876 h 89875"/>
                    <a:gd name="connsiteX8" fmla="*/ 67807 w 120804"/>
                    <a:gd name="connsiteY8" fmla="*/ 89876 h 89875"/>
                    <a:gd name="connsiteX9" fmla="*/ 67807 w 120804"/>
                    <a:gd name="connsiteY9" fmla="*/ 26310 h 89875"/>
                    <a:gd name="connsiteX10" fmla="*/ 79344 w 120804"/>
                    <a:gd name="connsiteY10" fmla="*/ 16138 h 89875"/>
                    <a:gd name="connsiteX11" fmla="*/ 89894 w 120804"/>
                    <a:gd name="connsiteY11" fmla="*/ 12904 h 89875"/>
                    <a:gd name="connsiteX12" fmla="*/ 102186 w 120804"/>
                    <a:gd name="connsiteY12" fmla="*/ 18367 h 89875"/>
                    <a:gd name="connsiteX13" fmla="*/ 106158 w 120804"/>
                    <a:gd name="connsiteY13" fmla="*/ 36249 h 89875"/>
                    <a:gd name="connsiteX14" fmla="*/ 106158 w 120804"/>
                    <a:gd name="connsiteY14" fmla="*/ 89876 h 89875"/>
                    <a:gd name="connsiteX15" fmla="*/ 120805 w 120804"/>
                    <a:gd name="connsiteY15" fmla="*/ 89876 h 89875"/>
                    <a:gd name="connsiteX16" fmla="*/ 120805 w 120804"/>
                    <a:gd name="connsiteY16" fmla="*/ 34398 h 89875"/>
                    <a:gd name="connsiteX17" fmla="*/ 114353 w 120804"/>
                    <a:gd name="connsiteY17" fmla="*/ 8824 h 89875"/>
                    <a:gd name="connsiteX18" fmla="*/ 94243 w 120804"/>
                    <a:gd name="connsiteY18" fmla="*/ 18 h 89875"/>
                    <a:gd name="connsiteX19" fmla="*/ 79218 w 120804"/>
                    <a:gd name="connsiteY19" fmla="*/ 4727 h 89875"/>
                    <a:gd name="connsiteX20" fmla="*/ 65308 w 120804"/>
                    <a:gd name="connsiteY20" fmla="*/ 16767 h 89875"/>
                    <a:gd name="connsiteX21" fmla="*/ 56862 w 120804"/>
                    <a:gd name="connsiteY21" fmla="*/ 4475 h 89875"/>
                    <a:gd name="connsiteX22" fmla="*/ 41101 w 120804"/>
                    <a:gd name="connsiteY22" fmla="*/ 0 h 89875"/>
                    <a:gd name="connsiteX23" fmla="*/ 26328 w 120804"/>
                    <a:gd name="connsiteY23" fmla="*/ 4349 h 89875"/>
                    <a:gd name="connsiteX24" fmla="*/ 13784 w 120804"/>
                    <a:gd name="connsiteY24" fmla="*/ 15024 h 89875"/>
                    <a:gd name="connsiteX25" fmla="*/ 13281 w 120804"/>
                    <a:gd name="connsiteY25" fmla="*/ 15024 h 89875"/>
                    <a:gd name="connsiteX26" fmla="*/ 12041 w 120804"/>
                    <a:gd name="connsiteY26" fmla="*/ 2246 h 89875"/>
                    <a:gd name="connsiteX27" fmla="*/ 0 w 120804"/>
                    <a:gd name="connsiteY27" fmla="*/ 2246 h 89875"/>
                    <a:gd name="connsiteX28" fmla="*/ 0 w 120804"/>
                    <a:gd name="connsiteY28" fmla="*/ 89858 h 89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804" h="89875">
                      <a:moveTo>
                        <a:pt x="36" y="89858"/>
                      </a:moveTo>
                      <a:lnTo>
                        <a:pt x="14683" y="89858"/>
                      </a:lnTo>
                      <a:lnTo>
                        <a:pt x="14683" y="26310"/>
                      </a:lnTo>
                      <a:cubicBezTo>
                        <a:pt x="18654" y="21710"/>
                        <a:pt x="22626" y="18367"/>
                        <a:pt x="26220" y="16138"/>
                      </a:cubicBezTo>
                      <a:cubicBezTo>
                        <a:pt x="29941" y="14036"/>
                        <a:pt x="33427" y="12904"/>
                        <a:pt x="36770" y="12904"/>
                      </a:cubicBezTo>
                      <a:cubicBezTo>
                        <a:pt x="42359" y="12778"/>
                        <a:pt x="46456" y="14647"/>
                        <a:pt x="49062" y="18367"/>
                      </a:cubicBezTo>
                      <a:cubicBezTo>
                        <a:pt x="51794" y="22087"/>
                        <a:pt x="53160" y="28054"/>
                        <a:pt x="53034" y="36249"/>
                      </a:cubicBezTo>
                      <a:lnTo>
                        <a:pt x="53034" y="89876"/>
                      </a:lnTo>
                      <a:lnTo>
                        <a:pt x="67807" y="89876"/>
                      </a:lnTo>
                      <a:lnTo>
                        <a:pt x="67807" y="26310"/>
                      </a:lnTo>
                      <a:cubicBezTo>
                        <a:pt x="71904" y="21710"/>
                        <a:pt x="75750" y="18367"/>
                        <a:pt x="79344" y="16138"/>
                      </a:cubicBezTo>
                      <a:cubicBezTo>
                        <a:pt x="82939" y="14036"/>
                        <a:pt x="86551" y="12904"/>
                        <a:pt x="89894" y="12904"/>
                      </a:cubicBezTo>
                      <a:cubicBezTo>
                        <a:pt x="95357" y="12778"/>
                        <a:pt x="99580" y="14647"/>
                        <a:pt x="102186" y="18367"/>
                      </a:cubicBezTo>
                      <a:cubicBezTo>
                        <a:pt x="104918" y="22087"/>
                        <a:pt x="106158" y="28054"/>
                        <a:pt x="106158" y="36249"/>
                      </a:cubicBezTo>
                      <a:lnTo>
                        <a:pt x="106158" y="89876"/>
                      </a:lnTo>
                      <a:lnTo>
                        <a:pt x="120805" y="89876"/>
                      </a:lnTo>
                      <a:lnTo>
                        <a:pt x="120805" y="34398"/>
                      </a:lnTo>
                      <a:cubicBezTo>
                        <a:pt x="120805" y="23093"/>
                        <a:pt x="118702" y="14539"/>
                        <a:pt x="114353" y="8824"/>
                      </a:cubicBezTo>
                      <a:cubicBezTo>
                        <a:pt x="109878" y="2983"/>
                        <a:pt x="103175" y="18"/>
                        <a:pt x="94243" y="18"/>
                      </a:cubicBezTo>
                      <a:cubicBezTo>
                        <a:pt x="88905" y="144"/>
                        <a:pt x="83945" y="1635"/>
                        <a:pt x="79218" y="4727"/>
                      </a:cubicBezTo>
                      <a:cubicBezTo>
                        <a:pt x="74384" y="7710"/>
                        <a:pt x="69783" y="11807"/>
                        <a:pt x="65308" y="16767"/>
                      </a:cubicBezTo>
                      <a:cubicBezTo>
                        <a:pt x="63565" y="11556"/>
                        <a:pt x="60834" y="7458"/>
                        <a:pt x="56862" y="4475"/>
                      </a:cubicBezTo>
                      <a:cubicBezTo>
                        <a:pt x="53016" y="1617"/>
                        <a:pt x="47804" y="0"/>
                        <a:pt x="41101" y="0"/>
                      </a:cubicBezTo>
                      <a:cubicBezTo>
                        <a:pt x="35889" y="126"/>
                        <a:pt x="30929" y="1492"/>
                        <a:pt x="26328" y="4349"/>
                      </a:cubicBezTo>
                      <a:cubicBezTo>
                        <a:pt x="21853" y="7207"/>
                        <a:pt x="17648" y="10675"/>
                        <a:pt x="13784" y="15024"/>
                      </a:cubicBezTo>
                      <a:lnTo>
                        <a:pt x="13281" y="15024"/>
                      </a:lnTo>
                      <a:lnTo>
                        <a:pt x="12041" y="2246"/>
                      </a:lnTo>
                      <a:lnTo>
                        <a:pt x="0" y="2246"/>
                      </a:lnTo>
                      <a:lnTo>
                        <a:pt x="0" y="89858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b="1"/>
                </a:p>
              </p:txBody>
            </p:sp>
          </p:grpSp>
          <p:sp>
            <p:nvSpPr>
              <p:cNvPr id="46" name="任意多边形: 形状 45"/>
              <p:cNvSpPr/>
              <p:nvPr userDrawn="1"/>
            </p:nvSpPr>
            <p:spPr>
              <a:xfrm>
                <a:off x="1086173" y="3300162"/>
                <a:ext cx="781977" cy="781959"/>
              </a:xfrm>
              <a:custGeom>
                <a:avLst/>
                <a:gdLst>
                  <a:gd name="connsiteX0" fmla="*/ 0 w 781977"/>
                  <a:gd name="connsiteY0" fmla="*/ 390989 h 781959"/>
                  <a:gd name="connsiteX1" fmla="*/ 34757 w 781977"/>
                  <a:gd name="connsiteY1" fmla="*/ 552355 h 781959"/>
                  <a:gd name="connsiteX2" fmla="*/ 114820 w 781977"/>
                  <a:gd name="connsiteY2" fmla="*/ 552355 h 781959"/>
                  <a:gd name="connsiteX3" fmla="*/ 266877 w 781977"/>
                  <a:gd name="connsiteY3" fmla="*/ 552355 h 781959"/>
                  <a:gd name="connsiteX4" fmla="*/ 341351 w 781977"/>
                  <a:gd name="connsiteY4" fmla="*/ 465463 h 781959"/>
                  <a:gd name="connsiteX5" fmla="*/ 179985 w 781977"/>
                  <a:gd name="connsiteY5" fmla="*/ 378570 h 781959"/>
                  <a:gd name="connsiteX6" fmla="*/ 179985 w 781977"/>
                  <a:gd name="connsiteY6" fmla="*/ 204786 h 781959"/>
                  <a:gd name="connsiteX7" fmla="*/ 440644 w 781977"/>
                  <a:gd name="connsiteY7" fmla="*/ 204786 h 781959"/>
                  <a:gd name="connsiteX8" fmla="*/ 440644 w 781977"/>
                  <a:gd name="connsiteY8" fmla="*/ 242023 h 781959"/>
                  <a:gd name="connsiteX9" fmla="*/ 217222 w 781977"/>
                  <a:gd name="connsiteY9" fmla="*/ 242023 h 781959"/>
                  <a:gd name="connsiteX10" fmla="*/ 217222 w 781977"/>
                  <a:gd name="connsiteY10" fmla="*/ 341316 h 781959"/>
                  <a:gd name="connsiteX11" fmla="*/ 378588 w 781977"/>
                  <a:gd name="connsiteY11" fmla="*/ 465445 h 781959"/>
                  <a:gd name="connsiteX12" fmla="*/ 126484 w 781977"/>
                  <a:gd name="connsiteY12" fmla="*/ 597140 h 781959"/>
                  <a:gd name="connsiteX13" fmla="*/ 58461 w 781977"/>
                  <a:gd name="connsiteY13" fmla="*/ 596763 h 781959"/>
                  <a:gd name="connsiteX14" fmla="*/ 390989 w 781977"/>
                  <a:gd name="connsiteY14" fmla="*/ 781960 h 781959"/>
                  <a:gd name="connsiteX15" fmla="*/ 722150 w 781977"/>
                  <a:gd name="connsiteY15" fmla="*/ 598758 h 781959"/>
                  <a:gd name="connsiteX16" fmla="*/ 692731 w 781977"/>
                  <a:gd name="connsiteY16" fmla="*/ 599387 h 781959"/>
                  <a:gd name="connsiteX17" fmla="*/ 539937 w 781977"/>
                  <a:gd name="connsiteY17" fmla="*/ 539937 h 781959"/>
                  <a:gd name="connsiteX18" fmla="*/ 539937 w 781977"/>
                  <a:gd name="connsiteY18" fmla="*/ 229640 h 781959"/>
                  <a:gd name="connsiteX19" fmla="*/ 465463 w 781977"/>
                  <a:gd name="connsiteY19" fmla="*/ 242059 h 781959"/>
                  <a:gd name="connsiteX20" fmla="*/ 465463 w 781977"/>
                  <a:gd name="connsiteY20" fmla="*/ 204822 h 781959"/>
                  <a:gd name="connsiteX21" fmla="*/ 589592 w 781977"/>
                  <a:gd name="connsiteY21" fmla="*/ 167585 h 781959"/>
                  <a:gd name="connsiteX22" fmla="*/ 589592 w 781977"/>
                  <a:gd name="connsiteY22" fmla="*/ 530771 h 781959"/>
                  <a:gd name="connsiteX23" fmla="*/ 618634 w 781977"/>
                  <a:gd name="connsiteY23" fmla="*/ 552373 h 781959"/>
                  <a:gd name="connsiteX24" fmla="*/ 705149 w 781977"/>
                  <a:gd name="connsiteY24" fmla="*/ 552373 h 781959"/>
                  <a:gd name="connsiteX25" fmla="*/ 747220 w 781977"/>
                  <a:gd name="connsiteY25" fmla="*/ 552373 h 781959"/>
                  <a:gd name="connsiteX26" fmla="*/ 781977 w 781977"/>
                  <a:gd name="connsiteY26" fmla="*/ 391007 h 781959"/>
                  <a:gd name="connsiteX27" fmla="*/ 390989 w 781977"/>
                  <a:gd name="connsiteY27" fmla="*/ 0 h 781959"/>
                  <a:gd name="connsiteX28" fmla="*/ 0 w 781977"/>
                  <a:gd name="connsiteY28" fmla="*/ 390989 h 7819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781977" h="781959">
                    <a:moveTo>
                      <a:pt x="0" y="390989"/>
                    </a:moveTo>
                    <a:cubicBezTo>
                      <a:pt x="0" y="448588"/>
                      <a:pt x="12418" y="503203"/>
                      <a:pt x="34757" y="552355"/>
                    </a:cubicBezTo>
                    <a:lnTo>
                      <a:pt x="114820" y="552355"/>
                    </a:lnTo>
                    <a:lnTo>
                      <a:pt x="266877" y="552355"/>
                    </a:lnTo>
                    <a:cubicBezTo>
                      <a:pt x="336769" y="530628"/>
                      <a:pt x="341351" y="490300"/>
                      <a:pt x="341351" y="465463"/>
                    </a:cubicBezTo>
                    <a:cubicBezTo>
                      <a:pt x="341351" y="378570"/>
                      <a:pt x="254459" y="366170"/>
                      <a:pt x="179985" y="378570"/>
                    </a:cubicBezTo>
                    <a:lnTo>
                      <a:pt x="179985" y="204786"/>
                    </a:lnTo>
                    <a:lnTo>
                      <a:pt x="440644" y="204786"/>
                    </a:lnTo>
                    <a:lnTo>
                      <a:pt x="440644" y="242023"/>
                    </a:lnTo>
                    <a:lnTo>
                      <a:pt x="217222" y="242023"/>
                    </a:lnTo>
                    <a:lnTo>
                      <a:pt x="217222" y="341316"/>
                    </a:lnTo>
                    <a:cubicBezTo>
                      <a:pt x="339860" y="342807"/>
                      <a:pt x="377097" y="383153"/>
                      <a:pt x="378588" y="465445"/>
                    </a:cubicBezTo>
                    <a:cubicBezTo>
                      <a:pt x="381320" y="608444"/>
                      <a:pt x="235589" y="599369"/>
                      <a:pt x="126484" y="597140"/>
                    </a:cubicBezTo>
                    <a:cubicBezTo>
                      <a:pt x="120032" y="597015"/>
                      <a:pt x="82795" y="596889"/>
                      <a:pt x="58461" y="596763"/>
                    </a:cubicBezTo>
                    <a:cubicBezTo>
                      <a:pt x="127472" y="707989"/>
                      <a:pt x="250613" y="781960"/>
                      <a:pt x="390989" y="781960"/>
                    </a:cubicBezTo>
                    <a:cubicBezTo>
                      <a:pt x="530502" y="781960"/>
                      <a:pt x="653014" y="708851"/>
                      <a:pt x="722150" y="598758"/>
                    </a:cubicBezTo>
                    <a:cubicBezTo>
                      <a:pt x="712463" y="599135"/>
                      <a:pt x="702669" y="599261"/>
                      <a:pt x="692731" y="599387"/>
                    </a:cubicBezTo>
                    <a:cubicBezTo>
                      <a:pt x="616765" y="599513"/>
                      <a:pt x="539937" y="588838"/>
                      <a:pt x="539937" y="539937"/>
                    </a:cubicBezTo>
                    <a:lnTo>
                      <a:pt x="539937" y="229640"/>
                    </a:lnTo>
                    <a:cubicBezTo>
                      <a:pt x="511632" y="234241"/>
                      <a:pt x="499968" y="237332"/>
                      <a:pt x="465463" y="242059"/>
                    </a:cubicBezTo>
                    <a:lnTo>
                      <a:pt x="465463" y="204822"/>
                    </a:lnTo>
                    <a:cubicBezTo>
                      <a:pt x="500345" y="192781"/>
                      <a:pt x="527518" y="183094"/>
                      <a:pt x="589592" y="167585"/>
                    </a:cubicBezTo>
                    <a:lnTo>
                      <a:pt x="589592" y="530771"/>
                    </a:lnTo>
                    <a:cubicBezTo>
                      <a:pt x="594552" y="542812"/>
                      <a:pt x="596547" y="550756"/>
                      <a:pt x="618634" y="552373"/>
                    </a:cubicBezTo>
                    <a:lnTo>
                      <a:pt x="705149" y="552373"/>
                    </a:lnTo>
                    <a:lnTo>
                      <a:pt x="747220" y="552373"/>
                    </a:lnTo>
                    <a:cubicBezTo>
                      <a:pt x="769559" y="503221"/>
                      <a:pt x="781977" y="448480"/>
                      <a:pt x="781977" y="391007"/>
                    </a:cubicBezTo>
                    <a:cubicBezTo>
                      <a:pt x="781995" y="175025"/>
                      <a:pt x="606971" y="0"/>
                      <a:pt x="390989" y="0"/>
                    </a:cubicBezTo>
                    <a:cubicBezTo>
                      <a:pt x="175007" y="0"/>
                      <a:pt x="0" y="175025"/>
                      <a:pt x="0" y="390989"/>
                    </a:cubicBezTo>
                    <a:close/>
                  </a:path>
                </a:pathLst>
              </a:custGeom>
              <a:solidFill>
                <a:srgbClr val="FF52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4" name="矩形 3">
              <a:hlinkClick r:id="rId2"/>
            </p:cNvPr>
            <p:cNvSpPr/>
            <p:nvPr userDrawn="1"/>
          </p:nvSpPr>
          <p:spPr>
            <a:xfrm>
              <a:off x="870547" y="7238685"/>
              <a:ext cx="3333750" cy="1143000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023D07-E91A-47AF-B656-B1F4BEE0E59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013972-227E-4292-A57B-6CA9D22E0A6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3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组合 162"/>
          <p:cNvGrpSpPr/>
          <p:nvPr/>
        </p:nvGrpSpPr>
        <p:grpSpPr>
          <a:xfrm>
            <a:off x="6612252" y="790554"/>
            <a:ext cx="4990363" cy="5276891"/>
            <a:chOff x="2853053" y="-82"/>
            <a:chExt cx="6483576" cy="6855838"/>
          </a:xfrm>
        </p:grpSpPr>
        <p:grpSp>
          <p:nvGrpSpPr>
            <p:cNvPr id="7" name="图形 4"/>
            <p:cNvGrpSpPr/>
            <p:nvPr/>
          </p:nvGrpSpPr>
          <p:grpSpPr>
            <a:xfrm>
              <a:off x="2853053" y="-82"/>
              <a:ext cx="6434220" cy="6855838"/>
              <a:chOff x="2853053" y="-82"/>
              <a:chExt cx="6434220" cy="6855838"/>
            </a:xfrm>
            <a:solidFill>
              <a:srgbClr val="F8F8FF"/>
            </a:solidFill>
          </p:grpSpPr>
          <p:sp>
            <p:nvSpPr>
              <p:cNvPr id="8" name="任意多边形: 形状 7"/>
              <p:cNvSpPr/>
              <p:nvPr/>
            </p:nvSpPr>
            <p:spPr>
              <a:xfrm>
                <a:off x="3261008" y="-82"/>
                <a:ext cx="5660976" cy="6855838"/>
              </a:xfrm>
              <a:custGeom>
                <a:avLst/>
                <a:gdLst>
                  <a:gd name="connsiteX0" fmla="*/ 1915271 w 5660976"/>
                  <a:gd name="connsiteY0" fmla="*/ 467079 h 6855838"/>
                  <a:gd name="connsiteX1" fmla="*/ 361855 w 5660976"/>
                  <a:gd name="connsiteY1" fmla="*/ 1408260 h 6855838"/>
                  <a:gd name="connsiteX2" fmla="*/ 81222 w 5660976"/>
                  <a:gd name="connsiteY2" fmla="*/ 3348702 h 6855838"/>
                  <a:gd name="connsiteX3" fmla="*/ 1269543 w 5660976"/>
                  <a:gd name="connsiteY3" fmla="*/ 5872938 h 6855838"/>
                  <a:gd name="connsiteX4" fmla="*/ 2736304 w 5660976"/>
                  <a:gd name="connsiteY4" fmla="*/ 6774180 h 6855838"/>
                  <a:gd name="connsiteX5" fmla="*/ 5231500 w 5660976"/>
                  <a:gd name="connsiteY5" fmla="*/ 5961986 h 6855838"/>
                  <a:gd name="connsiteX6" fmla="*/ 5336629 w 5660976"/>
                  <a:gd name="connsiteY6" fmla="*/ 2923134 h 6855838"/>
                  <a:gd name="connsiteX7" fmla="*/ 3879902 w 5660976"/>
                  <a:gd name="connsiteY7" fmla="*/ 37524 h 6855838"/>
                  <a:gd name="connsiteX8" fmla="*/ 1915271 w 5660976"/>
                  <a:gd name="connsiteY8" fmla="*/ 467079 h 6855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660976" h="6855838">
                    <a:moveTo>
                      <a:pt x="1915271" y="467079"/>
                    </a:moveTo>
                    <a:cubicBezTo>
                      <a:pt x="1184416" y="1201257"/>
                      <a:pt x="824039" y="691094"/>
                      <a:pt x="361855" y="1408260"/>
                    </a:cubicBezTo>
                    <a:cubicBezTo>
                      <a:pt x="62814" y="1871972"/>
                      <a:pt x="-112225" y="2505208"/>
                      <a:pt x="81222" y="3348702"/>
                    </a:cubicBezTo>
                    <a:cubicBezTo>
                      <a:pt x="606736" y="5639288"/>
                      <a:pt x="565867" y="5405637"/>
                      <a:pt x="1269543" y="5872938"/>
                    </a:cubicBezTo>
                    <a:cubicBezTo>
                      <a:pt x="1973219" y="6340239"/>
                      <a:pt x="1778311" y="7107976"/>
                      <a:pt x="2736304" y="6774180"/>
                    </a:cubicBezTo>
                    <a:cubicBezTo>
                      <a:pt x="3694298" y="6440384"/>
                      <a:pt x="4876705" y="7208188"/>
                      <a:pt x="5231500" y="5961986"/>
                    </a:cubicBezTo>
                    <a:cubicBezTo>
                      <a:pt x="5586295" y="4715783"/>
                      <a:pt x="4666645" y="3611725"/>
                      <a:pt x="5336629" y="2923134"/>
                    </a:cubicBezTo>
                    <a:cubicBezTo>
                      <a:pt x="6006613" y="2234543"/>
                      <a:pt x="5693285" y="104310"/>
                      <a:pt x="3879902" y="37524"/>
                    </a:cubicBezTo>
                    <a:cubicBezTo>
                      <a:pt x="2871138" y="376"/>
                      <a:pt x="2507372" y="-127812"/>
                      <a:pt x="1915271" y="467079"/>
                    </a:cubicBezTo>
                    <a:close/>
                  </a:path>
                </a:pathLst>
              </a:custGeom>
              <a:solidFill>
                <a:srgbClr val="F8F8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" name="任意多边形: 形状 8"/>
              <p:cNvSpPr/>
              <p:nvPr/>
            </p:nvSpPr>
            <p:spPr>
              <a:xfrm>
                <a:off x="2853053" y="981534"/>
                <a:ext cx="6434220" cy="4686805"/>
              </a:xfrm>
              <a:custGeom>
                <a:avLst/>
                <a:gdLst>
                  <a:gd name="connsiteX0" fmla="*/ 2176762 w 6434220"/>
                  <a:gd name="connsiteY0" fmla="*/ 319321 h 4686805"/>
                  <a:gd name="connsiteX1" fmla="*/ 411226 w 6434220"/>
                  <a:gd name="connsiteY1" fmla="*/ 962723 h 4686805"/>
                  <a:gd name="connsiteX2" fmla="*/ 92249 w 6434220"/>
                  <a:gd name="connsiteY2" fmla="*/ 2289135 h 4686805"/>
                  <a:gd name="connsiteX3" fmla="*/ 1442850 w 6434220"/>
                  <a:gd name="connsiteY3" fmla="*/ 4014799 h 4686805"/>
                  <a:gd name="connsiteX4" fmla="*/ 3109902 w 6434220"/>
                  <a:gd name="connsiteY4" fmla="*/ 4630956 h 4686805"/>
                  <a:gd name="connsiteX5" fmla="*/ 5945871 w 6434220"/>
                  <a:gd name="connsiteY5" fmla="*/ 4075671 h 4686805"/>
                  <a:gd name="connsiteX6" fmla="*/ 6065488 w 6434220"/>
                  <a:gd name="connsiteY6" fmla="*/ 1998202 h 4686805"/>
                  <a:gd name="connsiteX7" fmla="*/ 4410065 w 6434220"/>
                  <a:gd name="connsiteY7" fmla="*/ 25463 h 4686805"/>
                  <a:gd name="connsiteX8" fmla="*/ 2176762 w 6434220"/>
                  <a:gd name="connsiteY8" fmla="*/ 319321 h 46868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434220" h="4686805">
                    <a:moveTo>
                      <a:pt x="2176762" y="319321"/>
                    </a:moveTo>
                    <a:cubicBezTo>
                      <a:pt x="1346094" y="821111"/>
                      <a:pt x="936541" y="472164"/>
                      <a:pt x="411226" y="962723"/>
                    </a:cubicBezTo>
                    <a:cubicBezTo>
                      <a:pt x="71649" y="1279706"/>
                      <a:pt x="-127579" y="1712651"/>
                      <a:pt x="92249" y="2289135"/>
                    </a:cubicBezTo>
                    <a:cubicBezTo>
                      <a:pt x="689600" y="3855111"/>
                      <a:pt x="643149" y="3695158"/>
                      <a:pt x="1442850" y="4014799"/>
                    </a:cubicBezTo>
                    <a:cubicBezTo>
                      <a:pt x="2242551" y="4334441"/>
                      <a:pt x="2020995" y="4859157"/>
                      <a:pt x="3109902" y="4630956"/>
                    </a:cubicBezTo>
                    <a:cubicBezTo>
                      <a:pt x="4198809" y="4402755"/>
                      <a:pt x="5542698" y="4927605"/>
                      <a:pt x="5945871" y="4075671"/>
                    </a:cubicBezTo>
                    <a:cubicBezTo>
                      <a:pt x="6349045" y="3223737"/>
                      <a:pt x="5303798" y="2468958"/>
                      <a:pt x="6065488" y="1998202"/>
                    </a:cubicBezTo>
                    <a:cubicBezTo>
                      <a:pt x="6827177" y="1527445"/>
                      <a:pt x="6470854" y="71050"/>
                      <a:pt x="4410065" y="25463"/>
                    </a:cubicBezTo>
                    <a:cubicBezTo>
                      <a:pt x="3263144" y="344"/>
                      <a:pt x="2849737" y="-87375"/>
                      <a:pt x="2176762" y="319321"/>
                    </a:cubicBezTo>
                    <a:close/>
                  </a:path>
                </a:pathLst>
              </a:custGeom>
              <a:solidFill>
                <a:srgbClr val="F8F8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10" name="图形 4"/>
            <p:cNvGrpSpPr/>
            <p:nvPr/>
          </p:nvGrpSpPr>
          <p:grpSpPr>
            <a:xfrm>
              <a:off x="4303683" y="1789326"/>
              <a:ext cx="3532002" cy="2458779"/>
              <a:chOff x="4303683" y="1789326"/>
              <a:chExt cx="3532002" cy="2458779"/>
            </a:xfrm>
          </p:grpSpPr>
          <p:sp>
            <p:nvSpPr>
              <p:cNvPr id="11" name="任意多边形: 形状 10"/>
              <p:cNvSpPr/>
              <p:nvPr/>
            </p:nvSpPr>
            <p:spPr>
              <a:xfrm>
                <a:off x="4549560" y="1789326"/>
                <a:ext cx="3286124" cy="2266063"/>
              </a:xfrm>
              <a:custGeom>
                <a:avLst/>
                <a:gdLst>
                  <a:gd name="connsiteX0" fmla="*/ 0 w 3286124"/>
                  <a:gd name="connsiteY0" fmla="*/ 93035 h 2266063"/>
                  <a:gd name="connsiteX1" fmla="*/ 0 w 3286124"/>
                  <a:gd name="connsiteY1" fmla="*/ 2266064 h 2266063"/>
                  <a:gd name="connsiteX2" fmla="*/ 3282802 w 3286124"/>
                  <a:gd name="connsiteY2" fmla="*/ 2266064 h 2266063"/>
                  <a:gd name="connsiteX3" fmla="*/ 3286125 w 3286124"/>
                  <a:gd name="connsiteY3" fmla="*/ 3323 h 2266063"/>
                  <a:gd name="connsiteX4" fmla="*/ 0 w 3286124"/>
                  <a:gd name="connsiteY4" fmla="*/ 0 h 2266063"/>
                  <a:gd name="connsiteX5" fmla="*/ 0 w 3286124"/>
                  <a:gd name="connsiteY5" fmla="*/ 93035 h 22660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286124" h="2266063">
                    <a:moveTo>
                      <a:pt x="0" y="93035"/>
                    </a:moveTo>
                    <a:lnTo>
                      <a:pt x="0" y="2266064"/>
                    </a:lnTo>
                    <a:lnTo>
                      <a:pt x="3282802" y="2266064"/>
                    </a:lnTo>
                    <a:lnTo>
                      <a:pt x="3286125" y="3323"/>
                    </a:lnTo>
                    <a:lnTo>
                      <a:pt x="0" y="0"/>
                    </a:lnTo>
                    <a:lnTo>
                      <a:pt x="0" y="93035"/>
                    </a:lnTo>
                    <a:close/>
                  </a:path>
                </a:pathLst>
              </a:custGeom>
              <a:solidFill>
                <a:srgbClr val="E1E6FB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" name="任意多边形: 形状 11" descr="D:\51PPT模板网\51pptmoban.com\图片.jpg"/>
              <p:cNvSpPr/>
              <p:nvPr/>
            </p:nvSpPr>
            <p:spPr>
              <a:xfrm>
                <a:off x="4303683" y="1982041"/>
                <a:ext cx="3286124" cy="2266063"/>
              </a:xfrm>
              <a:custGeom>
                <a:avLst/>
                <a:gdLst>
                  <a:gd name="connsiteX0" fmla="*/ 0 w 3286124"/>
                  <a:gd name="connsiteY0" fmla="*/ 93035 h 2266063"/>
                  <a:gd name="connsiteX1" fmla="*/ 0 w 3286124"/>
                  <a:gd name="connsiteY1" fmla="*/ 2266064 h 2266063"/>
                  <a:gd name="connsiteX2" fmla="*/ 3282802 w 3286124"/>
                  <a:gd name="connsiteY2" fmla="*/ 2266064 h 2266063"/>
                  <a:gd name="connsiteX3" fmla="*/ 3286125 w 3286124"/>
                  <a:gd name="connsiteY3" fmla="*/ 3323 h 2266063"/>
                  <a:gd name="connsiteX4" fmla="*/ 0 w 3286124"/>
                  <a:gd name="connsiteY4" fmla="*/ 0 h 2266063"/>
                  <a:gd name="connsiteX5" fmla="*/ 0 w 3286124"/>
                  <a:gd name="connsiteY5" fmla="*/ 93035 h 22660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286124" h="2266063">
                    <a:moveTo>
                      <a:pt x="0" y="93035"/>
                    </a:moveTo>
                    <a:lnTo>
                      <a:pt x="0" y="2266064"/>
                    </a:lnTo>
                    <a:lnTo>
                      <a:pt x="3282802" y="2266064"/>
                    </a:lnTo>
                    <a:lnTo>
                      <a:pt x="3286125" y="3323"/>
                    </a:lnTo>
                    <a:lnTo>
                      <a:pt x="0" y="0"/>
                    </a:lnTo>
                    <a:lnTo>
                      <a:pt x="0" y="93035"/>
                    </a:lnTo>
                    <a:close/>
                  </a:path>
                </a:pathLst>
              </a:custGeom>
              <a:solidFill>
                <a:srgbClr val="EAEDFB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" name="任意多边形: 形状 12"/>
              <p:cNvSpPr/>
              <p:nvPr/>
            </p:nvSpPr>
            <p:spPr>
              <a:xfrm>
                <a:off x="4400040" y="2158143"/>
                <a:ext cx="99680" cy="99680"/>
              </a:xfrm>
              <a:custGeom>
                <a:avLst/>
                <a:gdLst>
                  <a:gd name="connsiteX0" fmla="*/ 49840 w 99680"/>
                  <a:gd name="connsiteY0" fmla="*/ 0 h 99680"/>
                  <a:gd name="connsiteX1" fmla="*/ 99680 w 99680"/>
                  <a:gd name="connsiteY1" fmla="*/ 0 h 99680"/>
                  <a:gd name="connsiteX2" fmla="*/ 99680 w 99680"/>
                  <a:gd name="connsiteY2" fmla="*/ 99680 h 99680"/>
                  <a:gd name="connsiteX3" fmla="*/ 49840 w 99680"/>
                  <a:gd name="connsiteY3" fmla="*/ 99680 h 99680"/>
                  <a:gd name="connsiteX4" fmla="*/ 49840 w 99680"/>
                  <a:gd name="connsiteY4" fmla="*/ 99680 h 99680"/>
                  <a:gd name="connsiteX5" fmla="*/ 0 w 99680"/>
                  <a:gd name="connsiteY5" fmla="*/ 99680 h 99680"/>
                  <a:gd name="connsiteX6" fmla="*/ 0 w 99680"/>
                  <a:gd name="connsiteY6" fmla="*/ 0 h 99680"/>
                  <a:gd name="connsiteX7" fmla="*/ 49840 w 99680"/>
                  <a:gd name="connsiteY7" fmla="*/ 0 h 99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9680" h="99680">
                    <a:moveTo>
                      <a:pt x="49840" y="0"/>
                    </a:moveTo>
                    <a:cubicBezTo>
                      <a:pt x="77366" y="0"/>
                      <a:pt x="99680" y="0"/>
                      <a:pt x="99680" y="0"/>
                    </a:cubicBezTo>
                    <a:lnTo>
                      <a:pt x="99680" y="99680"/>
                    </a:lnTo>
                    <a:cubicBezTo>
                      <a:pt x="99680" y="99680"/>
                      <a:pt x="77366" y="99680"/>
                      <a:pt x="49840" y="99680"/>
                    </a:cubicBezTo>
                    <a:lnTo>
                      <a:pt x="49840" y="99680"/>
                    </a:lnTo>
                    <a:cubicBezTo>
                      <a:pt x="22314" y="99680"/>
                      <a:pt x="0" y="99680"/>
                      <a:pt x="0" y="99680"/>
                    </a:cubicBezTo>
                    <a:lnTo>
                      <a:pt x="0" y="0"/>
                    </a:lnTo>
                    <a:cubicBezTo>
                      <a:pt x="0" y="0"/>
                      <a:pt x="22314" y="0"/>
                      <a:pt x="49840" y="0"/>
                    </a:cubicBez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4" name="任意多边形: 形状 13"/>
              <p:cNvSpPr/>
              <p:nvPr/>
            </p:nvSpPr>
            <p:spPr>
              <a:xfrm>
                <a:off x="4552883" y="2158143"/>
                <a:ext cx="99680" cy="99680"/>
              </a:xfrm>
              <a:custGeom>
                <a:avLst/>
                <a:gdLst>
                  <a:gd name="connsiteX0" fmla="*/ 49840 w 99680"/>
                  <a:gd name="connsiteY0" fmla="*/ 0 h 99680"/>
                  <a:gd name="connsiteX1" fmla="*/ 99680 w 99680"/>
                  <a:gd name="connsiteY1" fmla="*/ 0 h 99680"/>
                  <a:gd name="connsiteX2" fmla="*/ 99680 w 99680"/>
                  <a:gd name="connsiteY2" fmla="*/ 99680 h 99680"/>
                  <a:gd name="connsiteX3" fmla="*/ 49840 w 99680"/>
                  <a:gd name="connsiteY3" fmla="*/ 99680 h 99680"/>
                  <a:gd name="connsiteX4" fmla="*/ 49840 w 99680"/>
                  <a:gd name="connsiteY4" fmla="*/ 99680 h 99680"/>
                  <a:gd name="connsiteX5" fmla="*/ 0 w 99680"/>
                  <a:gd name="connsiteY5" fmla="*/ 99680 h 99680"/>
                  <a:gd name="connsiteX6" fmla="*/ 0 w 99680"/>
                  <a:gd name="connsiteY6" fmla="*/ 0 h 99680"/>
                  <a:gd name="connsiteX7" fmla="*/ 49840 w 99680"/>
                  <a:gd name="connsiteY7" fmla="*/ 0 h 99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9680" h="99680">
                    <a:moveTo>
                      <a:pt x="49840" y="0"/>
                    </a:moveTo>
                    <a:cubicBezTo>
                      <a:pt x="77366" y="0"/>
                      <a:pt x="99680" y="0"/>
                      <a:pt x="99680" y="0"/>
                    </a:cubicBezTo>
                    <a:lnTo>
                      <a:pt x="99680" y="99680"/>
                    </a:lnTo>
                    <a:cubicBezTo>
                      <a:pt x="99680" y="99680"/>
                      <a:pt x="77366" y="99680"/>
                      <a:pt x="49840" y="99680"/>
                    </a:cubicBezTo>
                    <a:lnTo>
                      <a:pt x="49840" y="99680"/>
                    </a:lnTo>
                    <a:cubicBezTo>
                      <a:pt x="22314" y="99680"/>
                      <a:pt x="0" y="99680"/>
                      <a:pt x="0" y="99680"/>
                    </a:cubicBezTo>
                    <a:lnTo>
                      <a:pt x="0" y="0"/>
                    </a:lnTo>
                    <a:cubicBezTo>
                      <a:pt x="0" y="0"/>
                      <a:pt x="22314" y="0"/>
                      <a:pt x="49840" y="0"/>
                    </a:cubicBez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5" name="任意多边形: 形状 14"/>
              <p:cNvSpPr/>
              <p:nvPr/>
            </p:nvSpPr>
            <p:spPr>
              <a:xfrm>
                <a:off x="4705726" y="2158143"/>
                <a:ext cx="99680" cy="99680"/>
              </a:xfrm>
              <a:custGeom>
                <a:avLst/>
                <a:gdLst>
                  <a:gd name="connsiteX0" fmla="*/ 49840 w 99680"/>
                  <a:gd name="connsiteY0" fmla="*/ 0 h 99680"/>
                  <a:gd name="connsiteX1" fmla="*/ 99680 w 99680"/>
                  <a:gd name="connsiteY1" fmla="*/ 0 h 99680"/>
                  <a:gd name="connsiteX2" fmla="*/ 99680 w 99680"/>
                  <a:gd name="connsiteY2" fmla="*/ 99680 h 99680"/>
                  <a:gd name="connsiteX3" fmla="*/ 49840 w 99680"/>
                  <a:gd name="connsiteY3" fmla="*/ 99680 h 99680"/>
                  <a:gd name="connsiteX4" fmla="*/ 49840 w 99680"/>
                  <a:gd name="connsiteY4" fmla="*/ 99680 h 99680"/>
                  <a:gd name="connsiteX5" fmla="*/ 0 w 99680"/>
                  <a:gd name="connsiteY5" fmla="*/ 99680 h 99680"/>
                  <a:gd name="connsiteX6" fmla="*/ 0 w 99680"/>
                  <a:gd name="connsiteY6" fmla="*/ 0 h 99680"/>
                  <a:gd name="connsiteX7" fmla="*/ 49840 w 99680"/>
                  <a:gd name="connsiteY7" fmla="*/ 0 h 99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9680" h="99680">
                    <a:moveTo>
                      <a:pt x="49840" y="0"/>
                    </a:moveTo>
                    <a:cubicBezTo>
                      <a:pt x="77366" y="0"/>
                      <a:pt x="99680" y="0"/>
                      <a:pt x="99680" y="0"/>
                    </a:cubicBezTo>
                    <a:lnTo>
                      <a:pt x="99680" y="99680"/>
                    </a:lnTo>
                    <a:cubicBezTo>
                      <a:pt x="99680" y="99680"/>
                      <a:pt x="77366" y="99680"/>
                      <a:pt x="49840" y="99680"/>
                    </a:cubicBezTo>
                    <a:lnTo>
                      <a:pt x="49840" y="99680"/>
                    </a:lnTo>
                    <a:cubicBezTo>
                      <a:pt x="22314" y="99680"/>
                      <a:pt x="0" y="99680"/>
                      <a:pt x="0" y="99680"/>
                    </a:cubicBezTo>
                    <a:lnTo>
                      <a:pt x="0" y="0"/>
                    </a:lnTo>
                    <a:cubicBezTo>
                      <a:pt x="0" y="0"/>
                      <a:pt x="22314" y="0"/>
                      <a:pt x="49840" y="0"/>
                    </a:cubicBez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grpSp>
            <p:nvGrpSpPr>
              <p:cNvPr id="16" name="图形 4"/>
              <p:cNvGrpSpPr/>
              <p:nvPr/>
            </p:nvGrpSpPr>
            <p:grpSpPr>
              <a:xfrm>
                <a:off x="4479784" y="2483765"/>
                <a:ext cx="2272709" cy="1528430"/>
                <a:chOff x="4479784" y="2483765"/>
                <a:chExt cx="2272709" cy="1528430"/>
              </a:xfrm>
              <a:solidFill>
                <a:srgbClr val="FFFFFF"/>
              </a:solidFill>
            </p:grpSpPr>
            <p:grpSp>
              <p:nvGrpSpPr>
                <p:cNvPr id="17" name="图形 4"/>
                <p:cNvGrpSpPr/>
                <p:nvPr/>
              </p:nvGrpSpPr>
              <p:grpSpPr>
                <a:xfrm>
                  <a:off x="4479784" y="2483765"/>
                  <a:ext cx="684470" cy="677825"/>
                  <a:chOff x="4479784" y="2483765"/>
                  <a:chExt cx="684470" cy="677825"/>
                </a:xfrm>
                <a:solidFill>
                  <a:srgbClr val="FFFFFF"/>
                </a:solidFill>
              </p:grpSpPr>
              <p:sp>
                <p:nvSpPr>
                  <p:cNvPr id="18" name="任意多边形: 形状 17"/>
                  <p:cNvSpPr/>
                  <p:nvPr/>
                </p:nvSpPr>
                <p:spPr>
                  <a:xfrm>
                    <a:off x="4479784" y="2483765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9" name="任意多边形: 形状 18"/>
                  <p:cNvSpPr/>
                  <p:nvPr/>
                </p:nvSpPr>
                <p:spPr>
                  <a:xfrm>
                    <a:off x="4539592" y="2483765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0" name="任意多边形: 形状 19"/>
                  <p:cNvSpPr/>
                  <p:nvPr/>
                </p:nvSpPr>
                <p:spPr>
                  <a:xfrm>
                    <a:off x="4592755" y="2483765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1" name="任意多边形: 形状 20"/>
                  <p:cNvSpPr/>
                  <p:nvPr/>
                </p:nvSpPr>
                <p:spPr>
                  <a:xfrm>
                    <a:off x="4652563" y="2483765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2" name="任意多边形: 形状 21"/>
                  <p:cNvSpPr/>
                  <p:nvPr/>
                </p:nvSpPr>
                <p:spPr>
                  <a:xfrm>
                    <a:off x="4705726" y="2483765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3" name="任意多边形: 形状 22"/>
                  <p:cNvSpPr/>
                  <p:nvPr/>
                </p:nvSpPr>
                <p:spPr>
                  <a:xfrm>
                    <a:off x="4765534" y="2483765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4" name="任意多边形: 形状 23"/>
                  <p:cNvSpPr/>
                  <p:nvPr/>
                </p:nvSpPr>
                <p:spPr>
                  <a:xfrm>
                    <a:off x="4818697" y="2483765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5" name="任意多边形: 形状 24"/>
                  <p:cNvSpPr/>
                  <p:nvPr/>
                </p:nvSpPr>
                <p:spPr>
                  <a:xfrm>
                    <a:off x="4871860" y="2483765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6" name="任意多边形: 形状 25"/>
                  <p:cNvSpPr/>
                  <p:nvPr/>
                </p:nvSpPr>
                <p:spPr>
                  <a:xfrm>
                    <a:off x="4925023" y="2483765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7" name="任意多边形: 形状 26"/>
                  <p:cNvSpPr/>
                  <p:nvPr/>
                </p:nvSpPr>
                <p:spPr>
                  <a:xfrm>
                    <a:off x="4984831" y="2483765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8" name="任意多边形: 形状 27"/>
                  <p:cNvSpPr/>
                  <p:nvPr/>
                </p:nvSpPr>
                <p:spPr>
                  <a:xfrm>
                    <a:off x="5037994" y="2483765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9" name="任意多边形: 形状 28"/>
                  <p:cNvSpPr/>
                  <p:nvPr/>
                </p:nvSpPr>
                <p:spPr>
                  <a:xfrm>
                    <a:off x="5097802" y="2483765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0" name="任意多边形: 形状 29"/>
                  <p:cNvSpPr/>
                  <p:nvPr/>
                </p:nvSpPr>
                <p:spPr>
                  <a:xfrm>
                    <a:off x="5150965" y="2483765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1" name="任意多边形: 形状 30"/>
                  <p:cNvSpPr/>
                  <p:nvPr/>
                </p:nvSpPr>
                <p:spPr>
                  <a:xfrm>
                    <a:off x="4479784" y="2483765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2" name="任意多边形: 形状 31"/>
                  <p:cNvSpPr/>
                  <p:nvPr/>
                </p:nvSpPr>
                <p:spPr>
                  <a:xfrm>
                    <a:off x="4479784" y="2550219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3" name="任意多边形: 形状 32"/>
                  <p:cNvSpPr/>
                  <p:nvPr/>
                </p:nvSpPr>
                <p:spPr>
                  <a:xfrm>
                    <a:off x="4479784" y="2616672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4" name="任意多边形: 形状 33"/>
                  <p:cNvSpPr/>
                  <p:nvPr/>
                </p:nvSpPr>
                <p:spPr>
                  <a:xfrm>
                    <a:off x="4479784" y="2683126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5" name="任意多边形: 形状 34"/>
                  <p:cNvSpPr/>
                  <p:nvPr/>
                </p:nvSpPr>
                <p:spPr>
                  <a:xfrm>
                    <a:off x="4479784" y="2749579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6" name="任意多边形: 形状 35"/>
                  <p:cNvSpPr/>
                  <p:nvPr/>
                </p:nvSpPr>
                <p:spPr>
                  <a:xfrm>
                    <a:off x="4479784" y="2816033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7" name="任意多边形: 形状 36"/>
                  <p:cNvSpPr/>
                  <p:nvPr/>
                </p:nvSpPr>
                <p:spPr>
                  <a:xfrm>
                    <a:off x="4479784" y="2882486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8" name="任意多边形: 形状 37"/>
                  <p:cNvSpPr/>
                  <p:nvPr/>
                </p:nvSpPr>
                <p:spPr>
                  <a:xfrm>
                    <a:off x="4479784" y="2948940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9" name="任意多边形: 形状 38"/>
                  <p:cNvSpPr/>
                  <p:nvPr/>
                </p:nvSpPr>
                <p:spPr>
                  <a:xfrm>
                    <a:off x="4479784" y="3015393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0" name="任意多边形: 形状 39"/>
                  <p:cNvSpPr/>
                  <p:nvPr/>
                </p:nvSpPr>
                <p:spPr>
                  <a:xfrm>
                    <a:off x="4479784" y="3081846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1" name="任意多边形: 形状 40"/>
                  <p:cNvSpPr/>
                  <p:nvPr/>
                </p:nvSpPr>
                <p:spPr>
                  <a:xfrm>
                    <a:off x="4479784" y="3148300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</p:grpSp>
            <p:grpSp>
              <p:nvGrpSpPr>
                <p:cNvPr id="42" name="图形 4"/>
                <p:cNvGrpSpPr/>
                <p:nvPr/>
              </p:nvGrpSpPr>
              <p:grpSpPr>
                <a:xfrm>
                  <a:off x="5317098" y="3334370"/>
                  <a:ext cx="684470" cy="677825"/>
                  <a:chOff x="5317098" y="3334370"/>
                  <a:chExt cx="684470" cy="677825"/>
                </a:xfrm>
                <a:solidFill>
                  <a:srgbClr val="FFFFFF"/>
                </a:solidFill>
              </p:grpSpPr>
              <p:sp>
                <p:nvSpPr>
                  <p:cNvPr id="43" name="任意多边形: 形状 42"/>
                  <p:cNvSpPr/>
                  <p:nvPr/>
                </p:nvSpPr>
                <p:spPr>
                  <a:xfrm>
                    <a:off x="5317098" y="3334370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4" name="任意多边形: 形状 43"/>
                  <p:cNvSpPr/>
                  <p:nvPr/>
                </p:nvSpPr>
                <p:spPr>
                  <a:xfrm>
                    <a:off x="5376906" y="3334370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5" name="任意多边形: 形状 44"/>
                  <p:cNvSpPr/>
                  <p:nvPr/>
                </p:nvSpPr>
                <p:spPr>
                  <a:xfrm>
                    <a:off x="5430069" y="3334370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6" name="任意多边形: 形状 45"/>
                  <p:cNvSpPr/>
                  <p:nvPr/>
                </p:nvSpPr>
                <p:spPr>
                  <a:xfrm>
                    <a:off x="5489877" y="3334370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7" name="任意多边形: 形状 46"/>
                  <p:cNvSpPr/>
                  <p:nvPr/>
                </p:nvSpPr>
                <p:spPr>
                  <a:xfrm>
                    <a:off x="5543040" y="3334370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8" name="任意多边形: 形状 47"/>
                  <p:cNvSpPr/>
                  <p:nvPr/>
                </p:nvSpPr>
                <p:spPr>
                  <a:xfrm>
                    <a:off x="5602848" y="3334370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9" name="任意多边形: 形状 48"/>
                  <p:cNvSpPr/>
                  <p:nvPr/>
                </p:nvSpPr>
                <p:spPr>
                  <a:xfrm>
                    <a:off x="5656011" y="3334370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0" name="任意多边形: 形状 49"/>
                  <p:cNvSpPr/>
                  <p:nvPr/>
                </p:nvSpPr>
                <p:spPr>
                  <a:xfrm>
                    <a:off x="5709174" y="3334370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1" name="任意多边形: 形状 50"/>
                  <p:cNvSpPr/>
                  <p:nvPr/>
                </p:nvSpPr>
                <p:spPr>
                  <a:xfrm>
                    <a:off x="5762337" y="3334370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2" name="任意多边形: 形状 51"/>
                  <p:cNvSpPr/>
                  <p:nvPr/>
                </p:nvSpPr>
                <p:spPr>
                  <a:xfrm>
                    <a:off x="5822145" y="3334370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3" name="任意多边形: 形状 52"/>
                  <p:cNvSpPr/>
                  <p:nvPr/>
                </p:nvSpPr>
                <p:spPr>
                  <a:xfrm>
                    <a:off x="5875307" y="3334370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4" name="任意多边形: 形状 53"/>
                  <p:cNvSpPr/>
                  <p:nvPr/>
                </p:nvSpPr>
                <p:spPr>
                  <a:xfrm>
                    <a:off x="5935116" y="3334370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5" name="任意多边形: 形状 54"/>
                  <p:cNvSpPr/>
                  <p:nvPr/>
                </p:nvSpPr>
                <p:spPr>
                  <a:xfrm>
                    <a:off x="5988278" y="3334370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6" name="任意多边形: 形状 55"/>
                  <p:cNvSpPr/>
                  <p:nvPr/>
                </p:nvSpPr>
                <p:spPr>
                  <a:xfrm>
                    <a:off x="5317098" y="3334370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7" name="任意多边形: 形状 56"/>
                  <p:cNvSpPr/>
                  <p:nvPr/>
                </p:nvSpPr>
                <p:spPr>
                  <a:xfrm>
                    <a:off x="5317098" y="3400823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8" name="任意多边形: 形状 57"/>
                  <p:cNvSpPr/>
                  <p:nvPr/>
                </p:nvSpPr>
                <p:spPr>
                  <a:xfrm>
                    <a:off x="5317098" y="3467277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9" name="任意多边形: 形状 58"/>
                  <p:cNvSpPr/>
                  <p:nvPr/>
                </p:nvSpPr>
                <p:spPr>
                  <a:xfrm>
                    <a:off x="5317098" y="3533730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0" name="任意多边形: 形状 59"/>
                  <p:cNvSpPr/>
                  <p:nvPr/>
                </p:nvSpPr>
                <p:spPr>
                  <a:xfrm>
                    <a:off x="5317098" y="3600184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1" name="任意多边形: 形状 60"/>
                  <p:cNvSpPr/>
                  <p:nvPr/>
                </p:nvSpPr>
                <p:spPr>
                  <a:xfrm>
                    <a:off x="5317098" y="3666637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2" name="任意多边形: 形状 61"/>
                  <p:cNvSpPr/>
                  <p:nvPr/>
                </p:nvSpPr>
                <p:spPr>
                  <a:xfrm>
                    <a:off x="5317098" y="3733091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3" name="任意多边形: 形状 62"/>
                  <p:cNvSpPr/>
                  <p:nvPr/>
                </p:nvSpPr>
                <p:spPr>
                  <a:xfrm>
                    <a:off x="5317098" y="3799544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4" name="任意多边形: 形状 63"/>
                  <p:cNvSpPr/>
                  <p:nvPr/>
                </p:nvSpPr>
                <p:spPr>
                  <a:xfrm>
                    <a:off x="5317098" y="3865998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5" name="任意多边形: 形状 64"/>
                  <p:cNvSpPr/>
                  <p:nvPr/>
                </p:nvSpPr>
                <p:spPr>
                  <a:xfrm>
                    <a:off x="5317098" y="3932451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6" name="任意多边形: 形状 65"/>
                  <p:cNvSpPr/>
                  <p:nvPr/>
                </p:nvSpPr>
                <p:spPr>
                  <a:xfrm>
                    <a:off x="5317098" y="3998905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</p:grpSp>
            <p:grpSp>
              <p:nvGrpSpPr>
                <p:cNvPr id="67" name="图形 4"/>
                <p:cNvGrpSpPr/>
                <p:nvPr/>
              </p:nvGrpSpPr>
              <p:grpSpPr>
                <a:xfrm>
                  <a:off x="6068023" y="2556864"/>
                  <a:ext cx="684470" cy="677825"/>
                  <a:chOff x="6068023" y="2556864"/>
                  <a:chExt cx="684470" cy="677825"/>
                </a:xfrm>
                <a:solidFill>
                  <a:srgbClr val="FFFFFF"/>
                </a:solidFill>
              </p:grpSpPr>
              <p:sp>
                <p:nvSpPr>
                  <p:cNvPr id="68" name="任意多边形: 形状 67"/>
                  <p:cNvSpPr/>
                  <p:nvPr/>
                </p:nvSpPr>
                <p:spPr>
                  <a:xfrm>
                    <a:off x="6068023" y="2556864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9" name="任意多边形: 形状 68"/>
                  <p:cNvSpPr/>
                  <p:nvPr/>
                </p:nvSpPr>
                <p:spPr>
                  <a:xfrm>
                    <a:off x="6127831" y="2556864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0" name="任意多边形: 形状 69"/>
                  <p:cNvSpPr/>
                  <p:nvPr/>
                </p:nvSpPr>
                <p:spPr>
                  <a:xfrm>
                    <a:off x="6180994" y="2556864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1" name="任意多边形: 形状 70"/>
                  <p:cNvSpPr/>
                  <p:nvPr/>
                </p:nvSpPr>
                <p:spPr>
                  <a:xfrm>
                    <a:off x="6240802" y="2556864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2" name="任意多边形: 形状 71"/>
                  <p:cNvSpPr/>
                  <p:nvPr/>
                </p:nvSpPr>
                <p:spPr>
                  <a:xfrm>
                    <a:off x="6293964" y="2556864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3" name="任意多边形: 形状 72"/>
                  <p:cNvSpPr/>
                  <p:nvPr/>
                </p:nvSpPr>
                <p:spPr>
                  <a:xfrm>
                    <a:off x="6353773" y="2556864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4" name="任意多边形: 形状 73"/>
                  <p:cNvSpPr/>
                  <p:nvPr/>
                </p:nvSpPr>
                <p:spPr>
                  <a:xfrm>
                    <a:off x="6406935" y="2556864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5" name="任意多边形: 形状 74"/>
                  <p:cNvSpPr/>
                  <p:nvPr/>
                </p:nvSpPr>
                <p:spPr>
                  <a:xfrm>
                    <a:off x="6460098" y="2556864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6" name="任意多边形: 形状 75"/>
                  <p:cNvSpPr/>
                  <p:nvPr/>
                </p:nvSpPr>
                <p:spPr>
                  <a:xfrm>
                    <a:off x="6513261" y="2556864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7" name="任意多边形: 形状 76"/>
                  <p:cNvSpPr/>
                  <p:nvPr/>
                </p:nvSpPr>
                <p:spPr>
                  <a:xfrm>
                    <a:off x="6573069" y="2556864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8" name="任意多边形: 形状 77"/>
                  <p:cNvSpPr/>
                  <p:nvPr/>
                </p:nvSpPr>
                <p:spPr>
                  <a:xfrm>
                    <a:off x="6626232" y="2556864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9" name="任意多边形: 形状 78"/>
                  <p:cNvSpPr/>
                  <p:nvPr/>
                </p:nvSpPr>
                <p:spPr>
                  <a:xfrm>
                    <a:off x="6686040" y="2556864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0" name="任意多边形: 形状 79"/>
                  <p:cNvSpPr/>
                  <p:nvPr/>
                </p:nvSpPr>
                <p:spPr>
                  <a:xfrm>
                    <a:off x="6739203" y="2556864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1" name="任意多边形: 形状 80"/>
                  <p:cNvSpPr/>
                  <p:nvPr/>
                </p:nvSpPr>
                <p:spPr>
                  <a:xfrm>
                    <a:off x="6068023" y="2556864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2" name="任意多边形: 形状 81"/>
                  <p:cNvSpPr/>
                  <p:nvPr/>
                </p:nvSpPr>
                <p:spPr>
                  <a:xfrm>
                    <a:off x="6068023" y="2623317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3" name="任意多边形: 形状 82"/>
                  <p:cNvSpPr/>
                  <p:nvPr/>
                </p:nvSpPr>
                <p:spPr>
                  <a:xfrm>
                    <a:off x="6068023" y="2689771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4" name="任意多边形: 形状 83"/>
                  <p:cNvSpPr/>
                  <p:nvPr/>
                </p:nvSpPr>
                <p:spPr>
                  <a:xfrm>
                    <a:off x="6068023" y="2756224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5" name="任意多边形: 形状 84"/>
                  <p:cNvSpPr/>
                  <p:nvPr/>
                </p:nvSpPr>
                <p:spPr>
                  <a:xfrm>
                    <a:off x="6068023" y="2822678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6" name="任意多边形: 形状 85"/>
                  <p:cNvSpPr/>
                  <p:nvPr/>
                </p:nvSpPr>
                <p:spPr>
                  <a:xfrm>
                    <a:off x="6068023" y="2889131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7" name="任意多边形: 形状 86"/>
                  <p:cNvSpPr/>
                  <p:nvPr/>
                </p:nvSpPr>
                <p:spPr>
                  <a:xfrm>
                    <a:off x="6068023" y="2955585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8" name="任意多边形: 形状 87"/>
                  <p:cNvSpPr/>
                  <p:nvPr/>
                </p:nvSpPr>
                <p:spPr>
                  <a:xfrm>
                    <a:off x="6068023" y="3022038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9" name="任意多边形: 形状 88"/>
                  <p:cNvSpPr/>
                  <p:nvPr/>
                </p:nvSpPr>
                <p:spPr>
                  <a:xfrm>
                    <a:off x="6068023" y="3088492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0" name="任意多边形: 形状 89"/>
                  <p:cNvSpPr/>
                  <p:nvPr/>
                </p:nvSpPr>
                <p:spPr>
                  <a:xfrm>
                    <a:off x="6068023" y="3154945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1" name="任意多边形: 形状 90"/>
                  <p:cNvSpPr/>
                  <p:nvPr/>
                </p:nvSpPr>
                <p:spPr>
                  <a:xfrm>
                    <a:off x="6068023" y="3221399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</p:grpSp>
          </p:grpSp>
          <p:sp>
            <p:nvSpPr>
              <p:cNvPr id="92" name="任意多边形: 形状 91"/>
              <p:cNvSpPr/>
              <p:nvPr/>
            </p:nvSpPr>
            <p:spPr>
              <a:xfrm>
                <a:off x="4805406" y="2696416"/>
                <a:ext cx="976866" cy="677825"/>
              </a:xfrm>
              <a:custGeom>
                <a:avLst/>
                <a:gdLst>
                  <a:gd name="connsiteX0" fmla="*/ 0 w 976866"/>
                  <a:gd name="connsiteY0" fmla="*/ 0 h 677825"/>
                  <a:gd name="connsiteX1" fmla="*/ 976866 w 976866"/>
                  <a:gd name="connsiteY1" fmla="*/ 0 h 677825"/>
                  <a:gd name="connsiteX2" fmla="*/ 976866 w 976866"/>
                  <a:gd name="connsiteY2" fmla="*/ 677826 h 677825"/>
                  <a:gd name="connsiteX3" fmla="*/ 0 w 976866"/>
                  <a:gd name="connsiteY3" fmla="*/ 677826 h 677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76866" h="677825">
                    <a:moveTo>
                      <a:pt x="0" y="0"/>
                    </a:moveTo>
                    <a:lnTo>
                      <a:pt x="976866" y="0"/>
                    </a:lnTo>
                    <a:lnTo>
                      <a:pt x="976866" y="677826"/>
                    </a:lnTo>
                    <a:lnTo>
                      <a:pt x="0" y="677826"/>
                    </a:ln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3" name="任意多边形: 形状 92"/>
              <p:cNvSpPr/>
              <p:nvPr/>
            </p:nvSpPr>
            <p:spPr>
              <a:xfrm>
                <a:off x="4905087" y="2782806"/>
                <a:ext cx="976866" cy="677825"/>
              </a:xfrm>
              <a:custGeom>
                <a:avLst/>
                <a:gdLst>
                  <a:gd name="connsiteX0" fmla="*/ 0 w 976866"/>
                  <a:gd name="connsiteY0" fmla="*/ 0 h 677825"/>
                  <a:gd name="connsiteX1" fmla="*/ 976866 w 976866"/>
                  <a:gd name="connsiteY1" fmla="*/ 0 h 677825"/>
                  <a:gd name="connsiteX2" fmla="*/ 976866 w 976866"/>
                  <a:gd name="connsiteY2" fmla="*/ 677826 h 677825"/>
                  <a:gd name="connsiteX3" fmla="*/ 0 w 976866"/>
                  <a:gd name="connsiteY3" fmla="*/ 677826 h 677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76866" h="677825">
                    <a:moveTo>
                      <a:pt x="0" y="0"/>
                    </a:moveTo>
                    <a:lnTo>
                      <a:pt x="976866" y="0"/>
                    </a:lnTo>
                    <a:lnTo>
                      <a:pt x="976866" y="677826"/>
                    </a:lnTo>
                    <a:lnTo>
                      <a:pt x="0" y="677826"/>
                    </a:lnTo>
                    <a:close/>
                  </a:path>
                </a:pathLst>
              </a:custGeom>
              <a:solidFill>
                <a:srgbClr val="E1E6FB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4" name="任意多边形: 形状 93"/>
              <p:cNvSpPr/>
              <p:nvPr/>
            </p:nvSpPr>
            <p:spPr>
              <a:xfrm>
                <a:off x="5104447" y="2875841"/>
                <a:ext cx="558209" cy="13290"/>
              </a:xfrm>
              <a:custGeom>
                <a:avLst/>
                <a:gdLst>
                  <a:gd name="connsiteX0" fmla="*/ 0 w 558209"/>
                  <a:gd name="connsiteY0" fmla="*/ 0 h 13290"/>
                  <a:gd name="connsiteX1" fmla="*/ 558209 w 558209"/>
                  <a:gd name="connsiteY1" fmla="*/ 0 h 13290"/>
                  <a:gd name="connsiteX2" fmla="*/ 558209 w 558209"/>
                  <a:gd name="connsiteY2" fmla="*/ 13291 h 13290"/>
                  <a:gd name="connsiteX3" fmla="*/ 0 w 558209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58209" h="13290">
                    <a:moveTo>
                      <a:pt x="0" y="0"/>
                    </a:moveTo>
                    <a:lnTo>
                      <a:pt x="558209" y="0"/>
                    </a:lnTo>
                    <a:lnTo>
                      <a:pt x="558209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5" name="任意多边形: 形状 94"/>
              <p:cNvSpPr/>
              <p:nvPr/>
            </p:nvSpPr>
            <p:spPr>
              <a:xfrm>
                <a:off x="5104447" y="2909067"/>
                <a:ext cx="458529" cy="13290"/>
              </a:xfrm>
              <a:custGeom>
                <a:avLst/>
                <a:gdLst>
                  <a:gd name="connsiteX0" fmla="*/ 0 w 458529"/>
                  <a:gd name="connsiteY0" fmla="*/ 0 h 13290"/>
                  <a:gd name="connsiteX1" fmla="*/ 458529 w 458529"/>
                  <a:gd name="connsiteY1" fmla="*/ 0 h 13290"/>
                  <a:gd name="connsiteX2" fmla="*/ 458529 w 458529"/>
                  <a:gd name="connsiteY2" fmla="*/ 13291 h 13290"/>
                  <a:gd name="connsiteX3" fmla="*/ 0 w 458529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58529" h="13290">
                    <a:moveTo>
                      <a:pt x="0" y="0"/>
                    </a:moveTo>
                    <a:lnTo>
                      <a:pt x="458529" y="0"/>
                    </a:lnTo>
                    <a:lnTo>
                      <a:pt x="458529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6" name="任意多边形: 形状 95"/>
              <p:cNvSpPr/>
              <p:nvPr/>
            </p:nvSpPr>
            <p:spPr>
              <a:xfrm>
                <a:off x="5104447" y="2935649"/>
                <a:ext cx="604726" cy="13290"/>
              </a:xfrm>
              <a:custGeom>
                <a:avLst/>
                <a:gdLst>
                  <a:gd name="connsiteX0" fmla="*/ 0 w 604726"/>
                  <a:gd name="connsiteY0" fmla="*/ 0 h 13290"/>
                  <a:gd name="connsiteX1" fmla="*/ 604727 w 604726"/>
                  <a:gd name="connsiteY1" fmla="*/ 0 h 13290"/>
                  <a:gd name="connsiteX2" fmla="*/ 604727 w 604726"/>
                  <a:gd name="connsiteY2" fmla="*/ 13291 h 13290"/>
                  <a:gd name="connsiteX3" fmla="*/ 0 w 604726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04726" h="13290">
                    <a:moveTo>
                      <a:pt x="0" y="0"/>
                    </a:moveTo>
                    <a:lnTo>
                      <a:pt x="604727" y="0"/>
                    </a:lnTo>
                    <a:lnTo>
                      <a:pt x="604727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7" name="任意多边形: 形状 96"/>
              <p:cNvSpPr/>
              <p:nvPr/>
            </p:nvSpPr>
            <p:spPr>
              <a:xfrm>
                <a:off x="5104447" y="3022038"/>
                <a:ext cx="265813" cy="13290"/>
              </a:xfrm>
              <a:custGeom>
                <a:avLst/>
                <a:gdLst>
                  <a:gd name="connsiteX0" fmla="*/ 0 w 265813"/>
                  <a:gd name="connsiteY0" fmla="*/ 0 h 13290"/>
                  <a:gd name="connsiteX1" fmla="*/ 265814 w 265813"/>
                  <a:gd name="connsiteY1" fmla="*/ 0 h 13290"/>
                  <a:gd name="connsiteX2" fmla="*/ 265814 w 265813"/>
                  <a:gd name="connsiteY2" fmla="*/ 13291 h 13290"/>
                  <a:gd name="connsiteX3" fmla="*/ 0 w 265813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5813" h="13290">
                    <a:moveTo>
                      <a:pt x="0" y="0"/>
                    </a:moveTo>
                    <a:lnTo>
                      <a:pt x="265814" y="0"/>
                    </a:lnTo>
                    <a:lnTo>
                      <a:pt x="265814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8" name="任意多边形: 形状 97"/>
              <p:cNvSpPr/>
              <p:nvPr/>
            </p:nvSpPr>
            <p:spPr>
              <a:xfrm>
                <a:off x="5104447" y="3055265"/>
                <a:ext cx="405366" cy="13290"/>
              </a:xfrm>
              <a:custGeom>
                <a:avLst/>
                <a:gdLst>
                  <a:gd name="connsiteX0" fmla="*/ 0 w 405366"/>
                  <a:gd name="connsiteY0" fmla="*/ 0 h 13290"/>
                  <a:gd name="connsiteX1" fmla="*/ 405366 w 405366"/>
                  <a:gd name="connsiteY1" fmla="*/ 0 h 13290"/>
                  <a:gd name="connsiteX2" fmla="*/ 405366 w 405366"/>
                  <a:gd name="connsiteY2" fmla="*/ 13291 h 13290"/>
                  <a:gd name="connsiteX3" fmla="*/ 0 w 405366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05366" h="13290">
                    <a:moveTo>
                      <a:pt x="0" y="0"/>
                    </a:moveTo>
                    <a:lnTo>
                      <a:pt x="405366" y="0"/>
                    </a:lnTo>
                    <a:lnTo>
                      <a:pt x="405366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9" name="任意多边形: 形状 98"/>
              <p:cNvSpPr/>
              <p:nvPr/>
            </p:nvSpPr>
            <p:spPr>
              <a:xfrm>
                <a:off x="5104447" y="3081846"/>
                <a:ext cx="378784" cy="13290"/>
              </a:xfrm>
              <a:custGeom>
                <a:avLst/>
                <a:gdLst>
                  <a:gd name="connsiteX0" fmla="*/ 0 w 378784"/>
                  <a:gd name="connsiteY0" fmla="*/ 0 h 13290"/>
                  <a:gd name="connsiteX1" fmla="*/ 378785 w 378784"/>
                  <a:gd name="connsiteY1" fmla="*/ 0 h 13290"/>
                  <a:gd name="connsiteX2" fmla="*/ 378785 w 378784"/>
                  <a:gd name="connsiteY2" fmla="*/ 13291 h 13290"/>
                  <a:gd name="connsiteX3" fmla="*/ 0 w 378784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8784" h="13290">
                    <a:moveTo>
                      <a:pt x="0" y="0"/>
                    </a:moveTo>
                    <a:lnTo>
                      <a:pt x="378785" y="0"/>
                    </a:lnTo>
                    <a:lnTo>
                      <a:pt x="378785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0" name="任意多边形: 形状 99"/>
              <p:cNvSpPr/>
              <p:nvPr/>
            </p:nvSpPr>
            <p:spPr>
              <a:xfrm>
                <a:off x="5104447" y="3174881"/>
                <a:ext cx="265813" cy="13290"/>
              </a:xfrm>
              <a:custGeom>
                <a:avLst/>
                <a:gdLst>
                  <a:gd name="connsiteX0" fmla="*/ 0 w 265813"/>
                  <a:gd name="connsiteY0" fmla="*/ 0 h 13290"/>
                  <a:gd name="connsiteX1" fmla="*/ 265814 w 265813"/>
                  <a:gd name="connsiteY1" fmla="*/ 0 h 13290"/>
                  <a:gd name="connsiteX2" fmla="*/ 265814 w 265813"/>
                  <a:gd name="connsiteY2" fmla="*/ 13291 h 13290"/>
                  <a:gd name="connsiteX3" fmla="*/ 0 w 265813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5813" h="13290">
                    <a:moveTo>
                      <a:pt x="0" y="0"/>
                    </a:moveTo>
                    <a:lnTo>
                      <a:pt x="265814" y="0"/>
                    </a:lnTo>
                    <a:lnTo>
                      <a:pt x="265814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1" name="任意多边形: 形状 100"/>
              <p:cNvSpPr/>
              <p:nvPr/>
            </p:nvSpPr>
            <p:spPr>
              <a:xfrm>
                <a:off x="5104447" y="3208108"/>
                <a:ext cx="405366" cy="13290"/>
              </a:xfrm>
              <a:custGeom>
                <a:avLst/>
                <a:gdLst>
                  <a:gd name="connsiteX0" fmla="*/ 0 w 405366"/>
                  <a:gd name="connsiteY0" fmla="*/ 0 h 13290"/>
                  <a:gd name="connsiteX1" fmla="*/ 405366 w 405366"/>
                  <a:gd name="connsiteY1" fmla="*/ 0 h 13290"/>
                  <a:gd name="connsiteX2" fmla="*/ 405366 w 405366"/>
                  <a:gd name="connsiteY2" fmla="*/ 13291 h 13290"/>
                  <a:gd name="connsiteX3" fmla="*/ 0 w 405366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05366" h="13290">
                    <a:moveTo>
                      <a:pt x="0" y="0"/>
                    </a:moveTo>
                    <a:lnTo>
                      <a:pt x="405366" y="0"/>
                    </a:lnTo>
                    <a:lnTo>
                      <a:pt x="405366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2" name="任意多边形: 形状 101"/>
              <p:cNvSpPr/>
              <p:nvPr/>
            </p:nvSpPr>
            <p:spPr>
              <a:xfrm>
                <a:off x="5104447" y="3234690"/>
                <a:ext cx="378784" cy="13290"/>
              </a:xfrm>
              <a:custGeom>
                <a:avLst/>
                <a:gdLst>
                  <a:gd name="connsiteX0" fmla="*/ 0 w 378784"/>
                  <a:gd name="connsiteY0" fmla="*/ 0 h 13290"/>
                  <a:gd name="connsiteX1" fmla="*/ 378785 w 378784"/>
                  <a:gd name="connsiteY1" fmla="*/ 0 h 13290"/>
                  <a:gd name="connsiteX2" fmla="*/ 378785 w 378784"/>
                  <a:gd name="connsiteY2" fmla="*/ 13291 h 13290"/>
                  <a:gd name="connsiteX3" fmla="*/ 0 w 378784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8784" h="13290">
                    <a:moveTo>
                      <a:pt x="0" y="0"/>
                    </a:moveTo>
                    <a:lnTo>
                      <a:pt x="378785" y="0"/>
                    </a:lnTo>
                    <a:lnTo>
                      <a:pt x="378785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3" name="任意多边形: 形状 102"/>
              <p:cNvSpPr/>
              <p:nvPr/>
            </p:nvSpPr>
            <p:spPr>
              <a:xfrm>
                <a:off x="4978185" y="2869195"/>
                <a:ext cx="86389" cy="86389"/>
              </a:xfrm>
              <a:custGeom>
                <a:avLst/>
                <a:gdLst>
                  <a:gd name="connsiteX0" fmla="*/ 86390 w 86389"/>
                  <a:gd name="connsiteY0" fmla="*/ 43195 h 86389"/>
                  <a:gd name="connsiteX1" fmla="*/ 43195 w 86389"/>
                  <a:gd name="connsiteY1" fmla="*/ 86390 h 86389"/>
                  <a:gd name="connsiteX2" fmla="*/ 0 w 86389"/>
                  <a:gd name="connsiteY2" fmla="*/ 43195 h 86389"/>
                  <a:gd name="connsiteX3" fmla="*/ 43195 w 86389"/>
                  <a:gd name="connsiteY3" fmla="*/ 0 h 86389"/>
                  <a:gd name="connsiteX4" fmla="*/ 86390 w 86389"/>
                  <a:gd name="connsiteY4" fmla="*/ 43195 h 86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6389" h="86389">
                    <a:moveTo>
                      <a:pt x="86390" y="43195"/>
                    </a:moveTo>
                    <a:cubicBezTo>
                      <a:pt x="86390" y="67051"/>
                      <a:pt x="67051" y="86390"/>
                      <a:pt x="43195" y="86390"/>
                    </a:cubicBezTo>
                    <a:cubicBezTo>
                      <a:pt x="19339" y="86390"/>
                      <a:pt x="0" y="67051"/>
                      <a:pt x="0" y="43195"/>
                    </a:cubicBezTo>
                    <a:cubicBezTo>
                      <a:pt x="0" y="19339"/>
                      <a:pt x="19339" y="0"/>
                      <a:pt x="43195" y="0"/>
                    </a:cubicBezTo>
                    <a:cubicBezTo>
                      <a:pt x="67051" y="0"/>
                      <a:pt x="86390" y="19339"/>
                      <a:pt x="86390" y="43195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4" name="任意多边形: 形状 103"/>
              <p:cNvSpPr/>
              <p:nvPr/>
            </p:nvSpPr>
            <p:spPr>
              <a:xfrm>
                <a:off x="4978185" y="3008748"/>
                <a:ext cx="86389" cy="86389"/>
              </a:xfrm>
              <a:custGeom>
                <a:avLst/>
                <a:gdLst>
                  <a:gd name="connsiteX0" fmla="*/ 86390 w 86389"/>
                  <a:gd name="connsiteY0" fmla="*/ 43195 h 86389"/>
                  <a:gd name="connsiteX1" fmla="*/ 43195 w 86389"/>
                  <a:gd name="connsiteY1" fmla="*/ 86390 h 86389"/>
                  <a:gd name="connsiteX2" fmla="*/ 0 w 86389"/>
                  <a:gd name="connsiteY2" fmla="*/ 43195 h 86389"/>
                  <a:gd name="connsiteX3" fmla="*/ 43195 w 86389"/>
                  <a:gd name="connsiteY3" fmla="*/ 0 h 86389"/>
                  <a:gd name="connsiteX4" fmla="*/ 86390 w 86389"/>
                  <a:gd name="connsiteY4" fmla="*/ 43195 h 86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6389" h="86389">
                    <a:moveTo>
                      <a:pt x="86390" y="43195"/>
                    </a:moveTo>
                    <a:cubicBezTo>
                      <a:pt x="86390" y="67051"/>
                      <a:pt x="67051" y="86390"/>
                      <a:pt x="43195" y="86390"/>
                    </a:cubicBezTo>
                    <a:cubicBezTo>
                      <a:pt x="19339" y="86390"/>
                      <a:pt x="0" y="67051"/>
                      <a:pt x="0" y="43195"/>
                    </a:cubicBezTo>
                    <a:cubicBezTo>
                      <a:pt x="0" y="19339"/>
                      <a:pt x="19339" y="0"/>
                      <a:pt x="43195" y="0"/>
                    </a:cubicBezTo>
                    <a:cubicBezTo>
                      <a:pt x="67051" y="0"/>
                      <a:pt x="86390" y="19339"/>
                      <a:pt x="86390" y="43195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5" name="任意多边形: 形状 104"/>
              <p:cNvSpPr/>
              <p:nvPr/>
            </p:nvSpPr>
            <p:spPr>
              <a:xfrm>
                <a:off x="4984831" y="3168236"/>
                <a:ext cx="86389" cy="86389"/>
              </a:xfrm>
              <a:custGeom>
                <a:avLst/>
                <a:gdLst>
                  <a:gd name="connsiteX0" fmla="*/ 86390 w 86389"/>
                  <a:gd name="connsiteY0" fmla="*/ 43195 h 86389"/>
                  <a:gd name="connsiteX1" fmla="*/ 43195 w 86389"/>
                  <a:gd name="connsiteY1" fmla="*/ 86390 h 86389"/>
                  <a:gd name="connsiteX2" fmla="*/ 0 w 86389"/>
                  <a:gd name="connsiteY2" fmla="*/ 43195 h 86389"/>
                  <a:gd name="connsiteX3" fmla="*/ 43195 w 86389"/>
                  <a:gd name="connsiteY3" fmla="*/ 0 h 86389"/>
                  <a:gd name="connsiteX4" fmla="*/ 86390 w 86389"/>
                  <a:gd name="connsiteY4" fmla="*/ 43195 h 86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6389" h="86389">
                    <a:moveTo>
                      <a:pt x="86390" y="43195"/>
                    </a:moveTo>
                    <a:cubicBezTo>
                      <a:pt x="86390" y="67051"/>
                      <a:pt x="67051" y="86390"/>
                      <a:pt x="43195" y="86390"/>
                    </a:cubicBezTo>
                    <a:cubicBezTo>
                      <a:pt x="19339" y="86390"/>
                      <a:pt x="0" y="67051"/>
                      <a:pt x="0" y="43195"/>
                    </a:cubicBezTo>
                    <a:cubicBezTo>
                      <a:pt x="0" y="19339"/>
                      <a:pt x="19339" y="0"/>
                      <a:pt x="43195" y="0"/>
                    </a:cubicBezTo>
                    <a:cubicBezTo>
                      <a:pt x="67051" y="0"/>
                      <a:pt x="86390" y="19339"/>
                      <a:pt x="86390" y="43195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6" name="任意多边形: 形状 105"/>
              <p:cNvSpPr/>
              <p:nvPr/>
            </p:nvSpPr>
            <p:spPr>
              <a:xfrm>
                <a:off x="6898691" y="2782806"/>
                <a:ext cx="485110" cy="13290"/>
              </a:xfrm>
              <a:custGeom>
                <a:avLst/>
                <a:gdLst>
                  <a:gd name="connsiteX0" fmla="*/ 0 w 485110"/>
                  <a:gd name="connsiteY0" fmla="*/ 0 h 13290"/>
                  <a:gd name="connsiteX1" fmla="*/ 485110 w 485110"/>
                  <a:gd name="connsiteY1" fmla="*/ 0 h 13290"/>
                  <a:gd name="connsiteX2" fmla="*/ 485110 w 485110"/>
                  <a:gd name="connsiteY2" fmla="*/ 13291 h 13290"/>
                  <a:gd name="connsiteX3" fmla="*/ 0 w 485110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5110" h="13290">
                    <a:moveTo>
                      <a:pt x="0" y="0"/>
                    </a:moveTo>
                    <a:lnTo>
                      <a:pt x="485110" y="0"/>
                    </a:lnTo>
                    <a:lnTo>
                      <a:pt x="485110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7" name="任意多边形: 形状 106"/>
              <p:cNvSpPr/>
              <p:nvPr/>
            </p:nvSpPr>
            <p:spPr>
              <a:xfrm>
                <a:off x="6898691" y="2855905"/>
                <a:ext cx="485110" cy="13290"/>
              </a:xfrm>
              <a:custGeom>
                <a:avLst/>
                <a:gdLst>
                  <a:gd name="connsiteX0" fmla="*/ 0 w 485110"/>
                  <a:gd name="connsiteY0" fmla="*/ 0 h 13290"/>
                  <a:gd name="connsiteX1" fmla="*/ 485110 w 485110"/>
                  <a:gd name="connsiteY1" fmla="*/ 0 h 13290"/>
                  <a:gd name="connsiteX2" fmla="*/ 485110 w 485110"/>
                  <a:gd name="connsiteY2" fmla="*/ 13291 h 13290"/>
                  <a:gd name="connsiteX3" fmla="*/ 0 w 485110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5110" h="13290">
                    <a:moveTo>
                      <a:pt x="0" y="0"/>
                    </a:moveTo>
                    <a:lnTo>
                      <a:pt x="485110" y="0"/>
                    </a:lnTo>
                    <a:lnTo>
                      <a:pt x="485110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8" name="任意多边形: 形状 107"/>
              <p:cNvSpPr/>
              <p:nvPr/>
            </p:nvSpPr>
            <p:spPr>
              <a:xfrm>
                <a:off x="6898691" y="2929003"/>
                <a:ext cx="485110" cy="13290"/>
              </a:xfrm>
              <a:custGeom>
                <a:avLst/>
                <a:gdLst>
                  <a:gd name="connsiteX0" fmla="*/ 0 w 485110"/>
                  <a:gd name="connsiteY0" fmla="*/ 0 h 13290"/>
                  <a:gd name="connsiteX1" fmla="*/ 485110 w 485110"/>
                  <a:gd name="connsiteY1" fmla="*/ 0 h 13290"/>
                  <a:gd name="connsiteX2" fmla="*/ 485110 w 485110"/>
                  <a:gd name="connsiteY2" fmla="*/ 13291 h 13290"/>
                  <a:gd name="connsiteX3" fmla="*/ 0 w 485110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5110" h="13290">
                    <a:moveTo>
                      <a:pt x="0" y="0"/>
                    </a:moveTo>
                    <a:lnTo>
                      <a:pt x="485110" y="0"/>
                    </a:lnTo>
                    <a:lnTo>
                      <a:pt x="485110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9" name="任意多边形: 形状 108"/>
              <p:cNvSpPr/>
              <p:nvPr/>
            </p:nvSpPr>
            <p:spPr>
              <a:xfrm>
                <a:off x="6898691" y="3002102"/>
                <a:ext cx="485110" cy="13290"/>
              </a:xfrm>
              <a:custGeom>
                <a:avLst/>
                <a:gdLst>
                  <a:gd name="connsiteX0" fmla="*/ 0 w 485110"/>
                  <a:gd name="connsiteY0" fmla="*/ 0 h 13290"/>
                  <a:gd name="connsiteX1" fmla="*/ 485110 w 485110"/>
                  <a:gd name="connsiteY1" fmla="*/ 0 h 13290"/>
                  <a:gd name="connsiteX2" fmla="*/ 485110 w 485110"/>
                  <a:gd name="connsiteY2" fmla="*/ 13291 h 13290"/>
                  <a:gd name="connsiteX3" fmla="*/ 0 w 485110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5110" h="13290">
                    <a:moveTo>
                      <a:pt x="0" y="0"/>
                    </a:moveTo>
                    <a:lnTo>
                      <a:pt x="485110" y="0"/>
                    </a:lnTo>
                    <a:lnTo>
                      <a:pt x="485110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0" name="任意多边形: 形状 109"/>
              <p:cNvSpPr/>
              <p:nvPr/>
            </p:nvSpPr>
            <p:spPr>
              <a:xfrm>
                <a:off x="6898691" y="3075201"/>
                <a:ext cx="485110" cy="13290"/>
              </a:xfrm>
              <a:custGeom>
                <a:avLst/>
                <a:gdLst>
                  <a:gd name="connsiteX0" fmla="*/ 0 w 485110"/>
                  <a:gd name="connsiteY0" fmla="*/ 0 h 13290"/>
                  <a:gd name="connsiteX1" fmla="*/ 485110 w 485110"/>
                  <a:gd name="connsiteY1" fmla="*/ 0 h 13290"/>
                  <a:gd name="connsiteX2" fmla="*/ 485110 w 485110"/>
                  <a:gd name="connsiteY2" fmla="*/ 13291 h 13290"/>
                  <a:gd name="connsiteX3" fmla="*/ 0 w 485110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5110" h="13290">
                    <a:moveTo>
                      <a:pt x="0" y="0"/>
                    </a:moveTo>
                    <a:lnTo>
                      <a:pt x="485110" y="0"/>
                    </a:lnTo>
                    <a:lnTo>
                      <a:pt x="485110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1" name="任意多边形: 形状 110"/>
              <p:cNvSpPr/>
              <p:nvPr/>
            </p:nvSpPr>
            <p:spPr>
              <a:xfrm>
                <a:off x="6898691" y="3148300"/>
                <a:ext cx="485110" cy="13290"/>
              </a:xfrm>
              <a:custGeom>
                <a:avLst/>
                <a:gdLst>
                  <a:gd name="connsiteX0" fmla="*/ 0 w 485110"/>
                  <a:gd name="connsiteY0" fmla="*/ 0 h 13290"/>
                  <a:gd name="connsiteX1" fmla="*/ 485110 w 485110"/>
                  <a:gd name="connsiteY1" fmla="*/ 0 h 13290"/>
                  <a:gd name="connsiteX2" fmla="*/ 485110 w 485110"/>
                  <a:gd name="connsiteY2" fmla="*/ 13291 h 13290"/>
                  <a:gd name="connsiteX3" fmla="*/ 0 w 485110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5110" h="13290">
                    <a:moveTo>
                      <a:pt x="0" y="0"/>
                    </a:moveTo>
                    <a:lnTo>
                      <a:pt x="485110" y="0"/>
                    </a:lnTo>
                    <a:lnTo>
                      <a:pt x="485110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2" name="任意多边形: 形状 111"/>
              <p:cNvSpPr/>
              <p:nvPr/>
            </p:nvSpPr>
            <p:spPr>
              <a:xfrm>
                <a:off x="6898691" y="3221399"/>
                <a:ext cx="485110" cy="13290"/>
              </a:xfrm>
              <a:custGeom>
                <a:avLst/>
                <a:gdLst>
                  <a:gd name="connsiteX0" fmla="*/ 0 w 485110"/>
                  <a:gd name="connsiteY0" fmla="*/ 0 h 13290"/>
                  <a:gd name="connsiteX1" fmla="*/ 485110 w 485110"/>
                  <a:gd name="connsiteY1" fmla="*/ 0 h 13290"/>
                  <a:gd name="connsiteX2" fmla="*/ 485110 w 485110"/>
                  <a:gd name="connsiteY2" fmla="*/ 13291 h 13290"/>
                  <a:gd name="connsiteX3" fmla="*/ 0 w 485110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5110" h="13290">
                    <a:moveTo>
                      <a:pt x="0" y="0"/>
                    </a:moveTo>
                    <a:lnTo>
                      <a:pt x="485110" y="0"/>
                    </a:lnTo>
                    <a:lnTo>
                      <a:pt x="485110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3" name="任意多边形: 形状 112"/>
              <p:cNvSpPr/>
              <p:nvPr/>
            </p:nvSpPr>
            <p:spPr>
              <a:xfrm>
                <a:off x="6898691" y="3294498"/>
                <a:ext cx="485110" cy="13290"/>
              </a:xfrm>
              <a:custGeom>
                <a:avLst/>
                <a:gdLst>
                  <a:gd name="connsiteX0" fmla="*/ 0 w 485110"/>
                  <a:gd name="connsiteY0" fmla="*/ 0 h 13290"/>
                  <a:gd name="connsiteX1" fmla="*/ 485110 w 485110"/>
                  <a:gd name="connsiteY1" fmla="*/ 0 h 13290"/>
                  <a:gd name="connsiteX2" fmla="*/ 485110 w 485110"/>
                  <a:gd name="connsiteY2" fmla="*/ 13291 h 13290"/>
                  <a:gd name="connsiteX3" fmla="*/ 0 w 485110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5110" h="13290">
                    <a:moveTo>
                      <a:pt x="0" y="0"/>
                    </a:moveTo>
                    <a:lnTo>
                      <a:pt x="485110" y="0"/>
                    </a:lnTo>
                    <a:lnTo>
                      <a:pt x="485110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4" name="任意多边形: 形状 113"/>
              <p:cNvSpPr/>
              <p:nvPr/>
            </p:nvSpPr>
            <p:spPr>
              <a:xfrm>
                <a:off x="6898691" y="3367596"/>
                <a:ext cx="485110" cy="13290"/>
              </a:xfrm>
              <a:custGeom>
                <a:avLst/>
                <a:gdLst>
                  <a:gd name="connsiteX0" fmla="*/ 0 w 485110"/>
                  <a:gd name="connsiteY0" fmla="*/ 0 h 13290"/>
                  <a:gd name="connsiteX1" fmla="*/ 485110 w 485110"/>
                  <a:gd name="connsiteY1" fmla="*/ 0 h 13290"/>
                  <a:gd name="connsiteX2" fmla="*/ 485110 w 485110"/>
                  <a:gd name="connsiteY2" fmla="*/ 13291 h 13290"/>
                  <a:gd name="connsiteX3" fmla="*/ 0 w 485110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5110" h="13290">
                    <a:moveTo>
                      <a:pt x="0" y="0"/>
                    </a:moveTo>
                    <a:lnTo>
                      <a:pt x="485110" y="0"/>
                    </a:lnTo>
                    <a:lnTo>
                      <a:pt x="485110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5" name="任意多边形: 形状 114"/>
              <p:cNvSpPr/>
              <p:nvPr/>
            </p:nvSpPr>
            <p:spPr>
              <a:xfrm>
                <a:off x="4380104" y="2310986"/>
                <a:ext cx="3043569" cy="13290"/>
              </a:xfrm>
              <a:custGeom>
                <a:avLst/>
                <a:gdLst>
                  <a:gd name="connsiteX0" fmla="*/ 0 w 3043569"/>
                  <a:gd name="connsiteY0" fmla="*/ 0 h 13290"/>
                  <a:gd name="connsiteX1" fmla="*/ 3043570 w 3043569"/>
                  <a:gd name="connsiteY1" fmla="*/ 0 h 13290"/>
                  <a:gd name="connsiteX2" fmla="*/ 3043570 w 3043569"/>
                  <a:gd name="connsiteY2" fmla="*/ 13291 h 13290"/>
                  <a:gd name="connsiteX3" fmla="*/ 0 w 3043569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043569" h="13290">
                    <a:moveTo>
                      <a:pt x="0" y="0"/>
                    </a:moveTo>
                    <a:lnTo>
                      <a:pt x="3043570" y="0"/>
                    </a:lnTo>
                    <a:lnTo>
                      <a:pt x="3043570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6" name="任意多边形: 形状 115"/>
              <p:cNvSpPr/>
              <p:nvPr/>
            </p:nvSpPr>
            <p:spPr>
              <a:xfrm>
                <a:off x="6991726" y="2404021"/>
                <a:ext cx="299040" cy="299040"/>
              </a:xfrm>
              <a:custGeom>
                <a:avLst/>
                <a:gdLst>
                  <a:gd name="connsiteX0" fmla="*/ 299041 w 299040"/>
                  <a:gd name="connsiteY0" fmla="*/ 149520 h 299040"/>
                  <a:gd name="connsiteX1" fmla="*/ 149520 w 299040"/>
                  <a:gd name="connsiteY1" fmla="*/ 299041 h 299040"/>
                  <a:gd name="connsiteX2" fmla="*/ 0 w 299040"/>
                  <a:gd name="connsiteY2" fmla="*/ 149520 h 299040"/>
                  <a:gd name="connsiteX3" fmla="*/ 149520 w 299040"/>
                  <a:gd name="connsiteY3" fmla="*/ 0 h 299040"/>
                  <a:gd name="connsiteX4" fmla="*/ 299041 w 299040"/>
                  <a:gd name="connsiteY4" fmla="*/ 149520 h 2990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99040" h="299040">
                    <a:moveTo>
                      <a:pt x="299041" y="149520"/>
                    </a:moveTo>
                    <a:cubicBezTo>
                      <a:pt x="299041" y="232098"/>
                      <a:pt x="232098" y="299041"/>
                      <a:pt x="149520" y="299041"/>
                    </a:cubicBezTo>
                    <a:cubicBezTo>
                      <a:pt x="66942" y="299041"/>
                      <a:pt x="0" y="232098"/>
                      <a:pt x="0" y="149520"/>
                    </a:cubicBezTo>
                    <a:cubicBezTo>
                      <a:pt x="0" y="66943"/>
                      <a:pt x="66942" y="0"/>
                      <a:pt x="149520" y="0"/>
                    </a:cubicBezTo>
                    <a:cubicBezTo>
                      <a:pt x="232098" y="0"/>
                      <a:pt x="299041" y="66943"/>
                      <a:pt x="299041" y="149520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117" name="图形 4"/>
            <p:cNvGrpSpPr/>
            <p:nvPr/>
          </p:nvGrpSpPr>
          <p:grpSpPr>
            <a:xfrm>
              <a:off x="6998177" y="969048"/>
              <a:ext cx="962105" cy="1182450"/>
              <a:chOff x="6998177" y="969048"/>
              <a:chExt cx="962105" cy="1182450"/>
            </a:xfrm>
          </p:grpSpPr>
          <p:sp>
            <p:nvSpPr>
              <p:cNvPr id="118" name="任意多边形: 形状 117"/>
              <p:cNvSpPr/>
              <p:nvPr/>
            </p:nvSpPr>
            <p:spPr>
              <a:xfrm>
                <a:off x="7137626" y="1107402"/>
                <a:ext cx="684948" cy="831444"/>
              </a:xfrm>
              <a:custGeom>
                <a:avLst/>
                <a:gdLst>
                  <a:gd name="connsiteX0" fmla="*/ 206232 w 684948"/>
                  <a:gd name="connsiteY0" fmla="*/ 831406 h 831444"/>
                  <a:gd name="connsiteX1" fmla="*/ 206232 w 684948"/>
                  <a:gd name="connsiteY1" fmla="*/ 698499 h 831444"/>
                  <a:gd name="connsiteX2" fmla="*/ 159715 w 684948"/>
                  <a:gd name="connsiteY2" fmla="*/ 638691 h 831444"/>
                  <a:gd name="connsiteX3" fmla="*/ 227 w 684948"/>
                  <a:gd name="connsiteY3" fmla="*/ 326360 h 831444"/>
                  <a:gd name="connsiteX4" fmla="*/ 359075 w 684948"/>
                  <a:gd name="connsiteY4" fmla="*/ 737 h 831444"/>
                  <a:gd name="connsiteX5" fmla="*/ 684698 w 684948"/>
                  <a:gd name="connsiteY5" fmla="*/ 359586 h 831444"/>
                  <a:gd name="connsiteX6" fmla="*/ 511918 w 684948"/>
                  <a:gd name="connsiteY6" fmla="*/ 638691 h 831444"/>
                  <a:gd name="connsiteX7" fmla="*/ 478692 w 684948"/>
                  <a:gd name="connsiteY7" fmla="*/ 678563 h 831444"/>
                  <a:gd name="connsiteX8" fmla="*/ 478692 w 684948"/>
                  <a:gd name="connsiteY8" fmla="*/ 831406 h 8314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84948" h="831444">
                    <a:moveTo>
                      <a:pt x="206232" y="831406"/>
                    </a:moveTo>
                    <a:lnTo>
                      <a:pt x="206232" y="698499"/>
                    </a:lnTo>
                    <a:cubicBezTo>
                      <a:pt x="206232" y="698499"/>
                      <a:pt x="219523" y="665272"/>
                      <a:pt x="159715" y="638691"/>
                    </a:cubicBezTo>
                    <a:cubicBezTo>
                      <a:pt x="99907" y="612110"/>
                      <a:pt x="-6419" y="505784"/>
                      <a:pt x="227" y="326360"/>
                    </a:cubicBezTo>
                    <a:cubicBezTo>
                      <a:pt x="6872" y="146935"/>
                      <a:pt x="173006" y="-12553"/>
                      <a:pt x="359075" y="737"/>
                    </a:cubicBezTo>
                    <a:cubicBezTo>
                      <a:pt x="545145" y="14028"/>
                      <a:pt x="678052" y="160226"/>
                      <a:pt x="684698" y="359586"/>
                    </a:cubicBezTo>
                    <a:cubicBezTo>
                      <a:pt x="691343" y="558947"/>
                      <a:pt x="511918" y="638691"/>
                      <a:pt x="511918" y="638691"/>
                    </a:cubicBezTo>
                    <a:cubicBezTo>
                      <a:pt x="511918" y="638691"/>
                      <a:pt x="478692" y="645336"/>
                      <a:pt x="478692" y="678563"/>
                    </a:cubicBezTo>
                    <a:lnTo>
                      <a:pt x="478692" y="831406"/>
                    </a:ln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9" name="任意多边形: 形状 118"/>
              <p:cNvSpPr/>
              <p:nvPr/>
            </p:nvSpPr>
            <p:spPr>
              <a:xfrm rot="-3447600">
                <a:off x="7098163" y="1168054"/>
                <a:ext cx="13290" cy="132906"/>
              </a:xfrm>
              <a:custGeom>
                <a:avLst/>
                <a:gdLst>
                  <a:gd name="connsiteX0" fmla="*/ -71 w 13290"/>
                  <a:gd name="connsiteY0" fmla="*/ -38 h 132906"/>
                  <a:gd name="connsiteX1" fmla="*/ 13220 w 13290"/>
                  <a:gd name="connsiteY1" fmla="*/ -38 h 132906"/>
                  <a:gd name="connsiteX2" fmla="*/ 13220 w 13290"/>
                  <a:gd name="connsiteY2" fmla="*/ 132869 h 132906"/>
                  <a:gd name="connsiteX3" fmla="*/ -71 w 13290"/>
                  <a:gd name="connsiteY3" fmla="*/ 132869 h 13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290" h="132906">
                    <a:moveTo>
                      <a:pt x="-71" y="-38"/>
                    </a:moveTo>
                    <a:lnTo>
                      <a:pt x="13220" y="-38"/>
                    </a:lnTo>
                    <a:lnTo>
                      <a:pt x="13220" y="132869"/>
                    </a:lnTo>
                    <a:lnTo>
                      <a:pt x="-71" y="132869"/>
                    </a:ln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0" name="任意多边形: 形状 119"/>
              <p:cNvSpPr/>
              <p:nvPr/>
            </p:nvSpPr>
            <p:spPr>
              <a:xfrm rot="-721200">
                <a:off x="7357203" y="968974"/>
                <a:ext cx="13290" cy="132906"/>
              </a:xfrm>
              <a:custGeom>
                <a:avLst/>
                <a:gdLst>
                  <a:gd name="connsiteX0" fmla="*/ -71 w 13290"/>
                  <a:gd name="connsiteY0" fmla="*/ -38 h 132906"/>
                  <a:gd name="connsiteX1" fmla="*/ 13220 w 13290"/>
                  <a:gd name="connsiteY1" fmla="*/ -38 h 132906"/>
                  <a:gd name="connsiteX2" fmla="*/ 13220 w 13290"/>
                  <a:gd name="connsiteY2" fmla="*/ 132869 h 132906"/>
                  <a:gd name="connsiteX3" fmla="*/ -71 w 13290"/>
                  <a:gd name="connsiteY3" fmla="*/ 132869 h 13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290" h="132906">
                    <a:moveTo>
                      <a:pt x="-71" y="-38"/>
                    </a:moveTo>
                    <a:lnTo>
                      <a:pt x="13220" y="-38"/>
                    </a:lnTo>
                    <a:lnTo>
                      <a:pt x="13220" y="132869"/>
                    </a:lnTo>
                    <a:lnTo>
                      <a:pt x="-71" y="132869"/>
                    </a:ln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1" name="任意多边形: 形状 120"/>
              <p:cNvSpPr/>
              <p:nvPr/>
            </p:nvSpPr>
            <p:spPr>
              <a:xfrm rot="1930800">
                <a:off x="7689406" y="1008601"/>
                <a:ext cx="13290" cy="132906"/>
              </a:xfrm>
              <a:custGeom>
                <a:avLst/>
                <a:gdLst>
                  <a:gd name="connsiteX0" fmla="*/ -71 w 13290"/>
                  <a:gd name="connsiteY0" fmla="*/ -38 h 132906"/>
                  <a:gd name="connsiteX1" fmla="*/ 13220 w 13290"/>
                  <a:gd name="connsiteY1" fmla="*/ -38 h 132906"/>
                  <a:gd name="connsiteX2" fmla="*/ 13220 w 13290"/>
                  <a:gd name="connsiteY2" fmla="*/ 132869 h 132906"/>
                  <a:gd name="connsiteX3" fmla="*/ -71 w 13290"/>
                  <a:gd name="connsiteY3" fmla="*/ 132869 h 13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290" h="132906">
                    <a:moveTo>
                      <a:pt x="-71" y="-38"/>
                    </a:moveTo>
                    <a:lnTo>
                      <a:pt x="13220" y="-38"/>
                    </a:lnTo>
                    <a:lnTo>
                      <a:pt x="13220" y="132869"/>
                    </a:lnTo>
                    <a:lnTo>
                      <a:pt x="-71" y="132869"/>
                    </a:ln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2" name="任意多边形: 形状 121"/>
              <p:cNvSpPr/>
              <p:nvPr/>
            </p:nvSpPr>
            <p:spPr>
              <a:xfrm rot="4318200">
                <a:off x="7888391" y="1267727"/>
                <a:ext cx="13290" cy="132906"/>
              </a:xfrm>
              <a:custGeom>
                <a:avLst/>
                <a:gdLst>
                  <a:gd name="connsiteX0" fmla="*/ -71 w 13290"/>
                  <a:gd name="connsiteY0" fmla="*/ -38 h 132906"/>
                  <a:gd name="connsiteX1" fmla="*/ 13220 w 13290"/>
                  <a:gd name="connsiteY1" fmla="*/ -38 h 132906"/>
                  <a:gd name="connsiteX2" fmla="*/ 13220 w 13290"/>
                  <a:gd name="connsiteY2" fmla="*/ 132869 h 132906"/>
                  <a:gd name="connsiteX3" fmla="*/ -71 w 13290"/>
                  <a:gd name="connsiteY3" fmla="*/ 132869 h 13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290" h="132906">
                    <a:moveTo>
                      <a:pt x="-71" y="-38"/>
                    </a:moveTo>
                    <a:lnTo>
                      <a:pt x="13220" y="-38"/>
                    </a:lnTo>
                    <a:lnTo>
                      <a:pt x="13220" y="132869"/>
                    </a:lnTo>
                    <a:lnTo>
                      <a:pt x="-71" y="132869"/>
                    </a:ln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3" name="任意多边形: 形状 122"/>
              <p:cNvSpPr/>
              <p:nvPr/>
            </p:nvSpPr>
            <p:spPr>
              <a:xfrm rot="7316400">
                <a:off x="7849214" y="1600321"/>
                <a:ext cx="13290" cy="132906"/>
              </a:xfrm>
              <a:custGeom>
                <a:avLst/>
                <a:gdLst>
                  <a:gd name="connsiteX0" fmla="*/ -71 w 13290"/>
                  <a:gd name="connsiteY0" fmla="*/ -38 h 132906"/>
                  <a:gd name="connsiteX1" fmla="*/ 13220 w 13290"/>
                  <a:gd name="connsiteY1" fmla="*/ -38 h 132906"/>
                  <a:gd name="connsiteX2" fmla="*/ 13220 w 13290"/>
                  <a:gd name="connsiteY2" fmla="*/ 132869 h 132906"/>
                  <a:gd name="connsiteX3" fmla="*/ -71 w 13290"/>
                  <a:gd name="connsiteY3" fmla="*/ 132869 h 13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290" h="132906">
                    <a:moveTo>
                      <a:pt x="-71" y="-38"/>
                    </a:moveTo>
                    <a:lnTo>
                      <a:pt x="13220" y="-38"/>
                    </a:lnTo>
                    <a:lnTo>
                      <a:pt x="13220" y="132869"/>
                    </a:lnTo>
                    <a:lnTo>
                      <a:pt x="-71" y="132869"/>
                    </a:ln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4" name="任意多边形: 形状 123"/>
              <p:cNvSpPr/>
              <p:nvPr/>
            </p:nvSpPr>
            <p:spPr>
              <a:xfrm rot="-8867400">
                <a:off x="7250883" y="1759397"/>
                <a:ext cx="13290" cy="132906"/>
              </a:xfrm>
              <a:custGeom>
                <a:avLst/>
                <a:gdLst>
                  <a:gd name="connsiteX0" fmla="*/ -71 w 13290"/>
                  <a:gd name="connsiteY0" fmla="*/ -38 h 132906"/>
                  <a:gd name="connsiteX1" fmla="*/ 13220 w 13290"/>
                  <a:gd name="connsiteY1" fmla="*/ -38 h 132906"/>
                  <a:gd name="connsiteX2" fmla="*/ 13220 w 13290"/>
                  <a:gd name="connsiteY2" fmla="*/ 132869 h 132906"/>
                  <a:gd name="connsiteX3" fmla="*/ -71 w 13290"/>
                  <a:gd name="connsiteY3" fmla="*/ 132869 h 13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290" h="132906">
                    <a:moveTo>
                      <a:pt x="-71" y="-38"/>
                    </a:moveTo>
                    <a:lnTo>
                      <a:pt x="13220" y="-38"/>
                    </a:lnTo>
                    <a:lnTo>
                      <a:pt x="13220" y="132869"/>
                    </a:lnTo>
                    <a:lnTo>
                      <a:pt x="-71" y="132869"/>
                    </a:ln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5" name="任意多边形: 形状 124"/>
              <p:cNvSpPr/>
              <p:nvPr/>
            </p:nvSpPr>
            <p:spPr>
              <a:xfrm rot="-6187800">
                <a:off x="7057758" y="1506828"/>
                <a:ext cx="13290" cy="132906"/>
              </a:xfrm>
              <a:custGeom>
                <a:avLst/>
                <a:gdLst>
                  <a:gd name="connsiteX0" fmla="*/ -71 w 13290"/>
                  <a:gd name="connsiteY0" fmla="*/ -38 h 132906"/>
                  <a:gd name="connsiteX1" fmla="*/ 13220 w 13290"/>
                  <a:gd name="connsiteY1" fmla="*/ -38 h 132906"/>
                  <a:gd name="connsiteX2" fmla="*/ 13220 w 13290"/>
                  <a:gd name="connsiteY2" fmla="*/ 132869 h 132906"/>
                  <a:gd name="connsiteX3" fmla="*/ -71 w 13290"/>
                  <a:gd name="connsiteY3" fmla="*/ 132869 h 13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290" h="132906">
                    <a:moveTo>
                      <a:pt x="-71" y="-38"/>
                    </a:moveTo>
                    <a:lnTo>
                      <a:pt x="13220" y="-38"/>
                    </a:lnTo>
                    <a:lnTo>
                      <a:pt x="13220" y="132869"/>
                    </a:lnTo>
                    <a:lnTo>
                      <a:pt x="-71" y="132869"/>
                    </a:ln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6" name="任意多边形: 形状 125"/>
              <p:cNvSpPr/>
              <p:nvPr/>
            </p:nvSpPr>
            <p:spPr>
              <a:xfrm>
                <a:off x="7317348" y="1938846"/>
                <a:ext cx="325622" cy="46517"/>
              </a:xfrm>
              <a:custGeom>
                <a:avLst/>
                <a:gdLst>
                  <a:gd name="connsiteX0" fmla="*/ 302363 w 325622"/>
                  <a:gd name="connsiteY0" fmla="*/ 0 h 46517"/>
                  <a:gd name="connsiteX1" fmla="*/ 325622 w 325622"/>
                  <a:gd name="connsiteY1" fmla="*/ 0 h 46517"/>
                  <a:gd name="connsiteX2" fmla="*/ 325622 w 325622"/>
                  <a:gd name="connsiteY2" fmla="*/ 46518 h 46517"/>
                  <a:gd name="connsiteX3" fmla="*/ 302363 w 325622"/>
                  <a:gd name="connsiteY3" fmla="*/ 46518 h 46517"/>
                  <a:gd name="connsiteX4" fmla="*/ 23259 w 325622"/>
                  <a:gd name="connsiteY4" fmla="*/ 46518 h 46517"/>
                  <a:gd name="connsiteX5" fmla="*/ 0 w 325622"/>
                  <a:gd name="connsiteY5" fmla="*/ 46518 h 46517"/>
                  <a:gd name="connsiteX6" fmla="*/ 0 w 325622"/>
                  <a:gd name="connsiteY6" fmla="*/ 0 h 46517"/>
                  <a:gd name="connsiteX7" fmla="*/ 23259 w 325622"/>
                  <a:gd name="connsiteY7" fmla="*/ 0 h 465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25622" h="46517">
                    <a:moveTo>
                      <a:pt x="302363" y="0"/>
                    </a:moveTo>
                    <a:cubicBezTo>
                      <a:pt x="315209" y="0"/>
                      <a:pt x="325622" y="0"/>
                      <a:pt x="325622" y="0"/>
                    </a:cubicBezTo>
                    <a:lnTo>
                      <a:pt x="325622" y="46518"/>
                    </a:lnTo>
                    <a:cubicBezTo>
                      <a:pt x="325622" y="46518"/>
                      <a:pt x="315209" y="46518"/>
                      <a:pt x="302363" y="46518"/>
                    </a:cubicBezTo>
                    <a:lnTo>
                      <a:pt x="23259" y="46518"/>
                    </a:lnTo>
                    <a:cubicBezTo>
                      <a:pt x="10413" y="46518"/>
                      <a:pt x="0" y="46518"/>
                      <a:pt x="0" y="46518"/>
                    </a:cubicBezTo>
                    <a:lnTo>
                      <a:pt x="0" y="0"/>
                    </a:lnTo>
                    <a:cubicBezTo>
                      <a:pt x="0" y="0"/>
                      <a:pt x="10413" y="0"/>
                      <a:pt x="23259" y="0"/>
                    </a:cubicBez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7" name="任意多边形: 形状 126"/>
              <p:cNvSpPr/>
              <p:nvPr/>
            </p:nvSpPr>
            <p:spPr>
              <a:xfrm>
                <a:off x="7323993" y="2025236"/>
                <a:ext cx="312331" cy="46517"/>
              </a:xfrm>
              <a:custGeom>
                <a:avLst/>
                <a:gdLst>
                  <a:gd name="connsiteX0" fmla="*/ 289073 w 312331"/>
                  <a:gd name="connsiteY0" fmla="*/ 0 h 46517"/>
                  <a:gd name="connsiteX1" fmla="*/ 312331 w 312331"/>
                  <a:gd name="connsiteY1" fmla="*/ 0 h 46517"/>
                  <a:gd name="connsiteX2" fmla="*/ 312331 w 312331"/>
                  <a:gd name="connsiteY2" fmla="*/ 46518 h 46517"/>
                  <a:gd name="connsiteX3" fmla="*/ 289073 w 312331"/>
                  <a:gd name="connsiteY3" fmla="*/ 46518 h 46517"/>
                  <a:gd name="connsiteX4" fmla="*/ 23259 w 312331"/>
                  <a:gd name="connsiteY4" fmla="*/ 46518 h 46517"/>
                  <a:gd name="connsiteX5" fmla="*/ 0 w 312331"/>
                  <a:gd name="connsiteY5" fmla="*/ 46518 h 46517"/>
                  <a:gd name="connsiteX6" fmla="*/ 0 w 312331"/>
                  <a:gd name="connsiteY6" fmla="*/ 0 h 46517"/>
                  <a:gd name="connsiteX7" fmla="*/ 23259 w 312331"/>
                  <a:gd name="connsiteY7" fmla="*/ 0 h 465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12331" h="46517">
                    <a:moveTo>
                      <a:pt x="289073" y="0"/>
                    </a:moveTo>
                    <a:cubicBezTo>
                      <a:pt x="301918" y="0"/>
                      <a:pt x="312331" y="0"/>
                      <a:pt x="312331" y="0"/>
                    </a:cubicBezTo>
                    <a:lnTo>
                      <a:pt x="312331" y="46518"/>
                    </a:lnTo>
                    <a:cubicBezTo>
                      <a:pt x="312331" y="46518"/>
                      <a:pt x="301918" y="46518"/>
                      <a:pt x="289073" y="46518"/>
                    </a:cubicBezTo>
                    <a:lnTo>
                      <a:pt x="23259" y="46518"/>
                    </a:lnTo>
                    <a:cubicBezTo>
                      <a:pt x="10413" y="46518"/>
                      <a:pt x="0" y="46518"/>
                      <a:pt x="0" y="46518"/>
                    </a:cubicBezTo>
                    <a:lnTo>
                      <a:pt x="0" y="0"/>
                    </a:lnTo>
                    <a:cubicBezTo>
                      <a:pt x="0" y="0"/>
                      <a:pt x="10413" y="0"/>
                      <a:pt x="23259" y="0"/>
                    </a:cubicBez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8" name="任意多边形: 形状 127"/>
              <p:cNvSpPr/>
              <p:nvPr/>
            </p:nvSpPr>
            <p:spPr>
              <a:xfrm>
                <a:off x="7323993" y="1985364"/>
                <a:ext cx="312331" cy="39872"/>
              </a:xfrm>
              <a:custGeom>
                <a:avLst/>
                <a:gdLst>
                  <a:gd name="connsiteX0" fmla="*/ 292395 w 312331"/>
                  <a:gd name="connsiteY0" fmla="*/ 0 h 39872"/>
                  <a:gd name="connsiteX1" fmla="*/ 312331 w 312331"/>
                  <a:gd name="connsiteY1" fmla="*/ 0 h 39872"/>
                  <a:gd name="connsiteX2" fmla="*/ 312331 w 312331"/>
                  <a:gd name="connsiteY2" fmla="*/ 39872 h 39872"/>
                  <a:gd name="connsiteX3" fmla="*/ 292395 w 312331"/>
                  <a:gd name="connsiteY3" fmla="*/ 39872 h 39872"/>
                  <a:gd name="connsiteX4" fmla="*/ 19936 w 312331"/>
                  <a:gd name="connsiteY4" fmla="*/ 39872 h 39872"/>
                  <a:gd name="connsiteX5" fmla="*/ 0 w 312331"/>
                  <a:gd name="connsiteY5" fmla="*/ 39872 h 39872"/>
                  <a:gd name="connsiteX6" fmla="*/ 0 w 312331"/>
                  <a:gd name="connsiteY6" fmla="*/ 0 h 39872"/>
                  <a:gd name="connsiteX7" fmla="*/ 19936 w 312331"/>
                  <a:gd name="connsiteY7" fmla="*/ 0 h 398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12331" h="39872">
                    <a:moveTo>
                      <a:pt x="292395" y="0"/>
                    </a:moveTo>
                    <a:cubicBezTo>
                      <a:pt x="303406" y="0"/>
                      <a:pt x="312331" y="0"/>
                      <a:pt x="312331" y="0"/>
                    </a:cubicBezTo>
                    <a:lnTo>
                      <a:pt x="312331" y="39872"/>
                    </a:lnTo>
                    <a:cubicBezTo>
                      <a:pt x="312331" y="39872"/>
                      <a:pt x="303406" y="39872"/>
                      <a:pt x="292395" y="39872"/>
                    </a:cubicBezTo>
                    <a:lnTo>
                      <a:pt x="19936" y="39872"/>
                    </a:lnTo>
                    <a:cubicBezTo>
                      <a:pt x="8925" y="39872"/>
                      <a:pt x="0" y="39872"/>
                      <a:pt x="0" y="39872"/>
                    </a:cubicBezTo>
                    <a:lnTo>
                      <a:pt x="0" y="0"/>
                    </a:lnTo>
                    <a:cubicBezTo>
                      <a:pt x="0" y="0"/>
                      <a:pt x="8925" y="0"/>
                      <a:pt x="199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9" name="任意多边形: 形状 128"/>
              <p:cNvSpPr/>
              <p:nvPr/>
            </p:nvSpPr>
            <p:spPr>
              <a:xfrm>
                <a:off x="7357220" y="2071753"/>
                <a:ext cx="244150" cy="79744"/>
              </a:xfrm>
              <a:custGeom>
                <a:avLst/>
                <a:gdLst>
                  <a:gd name="connsiteX0" fmla="*/ -71 w 244150"/>
                  <a:gd name="connsiteY0" fmla="*/ -38 h 79744"/>
                  <a:gd name="connsiteX1" fmla="*/ 244080 w 244150"/>
                  <a:gd name="connsiteY1" fmla="*/ -38 h 79744"/>
                  <a:gd name="connsiteX2" fmla="*/ 126191 w 244150"/>
                  <a:gd name="connsiteY2" fmla="*/ 79706 h 79744"/>
                  <a:gd name="connsiteX3" fmla="*/ -71 w 244150"/>
                  <a:gd name="connsiteY3" fmla="*/ -38 h 797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4150" h="79744">
                    <a:moveTo>
                      <a:pt x="-71" y="-38"/>
                    </a:moveTo>
                    <a:lnTo>
                      <a:pt x="244080" y="-38"/>
                    </a:lnTo>
                    <a:cubicBezTo>
                      <a:pt x="244080" y="-38"/>
                      <a:pt x="239162" y="79706"/>
                      <a:pt x="126191" y="79706"/>
                    </a:cubicBezTo>
                    <a:cubicBezTo>
                      <a:pt x="13220" y="79706"/>
                      <a:pt x="19865" y="33189"/>
                      <a:pt x="-71" y="-38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130" name="图形 4"/>
            <p:cNvGrpSpPr/>
            <p:nvPr/>
          </p:nvGrpSpPr>
          <p:grpSpPr>
            <a:xfrm>
              <a:off x="7441272" y="2902422"/>
              <a:ext cx="937948" cy="544918"/>
              <a:chOff x="7441272" y="2902422"/>
              <a:chExt cx="937948" cy="544918"/>
            </a:xfrm>
          </p:grpSpPr>
          <p:sp>
            <p:nvSpPr>
              <p:cNvPr id="131" name="任意多边形: 形状 130"/>
              <p:cNvSpPr/>
              <p:nvPr/>
            </p:nvSpPr>
            <p:spPr>
              <a:xfrm>
                <a:off x="7494435" y="2902422"/>
                <a:ext cx="884785" cy="544918"/>
              </a:xfrm>
              <a:custGeom>
                <a:avLst/>
                <a:gdLst>
                  <a:gd name="connsiteX0" fmla="*/ 78888 w 884785"/>
                  <a:gd name="connsiteY0" fmla="*/ -38 h 544918"/>
                  <a:gd name="connsiteX1" fmla="*/ 860181 w 884785"/>
                  <a:gd name="connsiteY1" fmla="*/ -38 h 544918"/>
                  <a:gd name="connsiteX2" fmla="*/ 884715 w 884785"/>
                  <a:gd name="connsiteY2" fmla="*/ 24472 h 544918"/>
                  <a:gd name="connsiteX3" fmla="*/ 884570 w 884785"/>
                  <a:gd name="connsiteY3" fmla="*/ 27141 h 544918"/>
                  <a:gd name="connsiteX4" fmla="*/ 830144 w 884785"/>
                  <a:gd name="connsiteY4" fmla="*/ 523017 h 544918"/>
                  <a:gd name="connsiteX5" fmla="*/ 805756 w 884785"/>
                  <a:gd name="connsiteY5" fmla="*/ 544880 h 544918"/>
                  <a:gd name="connsiteX6" fmla="*/ 24462 w 884785"/>
                  <a:gd name="connsiteY6" fmla="*/ 544880 h 544918"/>
                  <a:gd name="connsiteX7" fmla="*/ -71 w 884785"/>
                  <a:gd name="connsiteY7" fmla="*/ 520371 h 544918"/>
                  <a:gd name="connsiteX8" fmla="*/ 74 w 884785"/>
                  <a:gd name="connsiteY8" fmla="*/ 517701 h 544918"/>
                  <a:gd name="connsiteX9" fmla="*/ 54499 w 884785"/>
                  <a:gd name="connsiteY9" fmla="*/ 21825 h 544918"/>
                  <a:gd name="connsiteX10" fmla="*/ 78888 w 884785"/>
                  <a:gd name="connsiteY10" fmla="*/ -38 h 5449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84785" h="544918">
                    <a:moveTo>
                      <a:pt x="78888" y="-38"/>
                    </a:moveTo>
                    <a:lnTo>
                      <a:pt x="860181" y="-38"/>
                    </a:lnTo>
                    <a:cubicBezTo>
                      <a:pt x="873724" y="-45"/>
                      <a:pt x="884708" y="10929"/>
                      <a:pt x="884715" y="24472"/>
                    </a:cubicBezTo>
                    <a:cubicBezTo>
                      <a:pt x="884715" y="25363"/>
                      <a:pt x="884667" y="26255"/>
                      <a:pt x="884570" y="27141"/>
                    </a:cubicBezTo>
                    <a:lnTo>
                      <a:pt x="830144" y="523017"/>
                    </a:lnTo>
                    <a:cubicBezTo>
                      <a:pt x="828758" y="535447"/>
                      <a:pt x="818263" y="544856"/>
                      <a:pt x="805756" y="544880"/>
                    </a:cubicBezTo>
                    <a:lnTo>
                      <a:pt x="24462" y="544880"/>
                    </a:lnTo>
                    <a:cubicBezTo>
                      <a:pt x="10920" y="544887"/>
                      <a:pt x="-64" y="533913"/>
                      <a:pt x="-71" y="520371"/>
                    </a:cubicBezTo>
                    <a:cubicBezTo>
                      <a:pt x="-71" y="519479"/>
                      <a:pt x="-23" y="518588"/>
                      <a:pt x="74" y="517701"/>
                    </a:cubicBezTo>
                    <a:lnTo>
                      <a:pt x="54499" y="21825"/>
                    </a:lnTo>
                    <a:cubicBezTo>
                      <a:pt x="55857" y="9380"/>
                      <a:pt x="66369" y="-44"/>
                      <a:pt x="78888" y="-38"/>
                    </a:cubicBezTo>
                    <a:close/>
                  </a:path>
                </a:pathLst>
              </a:custGeom>
              <a:solidFill>
                <a:srgbClr val="E1E6FB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2" name="任意多边形: 形状 131"/>
              <p:cNvSpPr/>
              <p:nvPr/>
            </p:nvSpPr>
            <p:spPr>
              <a:xfrm>
                <a:off x="7441272" y="2902422"/>
                <a:ext cx="884785" cy="544918"/>
              </a:xfrm>
              <a:custGeom>
                <a:avLst/>
                <a:gdLst>
                  <a:gd name="connsiteX0" fmla="*/ 78888 w 884785"/>
                  <a:gd name="connsiteY0" fmla="*/ -38 h 544918"/>
                  <a:gd name="connsiteX1" fmla="*/ 860181 w 884785"/>
                  <a:gd name="connsiteY1" fmla="*/ -38 h 544918"/>
                  <a:gd name="connsiteX2" fmla="*/ 884715 w 884785"/>
                  <a:gd name="connsiteY2" fmla="*/ 24472 h 544918"/>
                  <a:gd name="connsiteX3" fmla="*/ 884570 w 884785"/>
                  <a:gd name="connsiteY3" fmla="*/ 27141 h 544918"/>
                  <a:gd name="connsiteX4" fmla="*/ 830144 w 884785"/>
                  <a:gd name="connsiteY4" fmla="*/ 523017 h 544918"/>
                  <a:gd name="connsiteX5" fmla="*/ 805756 w 884785"/>
                  <a:gd name="connsiteY5" fmla="*/ 544880 h 544918"/>
                  <a:gd name="connsiteX6" fmla="*/ 24462 w 884785"/>
                  <a:gd name="connsiteY6" fmla="*/ 544880 h 544918"/>
                  <a:gd name="connsiteX7" fmla="*/ -71 w 884785"/>
                  <a:gd name="connsiteY7" fmla="*/ 520371 h 544918"/>
                  <a:gd name="connsiteX8" fmla="*/ 74 w 884785"/>
                  <a:gd name="connsiteY8" fmla="*/ 517701 h 544918"/>
                  <a:gd name="connsiteX9" fmla="*/ 54499 w 884785"/>
                  <a:gd name="connsiteY9" fmla="*/ 21825 h 544918"/>
                  <a:gd name="connsiteX10" fmla="*/ 78888 w 884785"/>
                  <a:gd name="connsiteY10" fmla="*/ -38 h 5449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84785" h="544918">
                    <a:moveTo>
                      <a:pt x="78888" y="-38"/>
                    </a:moveTo>
                    <a:lnTo>
                      <a:pt x="860181" y="-38"/>
                    </a:lnTo>
                    <a:cubicBezTo>
                      <a:pt x="873724" y="-45"/>
                      <a:pt x="884708" y="10929"/>
                      <a:pt x="884715" y="24472"/>
                    </a:cubicBezTo>
                    <a:cubicBezTo>
                      <a:pt x="884715" y="25363"/>
                      <a:pt x="884667" y="26255"/>
                      <a:pt x="884570" y="27141"/>
                    </a:cubicBezTo>
                    <a:lnTo>
                      <a:pt x="830144" y="523017"/>
                    </a:lnTo>
                    <a:cubicBezTo>
                      <a:pt x="828758" y="535447"/>
                      <a:pt x="818263" y="544856"/>
                      <a:pt x="805756" y="544880"/>
                    </a:cubicBezTo>
                    <a:lnTo>
                      <a:pt x="24462" y="544880"/>
                    </a:lnTo>
                    <a:cubicBezTo>
                      <a:pt x="10920" y="544887"/>
                      <a:pt x="-64" y="533913"/>
                      <a:pt x="-71" y="520371"/>
                    </a:cubicBezTo>
                    <a:cubicBezTo>
                      <a:pt x="-71" y="519479"/>
                      <a:pt x="-23" y="518588"/>
                      <a:pt x="74" y="517701"/>
                    </a:cubicBezTo>
                    <a:lnTo>
                      <a:pt x="54499" y="21825"/>
                    </a:lnTo>
                    <a:cubicBezTo>
                      <a:pt x="55857" y="9380"/>
                      <a:pt x="66369" y="-44"/>
                      <a:pt x="78888" y="-38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3" name="任意多边形: 形状 132"/>
              <p:cNvSpPr/>
              <p:nvPr/>
            </p:nvSpPr>
            <p:spPr>
              <a:xfrm>
                <a:off x="7510063" y="2904615"/>
                <a:ext cx="801694" cy="296847"/>
              </a:xfrm>
              <a:custGeom>
                <a:avLst/>
                <a:gdLst>
                  <a:gd name="connsiteX0" fmla="*/ 0 w 801694"/>
                  <a:gd name="connsiteY0" fmla="*/ 0 h 296847"/>
                  <a:gd name="connsiteX1" fmla="*/ 320439 w 801694"/>
                  <a:gd name="connsiteY1" fmla="*/ 296848 h 296847"/>
                  <a:gd name="connsiteX2" fmla="*/ 801695 w 801694"/>
                  <a:gd name="connsiteY2" fmla="*/ 0 h 296847"/>
                  <a:gd name="connsiteX3" fmla="*/ 0 w 801694"/>
                  <a:gd name="connsiteY3" fmla="*/ 0 h 296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01694" h="296847">
                    <a:moveTo>
                      <a:pt x="0" y="0"/>
                    </a:moveTo>
                    <a:lnTo>
                      <a:pt x="320439" y="296848"/>
                    </a:lnTo>
                    <a:lnTo>
                      <a:pt x="80169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134" name="图形 4"/>
            <p:cNvGrpSpPr/>
            <p:nvPr/>
          </p:nvGrpSpPr>
          <p:grpSpPr>
            <a:xfrm>
              <a:off x="5888186" y="4407461"/>
              <a:ext cx="1170345" cy="518337"/>
              <a:chOff x="5888186" y="4407461"/>
              <a:chExt cx="1170345" cy="518337"/>
            </a:xfrm>
          </p:grpSpPr>
          <p:sp>
            <p:nvSpPr>
              <p:cNvPr id="135" name="任意多边形: 形状 134"/>
              <p:cNvSpPr/>
              <p:nvPr/>
            </p:nvSpPr>
            <p:spPr>
              <a:xfrm>
                <a:off x="5968076" y="4738109"/>
                <a:ext cx="1090455" cy="187688"/>
              </a:xfrm>
              <a:custGeom>
                <a:avLst/>
                <a:gdLst>
                  <a:gd name="connsiteX0" fmla="*/ 990020 w 1090455"/>
                  <a:gd name="connsiteY0" fmla="*/ 187650 h 187688"/>
                  <a:gd name="connsiteX1" fmla="*/ 44586 w 1090455"/>
                  <a:gd name="connsiteY1" fmla="*/ 184461 h 187688"/>
                  <a:gd name="connsiteX2" fmla="*/ -71 w 1090455"/>
                  <a:gd name="connsiteY2" fmla="*/ 158544 h 187688"/>
                  <a:gd name="connsiteX3" fmla="*/ 395 w 1090455"/>
                  <a:gd name="connsiteY3" fmla="*/ 32282 h 187688"/>
                  <a:gd name="connsiteX4" fmla="*/ 44652 w 1090455"/>
                  <a:gd name="connsiteY4" fmla="*/ 11150 h 187688"/>
                  <a:gd name="connsiteX5" fmla="*/ 983973 w 1090455"/>
                  <a:gd name="connsiteY5" fmla="*/ 1714 h 187688"/>
                  <a:gd name="connsiteX6" fmla="*/ 1047967 w 1090455"/>
                  <a:gd name="connsiteY6" fmla="*/ 8359 h 187688"/>
                  <a:gd name="connsiteX7" fmla="*/ 1029892 w 1090455"/>
                  <a:gd name="connsiteY7" fmla="*/ 181537 h 187688"/>
                  <a:gd name="connsiteX8" fmla="*/ 990020 w 1090455"/>
                  <a:gd name="connsiteY8" fmla="*/ 187650 h 187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90455" h="187688">
                    <a:moveTo>
                      <a:pt x="990020" y="187650"/>
                    </a:moveTo>
                    <a:lnTo>
                      <a:pt x="44586" y="184461"/>
                    </a:lnTo>
                    <a:cubicBezTo>
                      <a:pt x="19865" y="184461"/>
                      <a:pt x="-137" y="183265"/>
                      <a:pt x="-71" y="158544"/>
                    </a:cubicBezTo>
                    <a:lnTo>
                      <a:pt x="395" y="32282"/>
                    </a:lnTo>
                    <a:cubicBezTo>
                      <a:pt x="395" y="7827"/>
                      <a:pt x="20331" y="11416"/>
                      <a:pt x="44652" y="11150"/>
                    </a:cubicBezTo>
                    <a:lnTo>
                      <a:pt x="983973" y="1714"/>
                    </a:lnTo>
                    <a:cubicBezTo>
                      <a:pt x="995735" y="2378"/>
                      <a:pt x="1015472" y="-5796"/>
                      <a:pt x="1047967" y="8359"/>
                    </a:cubicBezTo>
                    <a:cubicBezTo>
                      <a:pt x="1091694" y="27099"/>
                      <a:pt x="1123060" y="141997"/>
                      <a:pt x="1029892" y="181537"/>
                    </a:cubicBezTo>
                    <a:cubicBezTo>
                      <a:pt x="1016881" y="185101"/>
                      <a:pt x="1003502" y="187153"/>
                      <a:pt x="990020" y="187650"/>
                    </a:cubicBez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6" name="任意多边形: 形状 135"/>
              <p:cNvSpPr/>
              <p:nvPr/>
            </p:nvSpPr>
            <p:spPr>
              <a:xfrm>
                <a:off x="5968077" y="4765089"/>
                <a:ext cx="284155" cy="132399"/>
              </a:xfrm>
              <a:custGeom>
                <a:avLst/>
                <a:gdLst>
                  <a:gd name="connsiteX0" fmla="*/ 15480 w 284155"/>
                  <a:gd name="connsiteY0" fmla="*/ 131431 h 132399"/>
                  <a:gd name="connsiteX1" fmla="*/ 268468 w 284155"/>
                  <a:gd name="connsiteY1" fmla="*/ 132361 h 132399"/>
                  <a:gd name="connsiteX2" fmla="*/ 284084 w 284155"/>
                  <a:gd name="connsiteY2" fmla="*/ 116811 h 132399"/>
                  <a:gd name="connsiteX3" fmla="*/ 284084 w 284155"/>
                  <a:gd name="connsiteY3" fmla="*/ 16732 h 132399"/>
                  <a:gd name="connsiteX4" fmla="*/ 268534 w 284155"/>
                  <a:gd name="connsiteY4" fmla="*/ 1116 h 132399"/>
                  <a:gd name="connsiteX5" fmla="*/ 15612 w 284155"/>
                  <a:gd name="connsiteY5" fmla="*/ 252 h 132399"/>
                  <a:gd name="connsiteX6" fmla="*/ 62 w 284155"/>
                  <a:gd name="connsiteY6" fmla="*/ 983 h 132399"/>
                  <a:gd name="connsiteX7" fmla="*/ -71 w 284155"/>
                  <a:gd name="connsiteY7" fmla="*/ 130899 h 132399"/>
                  <a:gd name="connsiteX8" fmla="*/ 15480 w 284155"/>
                  <a:gd name="connsiteY8" fmla="*/ 131431 h 132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84155" h="132399">
                    <a:moveTo>
                      <a:pt x="15480" y="131431"/>
                    </a:moveTo>
                    <a:lnTo>
                      <a:pt x="268468" y="132361"/>
                    </a:lnTo>
                    <a:cubicBezTo>
                      <a:pt x="277066" y="132361"/>
                      <a:pt x="284048" y="125410"/>
                      <a:pt x="284084" y="116811"/>
                    </a:cubicBezTo>
                    <a:lnTo>
                      <a:pt x="284084" y="16732"/>
                    </a:lnTo>
                    <a:cubicBezTo>
                      <a:pt x="284084" y="8134"/>
                      <a:pt x="277133" y="1152"/>
                      <a:pt x="268534" y="1116"/>
                    </a:cubicBezTo>
                    <a:lnTo>
                      <a:pt x="15612" y="252"/>
                    </a:lnTo>
                    <a:cubicBezTo>
                      <a:pt x="10422" y="-305"/>
                      <a:pt x="5177" y="-59"/>
                      <a:pt x="62" y="983"/>
                    </a:cubicBezTo>
                    <a:lnTo>
                      <a:pt x="-71" y="130899"/>
                    </a:lnTo>
                    <a:cubicBezTo>
                      <a:pt x="5095" y="131431"/>
                      <a:pt x="10290" y="131608"/>
                      <a:pt x="15480" y="131431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7" name="任意多边形: 形状 136"/>
              <p:cNvSpPr/>
              <p:nvPr/>
            </p:nvSpPr>
            <p:spPr>
              <a:xfrm>
                <a:off x="5968196" y="4564424"/>
                <a:ext cx="1089717" cy="186069"/>
              </a:xfrm>
              <a:custGeom>
                <a:avLst/>
                <a:gdLst>
                  <a:gd name="connsiteX0" fmla="*/ 99490 w 1089717"/>
                  <a:gd name="connsiteY0" fmla="*/ -38 h 186069"/>
                  <a:gd name="connsiteX1" fmla="*/ 1044857 w 1089717"/>
                  <a:gd name="connsiteY1" fmla="*/ -38 h 186069"/>
                  <a:gd name="connsiteX2" fmla="*/ 1089647 w 1089717"/>
                  <a:gd name="connsiteY2" fmla="*/ 25746 h 186069"/>
                  <a:gd name="connsiteX3" fmla="*/ 1089647 w 1089717"/>
                  <a:gd name="connsiteY3" fmla="*/ 152007 h 186069"/>
                  <a:gd name="connsiteX4" fmla="*/ 1045455 w 1089717"/>
                  <a:gd name="connsiteY4" fmla="*/ 173273 h 186069"/>
                  <a:gd name="connsiteX5" fmla="*/ 106135 w 1089717"/>
                  <a:gd name="connsiteY5" fmla="*/ 186032 h 186069"/>
                  <a:gd name="connsiteX6" fmla="*/ 44201 w 1089717"/>
                  <a:gd name="connsiteY6" fmla="*/ 170282 h 186069"/>
                  <a:gd name="connsiteX7" fmla="*/ 59618 w 1089717"/>
                  <a:gd name="connsiteY7" fmla="*/ 6607 h 186069"/>
                  <a:gd name="connsiteX8" fmla="*/ 99490 w 1089717"/>
                  <a:gd name="connsiteY8" fmla="*/ -38 h 186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89717" h="186069">
                    <a:moveTo>
                      <a:pt x="99490" y="-38"/>
                    </a:moveTo>
                    <a:lnTo>
                      <a:pt x="1044857" y="-38"/>
                    </a:lnTo>
                    <a:cubicBezTo>
                      <a:pt x="1069578" y="-38"/>
                      <a:pt x="1089647" y="1025"/>
                      <a:pt x="1089647" y="25746"/>
                    </a:cubicBezTo>
                    <a:lnTo>
                      <a:pt x="1089647" y="152007"/>
                    </a:lnTo>
                    <a:cubicBezTo>
                      <a:pt x="1089647" y="176462"/>
                      <a:pt x="1069711" y="172940"/>
                      <a:pt x="1045455" y="173273"/>
                    </a:cubicBezTo>
                    <a:lnTo>
                      <a:pt x="106135" y="186032"/>
                    </a:lnTo>
                    <a:cubicBezTo>
                      <a:pt x="94440" y="185500"/>
                      <a:pt x="74637" y="180649"/>
                      <a:pt x="44201" y="170282"/>
                    </a:cubicBezTo>
                    <a:cubicBezTo>
                      <a:pt x="-855" y="154998"/>
                      <a:pt x="-33417" y="46479"/>
                      <a:pt x="59618" y="6607"/>
                    </a:cubicBezTo>
                    <a:cubicBezTo>
                      <a:pt x="72609" y="2864"/>
                      <a:pt x="85988" y="634"/>
                      <a:pt x="99490" y="-38"/>
                    </a:cubicBezTo>
                    <a:close/>
                  </a:path>
                </a:pathLst>
              </a:custGeom>
              <a:solidFill>
                <a:srgbClr val="EAEDFB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8" name="任意多边形: 形状 137"/>
              <p:cNvSpPr/>
              <p:nvPr/>
            </p:nvSpPr>
            <p:spPr>
              <a:xfrm>
                <a:off x="6773825" y="4590188"/>
                <a:ext cx="284088" cy="131653"/>
              </a:xfrm>
              <a:custGeom>
                <a:avLst/>
                <a:gdLst>
                  <a:gd name="connsiteX0" fmla="*/ 268468 w 284088"/>
                  <a:gd name="connsiteY0" fmla="*/ 115 h 131653"/>
                  <a:gd name="connsiteX1" fmla="*/ 15546 w 284088"/>
                  <a:gd name="connsiteY1" fmla="*/ 115 h 131653"/>
                  <a:gd name="connsiteX2" fmla="*/ -71 w 284088"/>
                  <a:gd name="connsiteY2" fmla="*/ 15665 h 131653"/>
                  <a:gd name="connsiteX3" fmla="*/ -71 w 284088"/>
                  <a:gd name="connsiteY3" fmla="*/ 115810 h 131653"/>
                  <a:gd name="connsiteX4" fmla="*/ 15546 w 284088"/>
                  <a:gd name="connsiteY4" fmla="*/ 131360 h 131653"/>
                  <a:gd name="connsiteX5" fmla="*/ 268468 w 284088"/>
                  <a:gd name="connsiteY5" fmla="*/ 131360 h 131653"/>
                  <a:gd name="connsiteX6" fmla="*/ 284018 w 284088"/>
                  <a:gd name="connsiteY6" fmla="*/ 130563 h 131653"/>
                  <a:gd name="connsiteX7" fmla="*/ 284018 w 284088"/>
                  <a:gd name="connsiteY7" fmla="*/ 447 h 131653"/>
                  <a:gd name="connsiteX8" fmla="*/ 268468 w 284088"/>
                  <a:gd name="connsiteY8" fmla="*/ 115 h 131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84088" h="131653">
                    <a:moveTo>
                      <a:pt x="268468" y="115"/>
                    </a:moveTo>
                    <a:lnTo>
                      <a:pt x="15546" y="115"/>
                    </a:lnTo>
                    <a:cubicBezTo>
                      <a:pt x="6947" y="115"/>
                      <a:pt x="-34" y="7066"/>
                      <a:pt x="-71" y="15665"/>
                    </a:cubicBezTo>
                    <a:lnTo>
                      <a:pt x="-71" y="115810"/>
                    </a:lnTo>
                    <a:cubicBezTo>
                      <a:pt x="-34" y="124409"/>
                      <a:pt x="6947" y="131360"/>
                      <a:pt x="15546" y="131360"/>
                    </a:cubicBezTo>
                    <a:lnTo>
                      <a:pt x="268468" y="131360"/>
                    </a:lnTo>
                    <a:cubicBezTo>
                      <a:pt x="273662" y="131877"/>
                      <a:pt x="278904" y="131608"/>
                      <a:pt x="284018" y="130563"/>
                    </a:cubicBezTo>
                    <a:lnTo>
                      <a:pt x="284018" y="447"/>
                    </a:lnTo>
                    <a:cubicBezTo>
                      <a:pt x="278851" y="-58"/>
                      <a:pt x="273652" y="-169"/>
                      <a:pt x="268468" y="115"/>
                    </a:cubicBezTo>
                    <a:close/>
                  </a:path>
                </a:pathLst>
              </a:custGeom>
              <a:solidFill>
                <a:srgbClr val="B0C0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9" name="任意多边形: 形状 138"/>
              <p:cNvSpPr/>
              <p:nvPr/>
            </p:nvSpPr>
            <p:spPr>
              <a:xfrm>
                <a:off x="5888186" y="4407461"/>
                <a:ext cx="1089717" cy="186003"/>
              </a:xfrm>
              <a:custGeom>
                <a:avLst/>
                <a:gdLst>
                  <a:gd name="connsiteX0" fmla="*/ 99490 w 1089717"/>
                  <a:gd name="connsiteY0" fmla="*/ -38 h 186003"/>
                  <a:gd name="connsiteX1" fmla="*/ 1044857 w 1089717"/>
                  <a:gd name="connsiteY1" fmla="*/ -38 h 186003"/>
                  <a:gd name="connsiteX2" fmla="*/ 1089647 w 1089717"/>
                  <a:gd name="connsiteY2" fmla="*/ 25679 h 186003"/>
                  <a:gd name="connsiteX3" fmla="*/ 1089647 w 1089717"/>
                  <a:gd name="connsiteY3" fmla="*/ 151941 h 186003"/>
                  <a:gd name="connsiteX4" fmla="*/ 1045455 w 1089717"/>
                  <a:gd name="connsiteY4" fmla="*/ 173206 h 186003"/>
                  <a:gd name="connsiteX5" fmla="*/ 106136 w 1089717"/>
                  <a:gd name="connsiteY5" fmla="*/ 185965 h 186003"/>
                  <a:gd name="connsiteX6" fmla="*/ 44201 w 1089717"/>
                  <a:gd name="connsiteY6" fmla="*/ 170149 h 186003"/>
                  <a:gd name="connsiteX7" fmla="*/ 59618 w 1089717"/>
                  <a:gd name="connsiteY7" fmla="*/ 6541 h 186003"/>
                  <a:gd name="connsiteX8" fmla="*/ 99490 w 1089717"/>
                  <a:gd name="connsiteY8" fmla="*/ -38 h 1860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89717" h="186003">
                    <a:moveTo>
                      <a:pt x="99490" y="-38"/>
                    </a:moveTo>
                    <a:lnTo>
                      <a:pt x="1044857" y="-38"/>
                    </a:lnTo>
                    <a:cubicBezTo>
                      <a:pt x="1069645" y="-38"/>
                      <a:pt x="1089647" y="959"/>
                      <a:pt x="1089647" y="25679"/>
                    </a:cubicBezTo>
                    <a:lnTo>
                      <a:pt x="1089647" y="151941"/>
                    </a:lnTo>
                    <a:cubicBezTo>
                      <a:pt x="1089647" y="176462"/>
                      <a:pt x="1069711" y="172874"/>
                      <a:pt x="1045455" y="173206"/>
                    </a:cubicBezTo>
                    <a:lnTo>
                      <a:pt x="106136" y="185965"/>
                    </a:lnTo>
                    <a:cubicBezTo>
                      <a:pt x="94440" y="185367"/>
                      <a:pt x="74636" y="180516"/>
                      <a:pt x="44201" y="170149"/>
                    </a:cubicBezTo>
                    <a:cubicBezTo>
                      <a:pt x="-855" y="154931"/>
                      <a:pt x="-33417" y="46413"/>
                      <a:pt x="59618" y="6541"/>
                    </a:cubicBezTo>
                    <a:cubicBezTo>
                      <a:pt x="72604" y="2788"/>
                      <a:pt x="85987" y="579"/>
                      <a:pt x="99490" y="-38"/>
                    </a:cubicBez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40" name="任意多边形: 形状 139"/>
              <p:cNvSpPr/>
              <p:nvPr/>
            </p:nvSpPr>
            <p:spPr>
              <a:xfrm>
                <a:off x="6693881" y="4433094"/>
                <a:ext cx="284022" cy="131566"/>
              </a:xfrm>
              <a:custGeom>
                <a:avLst/>
                <a:gdLst>
                  <a:gd name="connsiteX0" fmla="*/ 268402 w 284022"/>
                  <a:gd name="connsiteY0" fmla="*/ 46 h 131566"/>
                  <a:gd name="connsiteX1" fmla="*/ 15480 w 284022"/>
                  <a:gd name="connsiteY1" fmla="*/ 46 h 131566"/>
                  <a:gd name="connsiteX2" fmla="*/ -71 w 284022"/>
                  <a:gd name="connsiteY2" fmla="*/ 15596 h 131566"/>
                  <a:gd name="connsiteX3" fmla="*/ -71 w 284022"/>
                  <a:gd name="connsiteY3" fmla="*/ 15662 h 131566"/>
                  <a:gd name="connsiteX4" fmla="*/ -71 w 284022"/>
                  <a:gd name="connsiteY4" fmla="*/ 115742 h 131566"/>
                  <a:gd name="connsiteX5" fmla="*/ 15346 w 284022"/>
                  <a:gd name="connsiteY5" fmla="*/ 131292 h 131566"/>
                  <a:gd name="connsiteX6" fmla="*/ 15479 w 284022"/>
                  <a:gd name="connsiteY6" fmla="*/ 131292 h 131566"/>
                  <a:gd name="connsiteX7" fmla="*/ 268402 w 284022"/>
                  <a:gd name="connsiteY7" fmla="*/ 131292 h 131566"/>
                  <a:gd name="connsiteX8" fmla="*/ 283952 w 284022"/>
                  <a:gd name="connsiteY8" fmla="*/ 130561 h 131566"/>
                  <a:gd name="connsiteX9" fmla="*/ 283952 w 284022"/>
                  <a:gd name="connsiteY9" fmla="*/ 511 h 131566"/>
                  <a:gd name="connsiteX10" fmla="*/ 268402 w 284022"/>
                  <a:gd name="connsiteY10" fmla="*/ 46 h 1315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84022" h="131566">
                    <a:moveTo>
                      <a:pt x="268402" y="46"/>
                    </a:moveTo>
                    <a:lnTo>
                      <a:pt x="15480" y="46"/>
                    </a:lnTo>
                    <a:cubicBezTo>
                      <a:pt x="6892" y="46"/>
                      <a:pt x="-71" y="7008"/>
                      <a:pt x="-71" y="15596"/>
                    </a:cubicBezTo>
                    <a:cubicBezTo>
                      <a:pt x="-71" y="15618"/>
                      <a:pt x="-71" y="15640"/>
                      <a:pt x="-71" y="15662"/>
                    </a:cubicBezTo>
                    <a:lnTo>
                      <a:pt x="-71" y="115742"/>
                    </a:lnTo>
                    <a:cubicBezTo>
                      <a:pt x="-108" y="124293"/>
                      <a:pt x="6795" y="131255"/>
                      <a:pt x="15346" y="131292"/>
                    </a:cubicBezTo>
                    <a:cubicBezTo>
                      <a:pt x="15390" y="131292"/>
                      <a:pt x="15435" y="131292"/>
                      <a:pt x="15479" y="131292"/>
                    </a:cubicBezTo>
                    <a:lnTo>
                      <a:pt x="268402" y="131292"/>
                    </a:lnTo>
                    <a:cubicBezTo>
                      <a:pt x="273594" y="131769"/>
                      <a:pt x="278827" y="131523"/>
                      <a:pt x="283952" y="130561"/>
                    </a:cubicBezTo>
                    <a:lnTo>
                      <a:pt x="283952" y="511"/>
                    </a:lnTo>
                    <a:cubicBezTo>
                      <a:pt x="278785" y="2"/>
                      <a:pt x="273590" y="-154"/>
                      <a:pt x="268402" y="46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141" name="图形 4"/>
            <p:cNvGrpSpPr/>
            <p:nvPr/>
          </p:nvGrpSpPr>
          <p:grpSpPr>
            <a:xfrm>
              <a:off x="3801959" y="3726844"/>
              <a:ext cx="1145262" cy="2865009"/>
              <a:chOff x="3801959" y="3726844"/>
              <a:chExt cx="1145262" cy="2865009"/>
            </a:xfrm>
          </p:grpSpPr>
          <p:sp>
            <p:nvSpPr>
              <p:cNvPr id="142" name="任意多边形: 形状 141"/>
              <p:cNvSpPr/>
              <p:nvPr/>
            </p:nvSpPr>
            <p:spPr>
              <a:xfrm>
                <a:off x="3801959" y="3726844"/>
                <a:ext cx="892204" cy="892204"/>
              </a:xfrm>
              <a:custGeom>
                <a:avLst/>
                <a:gdLst>
                  <a:gd name="connsiteX0" fmla="*/ 892204 w 892204"/>
                  <a:gd name="connsiteY0" fmla="*/ 446102 h 892204"/>
                  <a:gd name="connsiteX1" fmla="*/ 446102 w 892204"/>
                  <a:gd name="connsiteY1" fmla="*/ 892205 h 892204"/>
                  <a:gd name="connsiteX2" fmla="*/ 0 w 892204"/>
                  <a:gd name="connsiteY2" fmla="*/ 446102 h 892204"/>
                  <a:gd name="connsiteX3" fmla="*/ 446102 w 892204"/>
                  <a:gd name="connsiteY3" fmla="*/ 0 h 892204"/>
                  <a:gd name="connsiteX4" fmla="*/ 892204 w 892204"/>
                  <a:gd name="connsiteY4" fmla="*/ 446102 h 892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2204" h="892204">
                    <a:moveTo>
                      <a:pt x="892204" y="446102"/>
                    </a:moveTo>
                    <a:cubicBezTo>
                      <a:pt x="892204" y="692478"/>
                      <a:pt x="692478" y="892205"/>
                      <a:pt x="446102" y="892205"/>
                    </a:cubicBezTo>
                    <a:cubicBezTo>
                      <a:pt x="199727" y="892205"/>
                      <a:pt x="0" y="692478"/>
                      <a:pt x="0" y="446102"/>
                    </a:cubicBezTo>
                    <a:cubicBezTo>
                      <a:pt x="0" y="199727"/>
                      <a:pt x="199727" y="0"/>
                      <a:pt x="446102" y="0"/>
                    </a:cubicBezTo>
                    <a:cubicBezTo>
                      <a:pt x="692478" y="0"/>
                      <a:pt x="892204" y="199727"/>
                      <a:pt x="892204" y="446102"/>
                    </a:cubicBezTo>
                    <a:close/>
                  </a:path>
                </a:pathLst>
              </a:custGeom>
              <a:noFill/>
              <a:ln w="26545" cap="flat">
                <a:solidFill>
                  <a:srgbClr val="E1E6FB"/>
                </a:solidFill>
                <a:custDash>
                  <a:ds d="879000" sp="879000"/>
                </a:custDash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43" name="任意多边形: 形状 142"/>
              <p:cNvSpPr/>
              <p:nvPr/>
            </p:nvSpPr>
            <p:spPr>
              <a:xfrm>
                <a:off x="4169247" y="4585955"/>
                <a:ext cx="157561" cy="49441"/>
              </a:xfrm>
              <a:custGeom>
                <a:avLst/>
                <a:gdLst>
                  <a:gd name="connsiteX0" fmla="*/ 132841 w 157561"/>
                  <a:gd name="connsiteY0" fmla="*/ 0 h 49441"/>
                  <a:gd name="connsiteX1" fmla="*/ 157561 w 157561"/>
                  <a:gd name="connsiteY1" fmla="*/ 0 h 49441"/>
                  <a:gd name="connsiteX2" fmla="*/ 157561 w 157561"/>
                  <a:gd name="connsiteY2" fmla="*/ 49441 h 49441"/>
                  <a:gd name="connsiteX3" fmla="*/ 132841 w 157561"/>
                  <a:gd name="connsiteY3" fmla="*/ 49441 h 49441"/>
                  <a:gd name="connsiteX4" fmla="*/ 24721 w 157561"/>
                  <a:gd name="connsiteY4" fmla="*/ 49441 h 49441"/>
                  <a:gd name="connsiteX5" fmla="*/ 0 w 157561"/>
                  <a:gd name="connsiteY5" fmla="*/ 49441 h 49441"/>
                  <a:gd name="connsiteX6" fmla="*/ 0 w 157561"/>
                  <a:gd name="connsiteY6" fmla="*/ 0 h 49441"/>
                  <a:gd name="connsiteX7" fmla="*/ 24721 w 157561"/>
                  <a:gd name="connsiteY7" fmla="*/ 0 h 494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57561" h="49441">
                    <a:moveTo>
                      <a:pt x="132841" y="0"/>
                    </a:moveTo>
                    <a:cubicBezTo>
                      <a:pt x="146493" y="0"/>
                      <a:pt x="157561" y="0"/>
                      <a:pt x="157561" y="0"/>
                    </a:cubicBezTo>
                    <a:lnTo>
                      <a:pt x="157561" y="49441"/>
                    </a:lnTo>
                    <a:cubicBezTo>
                      <a:pt x="157561" y="49441"/>
                      <a:pt x="146493" y="49441"/>
                      <a:pt x="132841" y="49441"/>
                    </a:cubicBezTo>
                    <a:lnTo>
                      <a:pt x="24721" y="49441"/>
                    </a:lnTo>
                    <a:cubicBezTo>
                      <a:pt x="11068" y="49441"/>
                      <a:pt x="0" y="49441"/>
                      <a:pt x="0" y="49441"/>
                    </a:cubicBezTo>
                    <a:lnTo>
                      <a:pt x="0" y="0"/>
                    </a:lnTo>
                    <a:cubicBezTo>
                      <a:pt x="0" y="0"/>
                      <a:pt x="11068" y="0"/>
                      <a:pt x="24721" y="0"/>
                    </a:cubicBezTo>
                    <a:close/>
                  </a:path>
                </a:pathLst>
              </a:custGeom>
              <a:solidFill>
                <a:srgbClr val="E1E6FB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44" name="任意多边形: 形状 143"/>
              <p:cNvSpPr/>
              <p:nvPr/>
            </p:nvSpPr>
            <p:spPr>
              <a:xfrm>
                <a:off x="3854989" y="3775222"/>
                <a:ext cx="790796" cy="790796"/>
              </a:xfrm>
              <a:custGeom>
                <a:avLst/>
                <a:gdLst>
                  <a:gd name="connsiteX0" fmla="*/ 790796 w 790796"/>
                  <a:gd name="connsiteY0" fmla="*/ 395398 h 790796"/>
                  <a:gd name="connsiteX1" fmla="*/ 395398 w 790796"/>
                  <a:gd name="connsiteY1" fmla="*/ 790796 h 790796"/>
                  <a:gd name="connsiteX2" fmla="*/ 0 w 790796"/>
                  <a:gd name="connsiteY2" fmla="*/ 395398 h 790796"/>
                  <a:gd name="connsiteX3" fmla="*/ 395398 w 790796"/>
                  <a:gd name="connsiteY3" fmla="*/ 0 h 790796"/>
                  <a:gd name="connsiteX4" fmla="*/ 790796 w 790796"/>
                  <a:gd name="connsiteY4" fmla="*/ 395398 h 7907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90796" h="790796">
                    <a:moveTo>
                      <a:pt x="790796" y="395398"/>
                    </a:moveTo>
                    <a:cubicBezTo>
                      <a:pt x="790796" y="613771"/>
                      <a:pt x="613771" y="790796"/>
                      <a:pt x="395398" y="790796"/>
                    </a:cubicBezTo>
                    <a:cubicBezTo>
                      <a:pt x="177026" y="790796"/>
                      <a:pt x="0" y="613771"/>
                      <a:pt x="0" y="395398"/>
                    </a:cubicBezTo>
                    <a:cubicBezTo>
                      <a:pt x="0" y="177026"/>
                      <a:pt x="177026" y="0"/>
                      <a:pt x="395398" y="0"/>
                    </a:cubicBezTo>
                    <a:cubicBezTo>
                      <a:pt x="613771" y="0"/>
                      <a:pt x="790796" y="177026"/>
                      <a:pt x="790796" y="395398"/>
                    </a:cubicBezTo>
                    <a:close/>
                  </a:path>
                </a:pathLst>
              </a:custGeom>
              <a:solidFill>
                <a:srgbClr val="E1E6FB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45" name="任意多边形: 形状 144"/>
              <p:cNvSpPr/>
              <p:nvPr/>
            </p:nvSpPr>
            <p:spPr>
              <a:xfrm>
                <a:off x="4234305" y="4619049"/>
                <a:ext cx="32030" cy="1901633"/>
              </a:xfrm>
              <a:custGeom>
                <a:avLst/>
                <a:gdLst>
                  <a:gd name="connsiteX0" fmla="*/ 0 w 32030"/>
                  <a:gd name="connsiteY0" fmla="*/ 0 h 1901633"/>
                  <a:gd name="connsiteX1" fmla="*/ 32031 w 32030"/>
                  <a:gd name="connsiteY1" fmla="*/ 0 h 1901633"/>
                  <a:gd name="connsiteX2" fmla="*/ 32031 w 32030"/>
                  <a:gd name="connsiteY2" fmla="*/ 1901633 h 1901633"/>
                  <a:gd name="connsiteX3" fmla="*/ 0 w 32030"/>
                  <a:gd name="connsiteY3" fmla="*/ 1901633 h 1901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030" h="1901633">
                    <a:moveTo>
                      <a:pt x="0" y="0"/>
                    </a:moveTo>
                    <a:lnTo>
                      <a:pt x="32031" y="0"/>
                    </a:lnTo>
                    <a:lnTo>
                      <a:pt x="32031" y="1901633"/>
                    </a:lnTo>
                    <a:lnTo>
                      <a:pt x="0" y="1901633"/>
                    </a:lnTo>
                    <a:close/>
                  </a:path>
                </a:pathLst>
              </a:custGeom>
              <a:solidFill>
                <a:srgbClr val="E1E6FB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46" name="任意多边形: 形状 145"/>
              <p:cNvSpPr/>
              <p:nvPr/>
            </p:nvSpPr>
            <p:spPr>
              <a:xfrm rot="-2700000">
                <a:off x="4120029" y="4864376"/>
                <a:ext cx="685268" cy="685268"/>
              </a:xfrm>
              <a:custGeom>
                <a:avLst/>
                <a:gdLst>
                  <a:gd name="connsiteX0" fmla="*/ 685198 w 685268"/>
                  <a:gd name="connsiteY0" fmla="*/ 342596 h 685268"/>
                  <a:gd name="connsiteX1" fmla="*/ 342563 w 685268"/>
                  <a:gd name="connsiteY1" fmla="*/ 685230 h 685268"/>
                  <a:gd name="connsiteX2" fmla="*/ -71 w 685268"/>
                  <a:gd name="connsiteY2" fmla="*/ 342596 h 685268"/>
                  <a:gd name="connsiteX3" fmla="*/ 342563 w 685268"/>
                  <a:gd name="connsiteY3" fmla="*/ -38 h 685268"/>
                  <a:gd name="connsiteX4" fmla="*/ 685198 w 685268"/>
                  <a:gd name="connsiteY4" fmla="*/ 342596 h 6852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85268" h="685268">
                    <a:moveTo>
                      <a:pt x="685198" y="342596"/>
                    </a:moveTo>
                    <a:cubicBezTo>
                      <a:pt x="685198" y="531828"/>
                      <a:pt x="531795" y="685230"/>
                      <a:pt x="342563" y="685230"/>
                    </a:cubicBezTo>
                    <a:cubicBezTo>
                      <a:pt x="153332" y="685230"/>
                      <a:pt x="-71" y="531827"/>
                      <a:pt x="-71" y="342596"/>
                    </a:cubicBezTo>
                    <a:cubicBezTo>
                      <a:pt x="-71" y="153364"/>
                      <a:pt x="153332" y="-38"/>
                      <a:pt x="342563" y="-38"/>
                    </a:cubicBezTo>
                    <a:cubicBezTo>
                      <a:pt x="531795" y="-38"/>
                      <a:pt x="685198" y="153364"/>
                      <a:pt x="685198" y="342596"/>
                    </a:cubicBezTo>
                    <a:close/>
                  </a:path>
                </a:pathLst>
              </a:custGeom>
              <a:noFill/>
              <a:ln w="26545" cap="flat">
                <a:solidFill>
                  <a:srgbClr val="E1E6FB"/>
                </a:solidFill>
                <a:custDash>
                  <a:ds d="867750" sp="867750"/>
                </a:custDash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47" name="任意多边形: 形状 146"/>
              <p:cNvSpPr/>
              <p:nvPr/>
            </p:nvSpPr>
            <p:spPr>
              <a:xfrm>
                <a:off x="4402167" y="5524278"/>
                <a:ext cx="121011" cy="37944"/>
              </a:xfrm>
              <a:custGeom>
                <a:avLst/>
                <a:gdLst>
                  <a:gd name="connsiteX0" fmla="*/ 103069 w 121011"/>
                  <a:gd name="connsiteY0" fmla="*/ 0 h 37944"/>
                  <a:gd name="connsiteX1" fmla="*/ 121012 w 121011"/>
                  <a:gd name="connsiteY1" fmla="*/ 0 h 37944"/>
                  <a:gd name="connsiteX2" fmla="*/ 121012 w 121011"/>
                  <a:gd name="connsiteY2" fmla="*/ 37945 h 37944"/>
                  <a:gd name="connsiteX3" fmla="*/ 103069 w 121011"/>
                  <a:gd name="connsiteY3" fmla="*/ 37945 h 37944"/>
                  <a:gd name="connsiteX4" fmla="*/ 17942 w 121011"/>
                  <a:gd name="connsiteY4" fmla="*/ 37945 h 37944"/>
                  <a:gd name="connsiteX5" fmla="*/ 0 w 121011"/>
                  <a:gd name="connsiteY5" fmla="*/ 37945 h 37944"/>
                  <a:gd name="connsiteX6" fmla="*/ 0 w 121011"/>
                  <a:gd name="connsiteY6" fmla="*/ 0 h 37944"/>
                  <a:gd name="connsiteX7" fmla="*/ 17942 w 121011"/>
                  <a:gd name="connsiteY7" fmla="*/ 0 h 379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011" h="37944">
                    <a:moveTo>
                      <a:pt x="103069" y="0"/>
                    </a:moveTo>
                    <a:cubicBezTo>
                      <a:pt x="112979" y="0"/>
                      <a:pt x="121012" y="0"/>
                      <a:pt x="121012" y="0"/>
                    </a:cubicBezTo>
                    <a:lnTo>
                      <a:pt x="121012" y="37945"/>
                    </a:lnTo>
                    <a:cubicBezTo>
                      <a:pt x="121012" y="37945"/>
                      <a:pt x="112979" y="37945"/>
                      <a:pt x="103069" y="37945"/>
                    </a:cubicBezTo>
                    <a:lnTo>
                      <a:pt x="17942" y="37945"/>
                    </a:lnTo>
                    <a:cubicBezTo>
                      <a:pt x="8033" y="37945"/>
                      <a:pt x="0" y="37945"/>
                      <a:pt x="0" y="37945"/>
                    </a:cubicBezTo>
                    <a:lnTo>
                      <a:pt x="0" y="0"/>
                    </a:lnTo>
                    <a:cubicBezTo>
                      <a:pt x="0" y="0"/>
                      <a:pt x="8033" y="0"/>
                      <a:pt x="17942" y="0"/>
                    </a:cubicBezTo>
                    <a:close/>
                  </a:path>
                </a:pathLst>
              </a:custGeom>
              <a:solidFill>
                <a:srgbClr val="E1E6FB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48" name="任意多边形: 形状 147"/>
              <p:cNvSpPr/>
              <p:nvPr/>
            </p:nvSpPr>
            <p:spPr>
              <a:xfrm>
                <a:off x="4173766" y="6520682"/>
                <a:ext cx="362304" cy="37944"/>
              </a:xfrm>
              <a:custGeom>
                <a:avLst/>
                <a:gdLst>
                  <a:gd name="connsiteX0" fmla="*/ 344362 w 362304"/>
                  <a:gd name="connsiteY0" fmla="*/ 0 h 37944"/>
                  <a:gd name="connsiteX1" fmla="*/ 362304 w 362304"/>
                  <a:gd name="connsiteY1" fmla="*/ 0 h 37944"/>
                  <a:gd name="connsiteX2" fmla="*/ 362304 w 362304"/>
                  <a:gd name="connsiteY2" fmla="*/ 37945 h 37944"/>
                  <a:gd name="connsiteX3" fmla="*/ 344362 w 362304"/>
                  <a:gd name="connsiteY3" fmla="*/ 37945 h 37944"/>
                  <a:gd name="connsiteX4" fmla="*/ 17942 w 362304"/>
                  <a:gd name="connsiteY4" fmla="*/ 37945 h 37944"/>
                  <a:gd name="connsiteX5" fmla="*/ 0 w 362304"/>
                  <a:gd name="connsiteY5" fmla="*/ 37945 h 37944"/>
                  <a:gd name="connsiteX6" fmla="*/ 0 w 362304"/>
                  <a:gd name="connsiteY6" fmla="*/ 0 h 37944"/>
                  <a:gd name="connsiteX7" fmla="*/ 17942 w 362304"/>
                  <a:gd name="connsiteY7" fmla="*/ 0 h 379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62304" h="37944">
                    <a:moveTo>
                      <a:pt x="344362" y="0"/>
                    </a:moveTo>
                    <a:cubicBezTo>
                      <a:pt x="354271" y="0"/>
                      <a:pt x="362304" y="0"/>
                      <a:pt x="362304" y="0"/>
                    </a:cubicBezTo>
                    <a:lnTo>
                      <a:pt x="362304" y="37945"/>
                    </a:lnTo>
                    <a:cubicBezTo>
                      <a:pt x="362304" y="37945"/>
                      <a:pt x="354271" y="37945"/>
                      <a:pt x="344362" y="37945"/>
                    </a:cubicBezTo>
                    <a:lnTo>
                      <a:pt x="17942" y="37945"/>
                    </a:lnTo>
                    <a:cubicBezTo>
                      <a:pt x="8033" y="37945"/>
                      <a:pt x="0" y="37945"/>
                      <a:pt x="0" y="37945"/>
                    </a:cubicBezTo>
                    <a:lnTo>
                      <a:pt x="0" y="0"/>
                    </a:lnTo>
                    <a:cubicBezTo>
                      <a:pt x="0" y="0"/>
                      <a:pt x="8033" y="0"/>
                      <a:pt x="17942" y="0"/>
                    </a:cubicBezTo>
                    <a:close/>
                  </a:path>
                </a:pathLst>
              </a:custGeom>
              <a:solidFill>
                <a:srgbClr val="E1E6FB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49" name="任意多边形: 形状 148"/>
              <p:cNvSpPr/>
              <p:nvPr/>
            </p:nvSpPr>
            <p:spPr>
              <a:xfrm>
                <a:off x="4082924" y="6553908"/>
                <a:ext cx="537276" cy="37944"/>
              </a:xfrm>
              <a:custGeom>
                <a:avLst/>
                <a:gdLst>
                  <a:gd name="connsiteX0" fmla="*/ 519334 w 537276"/>
                  <a:gd name="connsiteY0" fmla="*/ 0 h 37944"/>
                  <a:gd name="connsiteX1" fmla="*/ 537277 w 537276"/>
                  <a:gd name="connsiteY1" fmla="*/ 0 h 37944"/>
                  <a:gd name="connsiteX2" fmla="*/ 537277 w 537276"/>
                  <a:gd name="connsiteY2" fmla="*/ 37945 h 37944"/>
                  <a:gd name="connsiteX3" fmla="*/ 519334 w 537276"/>
                  <a:gd name="connsiteY3" fmla="*/ 37945 h 37944"/>
                  <a:gd name="connsiteX4" fmla="*/ 17942 w 537276"/>
                  <a:gd name="connsiteY4" fmla="*/ 37945 h 37944"/>
                  <a:gd name="connsiteX5" fmla="*/ 0 w 537276"/>
                  <a:gd name="connsiteY5" fmla="*/ 37945 h 37944"/>
                  <a:gd name="connsiteX6" fmla="*/ 0 w 537276"/>
                  <a:gd name="connsiteY6" fmla="*/ 0 h 37944"/>
                  <a:gd name="connsiteX7" fmla="*/ 17942 w 537276"/>
                  <a:gd name="connsiteY7" fmla="*/ 0 h 379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37276" h="37944">
                    <a:moveTo>
                      <a:pt x="519334" y="0"/>
                    </a:moveTo>
                    <a:cubicBezTo>
                      <a:pt x="529243" y="0"/>
                      <a:pt x="537277" y="0"/>
                      <a:pt x="537277" y="0"/>
                    </a:cubicBezTo>
                    <a:lnTo>
                      <a:pt x="537277" y="37945"/>
                    </a:lnTo>
                    <a:cubicBezTo>
                      <a:pt x="537277" y="37945"/>
                      <a:pt x="529243" y="37945"/>
                      <a:pt x="519334" y="37945"/>
                    </a:cubicBezTo>
                    <a:lnTo>
                      <a:pt x="17942" y="37945"/>
                    </a:lnTo>
                    <a:cubicBezTo>
                      <a:pt x="8033" y="37945"/>
                      <a:pt x="0" y="37945"/>
                      <a:pt x="0" y="37945"/>
                    </a:cubicBezTo>
                    <a:lnTo>
                      <a:pt x="0" y="0"/>
                    </a:lnTo>
                    <a:cubicBezTo>
                      <a:pt x="0" y="0"/>
                      <a:pt x="8033" y="0"/>
                      <a:pt x="17942" y="0"/>
                    </a:cubicBezTo>
                    <a:close/>
                  </a:path>
                </a:pathLst>
              </a:custGeom>
              <a:solidFill>
                <a:srgbClr val="E1E6FB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50" name="任意多边形: 形状 149"/>
              <p:cNvSpPr/>
              <p:nvPr/>
            </p:nvSpPr>
            <p:spPr>
              <a:xfrm>
                <a:off x="4160808" y="4901542"/>
                <a:ext cx="607384" cy="607384"/>
              </a:xfrm>
              <a:custGeom>
                <a:avLst/>
                <a:gdLst>
                  <a:gd name="connsiteX0" fmla="*/ 607385 w 607384"/>
                  <a:gd name="connsiteY0" fmla="*/ 303692 h 607384"/>
                  <a:gd name="connsiteX1" fmla="*/ 303692 w 607384"/>
                  <a:gd name="connsiteY1" fmla="*/ 607385 h 607384"/>
                  <a:gd name="connsiteX2" fmla="*/ 0 w 607384"/>
                  <a:gd name="connsiteY2" fmla="*/ 303692 h 607384"/>
                  <a:gd name="connsiteX3" fmla="*/ 303692 w 607384"/>
                  <a:gd name="connsiteY3" fmla="*/ 0 h 607384"/>
                  <a:gd name="connsiteX4" fmla="*/ 607385 w 607384"/>
                  <a:gd name="connsiteY4" fmla="*/ 303692 h 607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7384" h="607384">
                    <a:moveTo>
                      <a:pt x="607385" y="303692"/>
                    </a:moveTo>
                    <a:cubicBezTo>
                      <a:pt x="607385" y="471417"/>
                      <a:pt x="471417" y="607385"/>
                      <a:pt x="303692" y="607385"/>
                    </a:cubicBezTo>
                    <a:cubicBezTo>
                      <a:pt x="135968" y="607385"/>
                      <a:pt x="0" y="471417"/>
                      <a:pt x="0" y="303692"/>
                    </a:cubicBezTo>
                    <a:cubicBezTo>
                      <a:pt x="0" y="135967"/>
                      <a:pt x="135968" y="0"/>
                      <a:pt x="303692" y="0"/>
                    </a:cubicBezTo>
                    <a:cubicBezTo>
                      <a:pt x="471417" y="0"/>
                      <a:pt x="607385" y="135967"/>
                      <a:pt x="607385" y="303692"/>
                    </a:cubicBezTo>
                    <a:close/>
                  </a:path>
                </a:pathLst>
              </a:custGeom>
              <a:solidFill>
                <a:srgbClr val="E1E6FB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51" name="任意多边形: 形状 150"/>
              <p:cNvSpPr/>
              <p:nvPr/>
            </p:nvSpPr>
            <p:spPr>
              <a:xfrm>
                <a:off x="4447421" y="4619049"/>
                <a:ext cx="32030" cy="1901633"/>
              </a:xfrm>
              <a:custGeom>
                <a:avLst/>
                <a:gdLst>
                  <a:gd name="connsiteX0" fmla="*/ 0 w 32030"/>
                  <a:gd name="connsiteY0" fmla="*/ 0 h 1901633"/>
                  <a:gd name="connsiteX1" fmla="*/ 32031 w 32030"/>
                  <a:gd name="connsiteY1" fmla="*/ 0 h 1901633"/>
                  <a:gd name="connsiteX2" fmla="*/ 32031 w 32030"/>
                  <a:gd name="connsiteY2" fmla="*/ 1901633 h 1901633"/>
                  <a:gd name="connsiteX3" fmla="*/ 0 w 32030"/>
                  <a:gd name="connsiteY3" fmla="*/ 1901633 h 1901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030" h="1901633">
                    <a:moveTo>
                      <a:pt x="0" y="0"/>
                    </a:moveTo>
                    <a:lnTo>
                      <a:pt x="32031" y="0"/>
                    </a:lnTo>
                    <a:lnTo>
                      <a:pt x="32031" y="1901633"/>
                    </a:lnTo>
                    <a:lnTo>
                      <a:pt x="0" y="1901633"/>
                    </a:lnTo>
                    <a:close/>
                  </a:path>
                </a:pathLst>
              </a:custGeom>
              <a:solidFill>
                <a:srgbClr val="E1E6FB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152" name="图形 4"/>
            <p:cNvGrpSpPr/>
            <p:nvPr/>
          </p:nvGrpSpPr>
          <p:grpSpPr>
            <a:xfrm>
              <a:off x="6727507" y="4396323"/>
              <a:ext cx="2609122" cy="2175261"/>
              <a:chOff x="6727507" y="4396323"/>
              <a:chExt cx="2609122" cy="2175261"/>
            </a:xfrm>
          </p:grpSpPr>
          <p:sp>
            <p:nvSpPr>
              <p:cNvPr id="153" name="任意多边形: 形状 152"/>
              <p:cNvSpPr/>
              <p:nvPr/>
            </p:nvSpPr>
            <p:spPr>
              <a:xfrm>
                <a:off x="6744093" y="4396323"/>
                <a:ext cx="2592535" cy="1857959"/>
              </a:xfrm>
              <a:custGeom>
                <a:avLst/>
                <a:gdLst>
                  <a:gd name="connsiteX0" fmla="*/ 16835 w 2592535"/>
                  <a:gd name="connsiteY0" fmla="*/ 1408682 h 1857959"/>
                  <a:gd name="connsiteX1" fmla="*/ 24591 w 2592535"/>
                  <a:gd name="connsiteY1" fmla="*/ 1507998 h 1857959"/>
                  <a:gd name="connsiteX2" fmla="*/ 32120 w 2592535"/>
                  <a:gd name="connsiteY2" fmla="*/ 1513613 h 1857959"/>
                  <a:gd name="connsiteX3" fmla="*/ 1587131 w 2592535"/>
                  <a:gd name="connsiteY3" fmla="*/ 1722675 h 1857959"/>
                  <a:gd name="connsiteX4" fmla="*/ 2591775 w 2592535"/>
                  <a:gd name="connsiteY4" fmla="*/ 109583 h 1857959"/>
                  <a:gd name="connsiteX5" fmla="*/ 1621554 w 2592535"/>
                  <a:gd name="connsiteY5" fmla="*/ 7710 h 1857959"/>
                  <a:gd name="connsiteX6" fmla="*/ 1012840 w 2592535"/>
                  <a:gd name="connsiteY6" fmla="*/ 1171576 h 1857959"/>
                  <a:gd name="connsiteX7" fmla="*/ 289494 w 2592535"/>
                  <a:gd name="connsiteY7" fmla="*/ 1154365 h 1857959"/>
                  <a:gd name="connsiteX8" fmla="*/ 16835 w 2592535"/>
                  <a:gd name="connsiteY8" fmla="*/ 1408683 h 18579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592535" h="1857959">
                    <a:moveTo>
                      <a:pt x="16835" y="1408682"/>
                    </a:moveTo>
                    <a:cubicBezTo>
                      <a:pt x="-8448" y="1438249"/>
                      <a:pt x="-4976" y="1482714"/>
                      <a:pt x="24591" y="1507998"/>
                    </a:cubicBezTo>
                    <a:cubicBezTo>
                      <a:pt x="26973" y="1510035"/>
                      <a:pt x="29488" y="1511911"/>
                      <a:pt x="32120" y="1513613"/>
                    </a:cubicBezTo>
                    <a:cubicBezTo>
                      <a:pt x="250220" y="1654693"/>
                      <a:pt x="983468" y="2070227"/>
                      <a:pt x="1587131" y="1722675"/>
                    </a:cubicBezTo>
                    <a:cubicBezTo>
                      <a:pt x="2304829" y="1309335"/>
                      <a:pt x="2608987" y="212918"/>
                      <a:pt x="2591775" y="109583"/>
                    </a:cubicBezTo>
                    <a:cubicBezTo>
                      <a:pt x="2574563" y="6248"/>
                      <a:pt x="2218639" y="-13821"/>
                      <a:pt x="1621554" y="7710"/>
                    </a:cubicBezTo>
                    <a:cubicBezTo>
                      <a:pt x="1024470" y="29241"/>
                      <a:pt x="1695982" y="1074023"/>
                      <a:pt x="1012840" y="1171576"/>
                    </a:cubicBezTo>
                    <a:cubicBezTo>
                      <a:pt x="329699" y="1269130"/>
                      <a:pt x="507794" y="987899"/>
                      <a:pt x="289494" y="1154365"/>
                    </a:cubicBezTo>
                    <a:cubicBezTo>
                      <a:pt x="190036" y="1229455"/>
                      <a:pt x="98658" y="1314686"/>
                      <a:pt x="16835" y="1408683"/>
                    </a:cubicBez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54" name="任意多边形: 形状 153"/>
              <p:cNvSpPr/>
              <p:nvPr/>
            </p:nvSpPr>
            <p:spPr>
              <a:xfrm>
                <a:off x="7157527" y="4669154"/>
                <a:ext cx="1102868" cy="1007236"/>
              </a:xfrm>
              <a:custGeom>
                <a:avLst/>
                <a:gdLst>
                  <a:gd name="connsiteX0" fmla="*/ -71 w 1102868"/>
                  <a:gd name="connsiteY0" fmla="*/ 830432 h 1007236"/>
                  <a:gd name="connsiteX1" fmla="*/ 927022 w 1102868"/>
                  <a:gd name="connsiteY1" fmla="*/ 548137 h 1007236"/>
                  <a:gd name="connsiteX2" fmla="*/ 1102193 w 1102868"/>
                  <a:gd name="connsiteY2" fmla="*/ 345521 h 1007236"/>
                  <a:gd name="connsiteX3" fmla="*/ 882897 w 1102868"/>
                  <a:gd name="connsiteY3" fmla="*/ 935296 h 1007236"/>
                  <a:gd name="connsiteX4" fmla="*/ 293322 w 1102868"/>
                  <a:gd name="connsiteY4" fmla="*/ 977826 h 1007236"/>
                  <a:gd name="connsiteX5" fmla="*/ -71 w 1102868"/>
                  <a:gd name="connsiteY5" fmla="*/ 830432 h 10072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02868" h="1007236">
                    <a:moveTo>
                      <a:pt x="-71" y="830432"/>
                    </a:moveTo>
                    <a:cubicBezTo>
                      <a:pt x="-71" y="830432"/>
                      <a:pt x="900972" y="1068136"/>
                      <a:pt x="927022" y="548137"/>
                    </a:cubicBezTo>
                    <a:cubicBezTo>
                      <a:pt x="963106" y="-176737"/>
                      <a:pt x="1113490" y="-116929"/>
                      <a:pt x="1102193" y="345521"/>
                    </a:cubicBezTo>
                    <a:cubicBezTo>
                      <a:pt x="1090896" y="807971"/>
                      <a:pt x="1097874" y="843922"/>
                      <a:pt x="882897" y="935296"/>
                    </a:cubicBezTo>
                    <a:cubicBezTo>
                      <a:pt x="697691" y="1014043"/>
                      <a:pt x="542389" y="1027932"/>
                      <a:pt x="293322" y="977826"/>
                    </a:cubicBezTo>
                    <a:cubicBezTo>
                      <a:pt x="89708" y="936890"/>
                      <a:pt x="-71" y="830432"/>
                      <a:pt x="-71" y="830432"/>
                    </a:cubicBezTo>
                    <a:close/>
                  </a:path>
                </a:pathLst>
              </a:custGeom>
              <a:solidFill>
                <a:srgbClr val="B0C0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55" name="任意多边形: 形状 154"/>
              <p:cNvSpPr/>
              <p:nvPr/>
            </p:nvSpPr>
            <p:spPr>
              <a:xfrm rot="2257800">
                <a:off x="6898168" y="5950993"/>
                <a:ext cx="48577" cy="355924"/>
              </a:xfrm>
              <a:custGeom>
                <a:avLst/>
                <a:gdLst>
                  <a:gd name="connsiteX0" fmla="*/ -71 w 48577"/>
                  <a:gd name="connsiteY0" fmla="*/ -38 h 355924"/>
                  <a:gd name="connsiteX1" fmla="*/ 48507 w 48577"/>
                  <a:gd name="connsiteY1" fmla="*/ -38 h 355924"/>
                  <a:gd name="connsiteX2" fmla="*/ 48507 w 48577"/>
                  <a:gd name="connsiteY2" fmla="*/ 355887 h 355924"/>
                  <a:gd name="connsiteX3" fmla="*/ -71 w 48577"/>
                  <a:gd name="connsiteY3" fmla="*/ 355887 h 3559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577" h="355924">
                    <a:moveTo>
                      <a:pt x="-71" y="-38"/>
                    </a:moveTo>
                    <a:lnTo>
                      <a:pt x="48507" y="-38"/>
                    </a:lnTo>
                    <a:lnTo>
                      <a:pt x="48507" y="355887"/>
                    </a:lnTo>
                    <a:lnTo>
                      <a:pt x="-71" y="355887"/>
                    </a:ln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56" name="任意多边形: 形状 155"/>
              <p:cNvSpPr/>
              <p:nvPr/>
            </p:nvSpPr>
            <p:spPr>
              <a:xfrm>
                <a:off x="6727507" y="6230413"/>
                <a:ext cx="135830" cy="135830"/>
              </a:xfrm>
              <a:custGeom>
                <a:avLst/>
                <a:gdLst>
                  <a:gd name="connsiteX0" fmla="*/ 135831 w 135830"/>
                  <a:gd name="connsiteY0" fmla="*/ 67916 h 135830"/>
                  <a:gd name="connsiteX1" fmla="*/ 67915 w 135830"/>
                  <a:gd name="connsiteY1" fmla="*/ 135831 h 135830"/>
                  <a:gd name="connsiteX2" fmla="*/ 0 w 135830"/>
                  <a:gd name="connsiteY2" fmla="*/ 67916 h 135830"/>
                  <a:gd name="connsiteX3" fmla="*/ 67915 w 135830"/>
                  <a:gd name="connsiteY3" fmla="*/ 0 h 135830"/>
                  <a:gd name="connsiteX4" fmla="*/ 135831 w 135830"/>
                  <a:gd name="connsiteY4" fmla="*/ 67916 h 1358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5830" h="135830">
                    <a:moveTo>
                      <a:pt x="135831" y="67916"/>
                    </a:moveTo>
                    <a:cubicBezTo>
                      <a:pt x="135831" y="105424"/>
                      <a:pt x="105424" y="135831"/>
                      <a:pt x="67915" y="135831"/>
                    </a:cubicBezTo>
                    <a:cubicBezTo>
                      <a:pt x="30407" y="135831"/>
                      <a:pt x="0" y="105424"/>
                      <a:pt x="0" y="67916"/>
                    </a:cubicBezTo>
                    <a:cubicBezTo>
                      <a:pt x="0" y="30407"/>
                      <a:pt x="30407" y="0"/>
                      <a:pt x="67915" y="0"/>
                    </a:cubicBezTo>
                    <a:cubicBezTo>
                      <a:pt x="105424" y="0"/>
                      <a:pt x="135831" y="30407"/>
                      <a:pt x="135831" y="67916"/>
                    </a:cubicBezTo>
                    <a:close/>
                  </a:path>
                </a:pathLst>
              </a:custGeom>
              <a:solidFill>
                <a:srgbClr val="B0C0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57" name="任意多边形: 形状 156"/>
              <p:cNvSpPr/>
              <p:nvPr/>
            </p:nvSpPr>
            <p:spPr>
              <a:xfrm rot="1800000">
                <a:off x="7380807" y="6139883"/>
                <a:ext cx="48577" cy="355924"/>
              </a:xfrm>
              <a:custGeom>
                <a:avLst/>
                <a:gdLst>
                  <a:gd name="connsiteX0" fmla="*/ -71 w 48577"/>
                  <a:gd name="connsiteY0" fmla="*/ -38 h 355924"/>
                  <a:gd name="connsiteX1" fmla="*/ 48507 w 48577"/>
                  <a:gd name="connsiteY1" fmla="*/ -38 h 355924"/>
                  <a:gd name="connsiteX2" fmla="*/ 48507 w 48577"/>
                  <a:gd name="connsiteY2" fmla="*/ 355887 h 355924"/>
                  <a:gd name="connsiteX3" fmla="*/ -71 w 48577"/>
                  <a:gd name="connsiteY3" fmla="*/ 355887 h 3559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577" h="355924">
                    <a:moveTo>
                      <a:pt x="-71" y="-38"/>
                    </a:moveTo>
                    <a:lnTo>
                      <a:pt x="48507" y="-38"/>
                    </a:lnTo>
                    <a:lnTo>
                      <a:pt x="48507" y="355887"/>
                    </a:lnTo>
                    <a:lnTo>
                      <a:pt x="-71" y="355887"/>
                    </a:ln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58" name="任意多边形: 形状 157"/>
              <p:cNvSpPr/>
              <p:nvPr/>
            </p:nvSpPr>
            <p:spPr>
              <a:xfrm>
                <a:off x="7237272" y="6435754"/>
                <a:ext cx="135830" cy="135830"/>
              </a:xfrm>
              <a:custGeom>
                <a:avLst/>
                <a:gdLst>
                  <a:gd name="connsiteX0" fmla="*/ 135831 w 135830"/>
                  <a:gd name="connsiteY0" fmla="*/ 67915 h 135830"/>
                  <a:gd name="connsiteX1" fmla="*/ 67916 w 135830"/>
                  <a:gd name="connsiteY1" fmla="*/ 135831 h 135830"/>
                  <a:gd name="connsiteX2" fmla="*/ 0 w 135830"/>
                  <a:gd name="connsiteY2" fmla="*/ 67915 h 135830"/>
                  <a:gd name="connsiteX3" fmla="*/ 67916 w 135830"/>
                  <a:gd name="connsiteY3" fmla="*/ 0 h 135830"/>
                  <a:gd name="connsiteX4" fmla="*/ 135831 w 135830"/>
                  <a:gd name="connsiteY4" fmla="*/ 67915 h 1358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5830" h="135830">
                    <a:moveTo>
                      <a:pt x="135831" y="67915"/>
                    </a:moveTo>
                    <a:cubicBezTo>
                      <a:pt x="135831" y="105424"/>
                      <a:pt x="105424" y="135831"/>
                      <a:pt x="67916" y="135831"/>
                    </a:cubicBezTo>
                    <a:cubicBezTo>
                      <a:pt x="30407" y="135831"/>
                      <a:pt x="0" y="105424"/>
                      <a:pt x="0" y="67915"/>
                    </a:cubicBezTo>
                    <a:cubicBezTo>
                      <a:pt x="0" y="30407"/>
                      <a:pt x="30407" y="0"/>
                      <a:pt x="67916" y="0"/>
                    </a:cubicBezTo>
                    <a:cubicBezTo>
                      <a:pt x="105424" y="0"/>
                      <a:pt x="135831" y="30407"/>
                      <a:pt x="135831" y="67915"/>
                    </a:cubicBezTo>
                    <a:close/>
                  </a:path>
                </a:pathLst>
              </a:custGeom>
              <a:solidFill>
                <a:srgbClr val="B0C0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59" name="任意多边形: 形状 158"/>
              <p:cNvSpPr/>
              <p:nvPr/>
            </p:nvSpPr>
            <p:spPr>
              <a:xfrm rot="-2385000">
                <a:off x="8417000" y="6051030"/>
                <a:ext cx="48577" cy="432811"/>
              </a:xfrm>
              <a:custGeom>
                <a:avLst/>
                <a:gdLst>
                  <a:gd name="connsiteX0" fmla="*/ -71 w 48577"/>
                  <a:gd name="connsiteY0" fmla="*/ -39 h 432811"/>
                  <a:gd name="connsiteX1" fmla="*/ 48507 w 48577"/>
                  <a:gd name="connsiteY1" fmla="*/ -39 h 432811"/>
                  <a:gd name="connsiteX2" fmla="*/ 48507 w 48577"/>
                  <a:gd name="connsiteY2" fmla="*/ 432773 h 432811"/>
                  <a:gd name="connsiteX3" fmla="*/ -71 w 48577"/>
                  <a:gd name="connsiteY3" fmla="*/ 432773 h 4328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577" h="432811">
                    <a:moveTo>
                      <a:pt x="-71" y="-39"/>
                    </a:moveTo>
                    <a:lnTo>
                      <a:pt x="48507" y="-39"/>
                    </a:lnTo>
                    <a:lnTo>
                      <a:pt x="48507" y="432773"/>
                    </a:lnTo>
                    <a:lnTo>
                      <a:pt x="-71" y="432773"/>
                    </a:ln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60" name="任意多边形: 形状 159"/>
              <p:cNvSpPr/>
              <p:nvPr/>
            </p:nvSpPr>
            <p:spPr>
              <a:xfrm>
                <a:off x="8530324" y="6397543"/>
                <a:ext cx="135830" cy="135830"/>
              </a:xfrm>
              <a:custGeom>
                <a:avLst/>
                <a:gdLst>
                  <a:gd name="connsiteX0" fmla="*/ 135831 w 135830"/>
                  <a:gd name="connsiteY0" fmla="*/ 67915 h 135830"/>
                  <a:gd name="connsiteX1" fmla="*/ 67916 w 135830"/>
                  <a:gd name="connsiteY1" fmla="*/ 135831 h 135830"/>
                  <a:gd name="connsiteX2" fmla="*/ 0 w 135830"/>
                  <a:gd name="connsiteY2" fmla="*/ 67915 h 135830"/>
                  <a:gd name="connsiteX3" fmla="*/ 67916 w 135830"/>
                  <a:gd name="connsiteY3" fmla="*/ 0 h 135830"/>
                  <a:gd name="connsiteX4" fmla="*/ 135831 w 135830"/>
                  <a:gd name="connsiteY4" fmla="*/ 67915 h 1358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5830" h="135830">
                    <a:moveTo>
                      <a:pt x="135831" y="67915"/>
                    </a:moveTo>
                    <a:cubicBezTo>
                      <a:pt x="135831" y="105424"/>
                      <a:pt x="105424" y="135831"/>
                      <a:pt x="67916" y="135831"/>
                    </a:cubicBezTo>
                    <a:cubicBezTo>
                      <a:pt x="30407" y="135831"/>
                      <a:pt x="0" y="105424"/>
                      <a:pt x="0" y="67915"/>
                    </a:cubicBezTo>
                    <a:cubicBezTo>
                      <a:pt x="0" y="30407"/>
                      <a:pt x="30407" y="0"/>
                      <a:pt x="67916" y="0"/>
                    </a:cubicBezTo>
                    <a:cubicBezTo>
                      <a:pt x="105424" y="0"/>
                      <a:pt x="135831" y="30407"/>
                      <a:pt x="135831" y="67915"/>
                    </a:cubicBezTo>
                    <a:close/>
                  </a:path>
                </a:pathLst>
              </a:custGeom>
              <a:solidFill>
                <a:srgbClr val="B0C0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61" name="任意多边形: 形状 160"/>
              <p:cNvSpPr/>
              <p:nvPr/>
            </p:nvSpPr>
            <p:spPr>
              <a:xfrm rot="-2385000">
                <a:off x="7900566" y="5894884"/>
                <a:ext cx="48577" cy="432811"/>
              </a:xfrm>
              <a:custGeom>
                <a:avLst/>
                <a:gdLst>
                  <a:gd name="connsiteX0" fmla="*/ -71 w 48577"/>
                  <a:gd name="connsiteY0" fmla="*/ -39 h 432811"/>
                  <a:gd name="connsiteX1" fmla="*/ 48507 w 48577"/>
                  <a:gd name="connsiteY1" fmla="*/ -39 h 432811"/>
                  <a:gd name="connsiteX2" fmla="*/ 48507 w 48577"/>
                  <a:gd name="connsiteY2" fmla="*/ 432773 h 432811"/>
                  <a:gd name="connsiteX3" fmla="*/ -71 w 48577"/>
                  <a:gd name="connsiteY3" fmla="*/ 432773 h 4328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577" h="432811">
                    <a:moveTo>
                      <a:pt x="-71" y="-39"/>
                    </a:moveTo>
                    <a:lnTo>
                      <a:pt x="48507" y="-39"/>
                    </a:lnTo>
                    <a:lnTo>
                      <a:pt x="48507" y="432773"/>
                    </a:lnTo>
                    <a:lnTo>
                      <a:pt x="-71" y="432773"/>
                    </a:ln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62" name="任意多边形: 形状 161"/>
              <p:cNvSpPr/>
              <p:nvPr/>
            </p:nvSpPr>
            <p:spPr>
              <a:xfrm>
                <a:off x="8013913" y="6241444"/>
                <a:ext cx="135830" cy="135830"/>
              </a:xfrm>
              <a:custGeom>
                <a:avLst/>
                <a:gdLst>
                  <a:gd name="connsiteX0" fmla="*/ 135831 w 135830"/>
                  <a:gd name="connsiteY0" fmla="*/ 67915 h 135830"/>
                  <a:gd name="connsiteX1" fmla="*/ 67916 w 135830"/>
                  <a:gd name="connsiteY1" fmla="*/ 135831 h 135830"/>
                  <a:gd name="connsiteX2" fmla="*/ 0 w 135830"/>
                  <a:gd name="connsiteY2" fmla="*/ 67915 h 135830"/>
                  <a:gd name="connsiteX3" fmla="*/ 67916 w 135830"/>
                  <a:gd name="connsiteY3" fmla="*/ 0 h 135830"/>
                  <a:gd name="connsiteX4" fmla="*/ 135831 w 135830"/>
                  <a:gd name="connsiteY4" fmla="*/ 67915 h 1358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5830" h="135830">
                    <a:moveTo>
                      <a:pt x="135831" y="67915"/>
                    </a:moveTo>
                    <a:cubicBezTo>
                      <a:pt x="135831" y="105424"/>
                      <a:pt x="105424" y="135831"/>
                      <a:pt x="67916" y="135831"/>
                    </a:cubicBezTo>
                    <a:cubicBezTo>
                      <a:pt x="30407" y="135831"/>
                      <a:pt x="0" y="105424"/>
                      <a:pt x="0" y="67915"/>
                    </a:cubicBezTo>
                    <a:cubicBezTo>
                      <a:pt x="0" y="30407"/>
                      <a:pt x="30407" y="0"/>
                      <a:pt x="67916" y="0"/>
                    </a:cubicBezTo>
                    <a:cubicBezTo>
                      <a:pt x="105424" y="0"/>
                      <a:pt x="135831" y="30407"/>
                      <a:pt x="135831" y="67915"/>
                    </a:cubicBezTo>
                    <a:close/>
                  </a:path>
                </a:pathLst>
              </a:custGeom>
              <a:solidFill>
                <a:srgbClr val="B0C0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p:sp>
        <p:nvSpPr>
          <p:cNvPr id="167" name="文本框 166"/>
          <p:cNvSpPr txBox="1"/>
          <p:nvPr/>
        </p:nvSpPr>
        <p:spPr>
          <a:xfrm>
            <a:off x="815391" y="2082616"/>
            <a:ext cx="572464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7200" dirty="0">
                <a:latin typeface="Aa厚底黑" panose="00020600040101010101" pitchFamily="18" charset="-122"/>
                <a:ea typeface="Aa厚底黑" panose="00020600040101010101" pitchFamily="18" charset="-122"/>
                <a:cs typeface="+mn-ea"/>
                <a:sym typeface="+mn-lt"/>
              </a:rPr>
              <a:t>工作总结</a:t>
            </a:r>
            <a:r>
              <a:rPr lang="zh-CN" altLang="en-US" sz="7200" dirty="0">
                <a:solidFill>
                  <a:srgbClr val="6887EA"/>
                </a:solidFill>
                <a:latin typeface="Aa厚底黑" panose="00020600040101010101" pitchFamily="18" charset="-122"/>
                <a:ea typeface="Aa厚底黑" panose="00020600040101010101" pitchFamily="18" charset="-122"/>
                <a:cs typeface="+mn-ea"/>
                <a:sym typeface="+mn-lt"/>
              </a:rPr>
              <a:t>复盘</a:t>
            </a:r>
            <a:endParaRPr lang="zh-CN" altLang="en-US" sz="7200" dirty="0">
              <a:solidFill>
                <a:srgbClr val="6887EA"/>
              </a:solidFill>
              <a:latin typeface="Aa厚底黑" panose="00020600040101010101" pitchFamily="18" charset="-122"/>
              <a:ea typeface="Aa厚底黑" panose="00020600040101010101" pitchFamily="18" charset="-122"/>
              <a:cs typeface="+mn-ea"/>
              <a:sym typeface="+mn-lt"/>
            </a:endParaRPr>
          </a:p>
        </p:txBody>
      </p:sp>
      <p:grpSp>
        <p:nvGrpSpPr>
          <p:cNvPr id="173" name="组合 172"/>
          <p:cNvGrpSpPr/>
          <p:nvPr/>
        </p:nvGrpSpPr>
        <p:grpSpPr>
          <a:xfrm>
            <a:off x="1027149" y="5480406"/>
            <a:ext cx="4313944" cy="313984"/>
            <a:chOff x="1253246" y="4118390"/>
            <a:chExt cx="4313944" cy="313984"/>
          </a:xfrm>
        </p:grpSpPr>
        <p:sp>
          <p:nvSpPr>
            <p:cNvPr id="174" name="文本框 173"/>
            <p:cNvSpPr txBox="1"/>
            <p:nvPr/>
          </p:nvSpPr>
          <p:spPr>
            <a:xfrm>
              <a:off x="1561022" y="4125669"/>
              <a:ext cx="2027128" cy="3067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sz="1400" dirty="0">
                  <a:solidFill>
                    <a:srgbClr val="0E0C11"/>
                  </a:solidFill>
                  <a:latin typeface="+mn-lt"/>
                  <a:ea typeface="+mn-ea"/>
                  <a:cs typeface="+mn-ea"/>
                  <a:sym typeface="+mn-lt"/>
                </a:rPr>
                <a:t>汇报人：</a:t>
              </a:r>
              <a:endParaRPr lang="zh-CN" altLang="en-US" sz="1400" dirty="0">
                <a:solidFill>
                  <a:srgbClr val="0E0C11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75" name="iconfont-10019-4889788"/>
            <p:cNvSpPr/>
            <p:nvPr/>
          </p:nvSpPr>
          <p:spPr>
            <a:xfrm>
              <a:off x="1253246" y="4118392"/>
              <a:ext cx="307776" cy="307776"/>
            </a:xfrm>
            <a:custGeom>
              <a:avLst/>
              <a:gdLst>
                <a:gd name="T0" fmla="*/ 6383 w 12767"/>
                <a:gd name="T1" fmla="*/ 0 h 12767"/>
                <a:gd name="T2" fmla="*/ 0 w 12767"/>
                <a:gd name="T3" fmla="*/ 6383 h 12767"/>
                <a:gd name="T4" fmla="*/ 6383 w 12767"/>
                <a:gd name="T5" fmla="*/ 12767 h 12767"/>
                <a:gd name="T6" fmla="*/ 12767 w 12767"/>
                <a:gd name="T7" fmla="*/ 6383 h 12767"/>
                <a:gd name="T8" fmla="*/ 6383 w 12767"/>
                <a:gd name="T9" fmla="*/ 0 h 12767"/>
                <a:gd name="T10" fmla="*/ 6383 w 12767"/>
                <a:gd name="T11" fmla="*/ 870 h 12767"/>
                <a:gd name="T12" fmla="*/ 11897 w 12767"/>
                <a:gd name="T13" fmla="*/ 6383 h 12767"/>
                <a:gd name="T14" fmla="*/ 11032 w 12767"/>
                <a:gd name="T15" fmla="*/ 9349 h 12767"/>
                <a:gd name="T16" fmla="*/ 7524 w 12767"/>
                <a:gd name="T17" fmla="*/ 7451 h 12767"/>
                <a:gd name="T18" fmla="*/ 9004 w 12767"/>
                <a:gd name="T19" fmla="*/ 5101 h 12767"/>
                <a:gd name="T20" fmla="*/ 6393 w 12767"/>
                <a:gd name="T21" fmla="*/ 2489 h 12767"/>
                <a:gd name="T22" fmla="*/ 3781 w 12767"/>
                <a:gd name="T23" fmla="*/ 5101 h 12767"/>
                <a:gd name="T24" fmla="*/ 5261 w 12767"/>
                <a:gd name="T25" fmla="*/ 7451 h 12767"/>
                <a:gd name="T26" fmla="*/ 1743 w 12767"/>
                <a:gd name="T27" fmla="*/ 9361 h 12767"/>
                <a:gd name="T28" fmla="*/ 870 w 12767"/>
                <a:gd name="T29" fmla="*/ 6383 h 12767"/>
                <a:gd name="T30" fmla="*/ 6383 w 12767"/>
                <a:gd name="T31" fmla="*/ 870 h 127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767" h="12767">
                  <a:moveTo>
                    <a:pt x="6383" y="0"/>
                  </a:moveTo>
                  <a:cubicBezTo>
                    <a:pt x="2858" y="0"/>
                    <a:pt x="0" y="2858"/>
                    <a:pt x="0" y="6383"/>
                  </a:cubicBezTo>
                  <a:cubicBezTo>
                    <a:pt x="0" y="9909"/>
                    <a:pt x="2858" y="12767"/>
                    <a:pt x="6383" y="12767"/>
                  </a:cubicBezTo>
                  <a:cubicBezTo>
                    <a:pt x="9909" y="12767"/>
                    <a:pt x="12767" y="9909"/>
                    <a:pt x="12767" y="6383"/>
                  </a:cubicBezTo>
                  <a:cubicBezTo>
                    <a:pt x="12767" y="2858"/>
                    <a:pt x="9909" y="0"/>
                    <a:pt x="6383" y="0"/>
                  </a:cubicBezTo>
                  <a:close/>
                  <a:moveTo>
                    <a:pt x="6383" y="870"/>
                  </a:moveTo>
                  <a:cubicBezTo>
                    <a:pt x="9428" y="870"/>
                    <a:pt x="11897" y="3339"/>
                    <a:pt x="11897" y="6383"/>
                  </a:cubicBezTo>
                  <a:cubicBezTo>
                    <a:pt x="11897" y="7475"/>
                    <a:pt x="11579" y="8493"/>
                    <a:pt x="11032" y="9349"/>
                  </a:cubicBezTo>
                  <a:cubicBezTo>
                    <a:pt x="10114" y="8379"/>
                    <a:pt x="8895" y="7697"/>
                    <a:pt x="7524" y="7451"/>
                  </a:cubicBezTo>
                  <a:cubicBezTo>
                    <a:pt x="8399" y="7030"/>
                    <a:pt x="9004" y="6137"/>
                    <a:pt x="9004" y="5101"/>
                  </a:cubicBezTo>
                  <a:cubicBezTo>
                    <a:pt x="9004" y="3658"/>
                    <a:pt x="7835" y="2489"/>
                    <a:pt x="6393" y="2489"/>
                  </a:cubicBezTo>
                  <a:cubicBezTo>
                    <a:pt x="4950" y="2489"/>
                    <a:pt x="3781" y="3658"/>
                    <a:pt x="3781" y="5101"/>
                  </a:cubicBezTo>
                  <a:cubicBezTo>
                    <a:pt x="3781" y="6137"/>
                    <a:pt x="4386" y="7030"/>
                    <a:pt x="5261" y="7451"/>
                  </a:cubicBezTo>
                  <a:cubicBezTo>
                    <a:pt x="3885" y="7698"/>
                    <a:pt x="2662" y="8385"/>
                    <a:pt x="1743" y="9361"/>
                  </a:cubicBezTo>
                  <a:cubicBezTo>
                    <a:pt x="1190" y="8502"/>
                    <a:pt x="870" y="7480"/>
                    <a:pt x="870" y="6383"/>
                  </a:cubicBezTo>
                  <a:cubicBezTo>
                    <a:pt x="870" y="3339"/>
                    <a:pt x="3339" y="870"/>
                    <a:pt x="6383" y="870"/>
                  </a:cubicBezTo>
                  <a:close/>
                </a:path>
              </a:pathLst>
            </a:custGeom>
            <a:solidFill>
              <a:srgbClr val="B0C0F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ym typeface="+mn-lt"/>
              </a:endParaRPr>
            </a:p>
          </p:txBody>
        </p:sp>
        <p:sp>
          <p:nvSpPr>
            <p:cNvPr id="176" name="文本框 175"/>
            <p:cNvSpPr txBox="1"/>
            <p:nvPr/>
          </p:nvSpPr>
          <p:spPr>
            <a:xfrm>
              <a:off x="3898985" y="4118390"/>
              <a:ext cx="166820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bg1"/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sz="1400" dirty="0">
                  <a:solidFill>
                    <a:srgbClr val="0E0C11"/>
                  </a:solidFill>
                  <a:latin typeface="+mn-lt"/>
                  <a:ea typeface="+mn-ea"/>
                  <a:cs typeface="+mn-ea"/>
                  <a:sym typeface="+mn-lt"/>
                </a:rPr>
                <a:t>时间：</a:t>
              </a:r>
              <a:r>
                <a:rPr lang="en-US" altLang="zh-CN" sz="1400" dirty="0">
                  <a:solidFill>
                    <a:srgbClr val="0E0C11"/>
                  </a:solidFill>
                  <a:latin typeface="+mn-lt"/>
                  <a:ea typeface="+mn-ea"/>
                  <a:cs typeface="+mn-ea"/>
                  <a:sym typeface="+mn-lt"/>
                </a:rPr>
                <a:t>2025.10.31</a:t>
              </a:r>
              <a:endParaRPr lang="zh-CN" altLang="en-US" sz="1400" dirty="0">
                <a:solidFill>
                  <a:srgbClr val="0E0C11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77" name="iconfont-11899-5651509"/>
            <p:cNvSpPr/>
            <p:nvPr/>
          </p:nvSpPr>
          <p:spPr>
            <a:xfrm>
              <a:off x="3588150" y="4118394"/>
              <a:ext cx="307836" cy="307774"/>
            </a:xfrm>
            <a:custGeom>
              <a:avLst/>
              <a:gdLst>
                <a:gd name="T0" fmla="*/ 5872 w 10378"/>
                <a:gd name="T1" fmla="*/ 5277 h 10377"/>
                <a:gd name="T2" fmla="*/ 5872 w 10378"/>
                <a:gd name="T3" fmla="*/ 2783 h 10377"/>
                <a:gd name="T4" fmla="*/ 5223 w 10378"/>
                <a:gd name="T5" fmla="*/ 2135 h 10377"/>
                <a:gd name="T6" fmla="*/ 4574 w 10378"/>
                <a:gd name="T7" fmla="*/ 2783 h 10377"/>
                <a:gd name="T8" fmla="*/ 4574 w 10378"/>
                <a:gd name="T9" fmla="*/ 6026 h 10377"/>
                <a:gd name="T10" fmla="*/ 7383 w 10378"/>
                <a:gd name="T11" fmla="*/ 7647 h 10377"/>
                <a:gd name="T12" fmla="*/ 8267 w 10378"/>
                <a:gd name="T13" fmla="*/ 7403 h 10377"/>
                <a:gd name="T14" fmla="*/ 8031 w 10378"/>
                <a:gd name="T15" fmla="*/ 6523 h 10377"/>
                <a:gd name="T16" fmla="*/ 5872 w 10378"/>
                <a:gd name="T17" fmla="*/ 5277 h 10377"/>
                <a:gd name="T18" fmla="*/ 5189 w 10378"/>
                <a:gd name="T19" fmla="*/ 10377 h 10377"/>
                <a:gd name="T20" fmla="*/ 0 w 10378"/>
                <a:gd name="T21" fmla="*/ 5188 h 10377"/>
                <a:gd name="T22" fmla="*/ 5189 w 10378"/>
                <a:gd name="T23" fmla="*/ 0 h 10377"/>
                <a:gd name="T24" fmla="*/ 10378 w 10378"/>
                <a:gd name="T25" fmla="*/ 5188 h 10377"/>
                <a:gd name="T26" fmla="*/ 5189 w 10378"/>
                <a:gd name="T27" fmla="*/ 10377 h 10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378" h="10377">
                  <a:moveTo>
                    <a:pt x="5872" y="5277"/>
                  </a:moveTo>
                  <a:lnTo>
                    <a:pt x="5872" y="2783"/>
                  </a:lnTo>
                  <a:cubicBezTo>
                    <a:pt x="5872" y="2425"/>
                    <a:pt x="5582" y="2135"/>
                    <a:pt x="5223" y="2135"/>
                  </a:cubicBezTo>
                  <a:cubicBezTo>
                    <a:pt x="4864" y="2135"/>
                    <a:pt x="4574" y="2425"/>
                    <a:pt x="4574" y="2783"/>
                  </a:cubicBezTo>
                  <a:lnTo>
                    <a:pt x="4574" y="6026"/>
                  </a:lnTo>
                  <a:lnTo>
                    <a:pt x="7383" y="7647"/>
                  </a:lnTo>
                  <a:cubicBezTo>
                    <a:pt x="7694" y="7825"/>
                    <a:pt x="8091" y="7716"/>
                    <a:pt x="8267" y="7403"/>
                  </a:cubicBezTo>
                  <a:cubicBezTo>
                    <a:pt x="8442" y="7095"/>
                    <a:pt x="8337" y="6703"/>
                    <a:pt x="8031" y="6523"/>
                  </a:cubicBezTo>
                  <a:lnTo>
                    <a:pt x="5872" y="5277"/>
                  </a:lnTo>
                  <a:close/>
                  <a:moveTo>
                    <a:pt x="5189" y="10377"/>
                  </a:moveTo>
                  <a:cubicBezTo>
                    <a:pt x="2324" y="10377"/>
                    <a:pt x="0" y="8054"/>
                    <a:pt x="0" y="5188"/>
                  </a:cubicBezTo>
                  <a:cubicBezTo>
                    <a:pt x="0" y="2322"/>
                    <a:pt x="2324" y="0"/>
                    <a:pt x="5189" y="0"/>
                  </a:cubicBezTo>
                  <a:cubicBezTo>
                    <a:pt x="8054" y="0"/>
                    <a:pt x="10378" y="2322"/>
                    <a:pt x="10378" y="5188"/>
                  </a:cubicBezTo>
                  <a:cubicBezTo>
                    <a:pt x="10378" y="8054"/>
                    <a:pt x="8056" y="10377"/>
                    <a:pt x="5189" y="10377"/>
                  </a:cubicBezTo>
                  <a:close/>
                </a:path>
              </a:pathLst>
            </a:custGeom>
            <a:solidFill>
              <a:srgbClr val="B0C0F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ym typeface="+mn-lt"/>
              </a:endParaRPr>
            </a:p>
          </p:txBody>
        </p:sp>
      </p:grpSp>
      <p:sp>
        <p:nvSpPr>
          <p:cNvPr id="207" name="任意多边形: 形状 206"/>
          <p:cNvSpPr/>
          <p:nvPr/>
        </p:nvSpPr>
        <p:spPr>
          <a:xfrm>
            <a:off x="10623564" y="0"/>
            <a:ext cx="1568436" cy="1346746"/>
          </a:xfrm>
          <a:custGeom>
            <a:avLst/>
            <a:gdLst>
              <a:gd name="connsiteX0" fmla="*/ 0 w 1568436"/>
              <a:gd name="connsiteY0" fmla="*/ 0 h 1346746"/>
              <a:gd name="connsiteX1" fmla="*/ 1568436 w 1568436"/>
              <a:gd name="connsiteY1" fmla="*/ 0 h 1346746"/>
              <a:gd name="connsiteX2" fmla="*/ 1568436 w 1568436"/>
              <a:gd name="connsiteY2" fmla="*/ 1322686 h 1346746"/>
              <a:gd name="connsiteX3" fmla="*/ 1460104 w 1568436"/>
              <a:gd name="connsiteY3" fmla="*/ 1342634 h 1346746"/>
              <a:gd name="connsiteX4" fmla="*/ 569146 w 1568436"/>
              <a:gd name="connsiteY4" fmla="*/ 590244 h 1346746"/>
              <a:gd name="connsiteX5" fmla="*/ 19559 w 1568436"/>
              <a:gd name="connsiteY5" fmla="*/ 53592 h 13467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8436" h="1346746">
                <a:moveTo>
                  <a:pt x="0" y="0"/>
                </a:moveTo>
                <a:lnTo>
                  <a:pt x="1568436" y="0"/>
                </a:lnTo>
                <a:lnTo>
                  <a:pt x="1568436" y="1322686"/>
                </a:lnTo>
                <a:lnTo>
                  <a:pt x="1460104" y="1342634"/>
                </a:lnTo>
                <a:cubicBezTo>
                  <a:pt x="987440" y="1396727"/>
                  <a:pt x="1043059" y="904962"/>
                  <a:pt x="569146" y="590244"/>
                </a:cubicBezTo>
                <a:cubicBezTo>
                  <a:pt x="264488" y="387925"/>
                  <a:pt x="141153" y="356313"/>
                  <a:pt x="19559" y="53592"/>
                </a:cubicBezTo>
                <a:close/>
              </a:path>
            </a:pathLst>
          </a:custGeom>
          <a:solidFill>
            <a:srgbClr val="BAC5F4">
              <a:alpha val="15000"/>
            </a:srgbClr>
          </a:solidFill>
          <a:ln w="663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05" name="任意多边形: 形状 204"/>
          <p:cNvSpPr/>
          <p:nvPr/>
        </p:nvSpPr>
        <p:spPr>
          <a:xfrm rot="7957286">
            <a:off x="10280787" y="5745697"/>
            <a:ext cx="2039760" cy="1680324"/>
          </a:xfrm>
          <a:custGeom>
            <a:avLst/>
            <a:gdLst>
              <a:gd name="connsiteX0" fmla="*/ 35493 w 2039760"/>
              <a:gd name="connsiteY0" fmla="*/ 615884 h 1680324"/>
              <a:gd name="connsiteX1" fmla="*/ 0 w 2039760"/>
              <a:gd name="connsiteY1" fmla="*/ 567387 h 1680324"/>
              <a:gd name="connsiteX2" fmla="*/ 616566 w 2039760"/>
              <a:gd name="connsiteY2" fmla="*/ 0 h 1680324"/>
              <a:gd name="connsiteX3" fmla="*/ 2039760 w 2039760"/>
              <a:gd name="connsiteY3" fmla="*/ 1546550 h 1680324"/>
              <a:gd name="connsiteX4" fmla="*/ 2012855 w 2039760"/>
              <a:gd name="connsiteY4" fmla="*/ 1546602 h 1680324"/>
              <a:gd name="connsiteX5" fmla="*/ 1585210 w 2039760"/>
              <a:gd name="connsiteY5" fmla="*/ 1617501 h 1680324"/>
              <a:gd name="connsiteX6" fmla="*/ 456254 w 2039760"/>
              <a:gd name="connsiteY6" fmla="*/ 923821 h 1680324"/>
              <a:gd name="connsiteX7" fmla="*/ 35493 w 2039760"/>
              <a:gd name="connsiteY7" fmla="*/ 615884 h 1680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39760" h="1680324">
                <a:moveTo>
                  <a:pt x="35493" y="615884"/>
                </a:moveTo>
                <a:lnTo>
                  <a:pt x="0" y="567387"/>
                </a:lnTo>
                <a:lnTo>
                  <a:pt x="616566" y="0"/>
                </a:lnTo>
                <a:lnTo>
                  <a:pt x="2039760" y="1546550"/>
                </a:lnTo>
                <a:lnTo>
                  <a:pt x="2012855" y="1546602"/>
                </a:lnTo>
                <a:cubicBezTo>
                  <a:pt x="1867793" y="1550965"/>
                  <a:pt x="1723465" y="1569328"/>
                  <a:pt x="1585210" y="1617501"/>
                </a:cubicBezTo>
                <a:cubicBezTo>
                  <a:pt x="847850" y="1874422"/>
                  <a:pt x="997869" y="1283500"/>
                  <a:pt x="456254" y="923821"/>
                </a:cubicBezTo>
                <a:cubicBezTo>
                  <a:pt x="253149" y="788942"/>
                  <a:pt x="130632" y="729932"/>
                  <a:pt x="35493" y="615884"/>
                </a:cubicBezTo>
                <a:close/>
              </a:path>
            </a:pathLst>
          </a:custGeom>
          <a:solidFill>
            <a:srgbClr val="BAC5F4">
              <a:alpha val="15000"/>
            </a:srgbClr>
          </a:solidFill>
          <a:ln w="663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17" name="任意多边形: 形状 216"/>
          <p:cNvSpPr/>
          <p:nvPr/>
        </p:nvSpPr>
        <p:spPr>
          <a:xfrm rot="16542789">
            <a:off x="-250926" y="118551"/>
            <a:ext cx="1629309" cy="1272091"/>
          </a:xfrm>
          <a:custGeom>
            <a:avLst/>
            <a:gdLst>
              <a:gd name="connsiteX0" fmla="*/ 1509385 w 1629309"/>
              <a:gd name="connsiteY0" fmla="*/ 0 h 1272091"/>
              <a:gd name="connsiteX1" fmla="*/ 1629309 w 1629309"/>
              <a:gd name="connsiteY1" fmla="*/ 1198700 h 1272091"/>
              <a:gd name="connsiteX2" fmla="*/ 1591174 w 1629309"/>
              <a:gd name="connsiteY2" fmla="*/ 1209269 h 1272091"/>
              <a:gd name="connsiteX3" fmla="*/ 462218 w 1629309"/>
              <a:gd name="connsiteY3" fmla="*/ 515589 h 1272091"/>
              <a:gd name="connsiteX4" fmla="*/ 41457 w 1629309"/>
              <a:gd name="connsiteY4" fmla="*/ 207652 h 1272091"/>
              <a:gd name="connsiteX5" fmla="*/ 0 w 1629309"/>
              <a:gd name="connsiteY5" fmla="*/ 151007 h 1272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29309" h="1272091">
                <a:moveTo>
                  <a:pt x="1509385" y="0"/>
                </a:moveTo>
                <a:lnTo>
                  <a:pt x="1629309" y="1198700"/>
                </a:lnTo>
                <a:lnTo>
                  <a:pt x="1591174" y="1209269"/>
                </a:lnTo>
                <a:cubicBezTo>
                  <a:pt x="853814" y="1466189"/>
                  <a:pt x="1003833" y="875267"/>
                  <a:pt x="462218" y="515589"/>
                </a:cubicBezTo>
                <a:cubicBezTo>
                  <a:pt x="259113" y="380709"/>
                  <a:pt x="136596" y="321700"/>
                  <a:pt x="41457" y="207652"/>
                </a:cubicBezTo>
                <a:lnTo>
                  <a:pt x="0" y="151007"/>
                </a:lnTo>
                <a:close/>
              </a:path>
            </a:pathLst>
          </a:custGeom>
          <a:solidFill>
            <a:srgbClr val="BAC5F4">
              <a:alpha val="15000"/>
            </a:srgbClr>
          </a:solidFill>
          <a:ln w="663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15" name="任意多边形: 形状 214"/>
          <p:cNvSpPr/>
          <p:nvPr/>
        </p:nvSpPr>
        <p:spPr>
          <a:xfrm rot="3513166">
            <a:off x="45786" y="5448181"/>
            <a:ext cx="2080441" cy="2184401"/>
          </a:xfrm>
          <a:custGeom>
            <a:avLst/>
            <a:gdLst>
              <a:gd name="connsiteX0" fmla="*/ 252666 w 2080441"/>
              <a:gd name="connsiteY0" fmla="*/ 1071377 h 2184401"/>
              <a:gd name="connsiteX1" fmla="*/ 1448320 w 2080441"/>
              <a:gd name="connsiteY1" fmla="*/ 346956 h 2184401"/>
              <a:gd name="connsiteX2" fmla="*/ 1922327 w 2080441"/>
              <a:gd name="connsiteY2" fmla="*/ 33587 h 2184401"/>
              <a:gd name="connsiteX3" fmla="*/ 2080441 w 2080441"/>
              <a:gd name="connsiteY3" fmla="*/ 0 h 2184401"/>
              <a:gd name="connsiteX4" fmla="*/ 744605 w 2080441"/>
              <a:gd name="connsiteY4" fmla="*/ 2184401 h 2184401"/>
              <a:gd name="connsiteX5" fmla="*/ 0 w 2080441"/>
              <a:gd name="connsiteY5" fmla="*/ 1729049 h 2184401"/>
              <a:gd name="connsiteX6" fmla="*/ 2517 w 2080441"/>
              <a:gd name="connsiteY6" fmla="*/ 1708531 h 2184401"/>
              <a:gd name="connsiteX7" fmla="*/ 252666 w 2080441"/>
              <a:gd name="connsiteY7" fmla="*/ 1071377 h 2184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80441" h="2184401">
                <a:moveTo>
                  <a:pt x="252666" y="1071377"/>
                </a:moveTo>
                <a:cubicBezTo>
                  <a:pt x="608406" y="519379"/>
                  <a:pt x="885786" y="912048"/>
                  <a:pt x="1448320" y="346956"/>
                </a:cubicBezTo>
                <a:cubicBezTo>
                  <a:pt x="1619221" y="175250"/>
                  <a:pt x="1765407" y="81808"/>
                  <a:pt x="1922327" y="33587"/>
                </a:cubicBezTo>
                <a:lnTo>
                  <a:pt x="2080441" y="0"/>
                </a:lnTo>
                <a:lnTo>
                  <a:pt x="744605" y="2184401"/>
                </a:lnTo>
                <a:lnTo>
                  <a:pt x="0" y="1729049"/>
                </a:lnTo>
                <a:lnTo>
                  <a:pt x="2517" y="1708531"/>
                </a:lnTo>
                <a:cubicBezTo>
                  <a:pt x="46357" y="1460913"/>
                  <a:pt x="137582" y="1249835"/>
                  <a:pt x="252666" y="1071377"/>
                </a:cubicBezTo>
                <a:close/>
              </a:path>
            </a:pathLst>
          </a:custGeom>
          <a:solidFill>
            <a:srgbClr val="BAC5F4">
              <a:alpha val="15000"/>
            </a:srgbClr>
          </a:solidFill>
          <a:ln w="663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19" name="任意多边形: 形状 218"/>
          <p:cNvSpPr/>
          <p:nvPr/>
        </p:nvSpPr>
        <p:spPr>
          <a:xfrm rot="14984251" flipH="1">
            <a:off x="4375877" y="-983498"/>
            <a:ext cx="1109497" cy="2234110"/>
          </a:xfrm>
          <a:custGeom>
            <a:avLst/>
            <a:gdLst>
              <a:gd name="connsiteX0" fmla="*/ 0 w 1109497"/>
              <a:gd name="connsiteY0" fmla="*/ 0 h 2234110"/>
              <a:gd name="connsiteX1" fmla="*/ 824760 w 1109497"/>
              <a:gd name="connsiteY1" fmla="*/ 2234110 h 2234110"/>
              <a:gd name="connsiteX2" fmla="*/ 859904 w 1109497"/>
              <a:gd name="connsiteY2" fmla="*/ 2190409 h 2234110"/>
              <a:gd name="connsiteX3" fmla="*/ 101111 w 1109497"/>
              <a:gd name="connsiteY3" fmla="*/ 23487 h 2234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09497" h="2234110">
                <a:moveTo>
                  <a:pt x="0" y="0"/>
                </a:moveTo>
                <a:lnTo>
                  <a:pt x="824760" y="2234110"/>
                </a:lnTo>
                <a:lnTo>
                  <a:pt x="859904" y="2190409"/>
                </a:lnTo>
                <a:cubicBezTo>
                  <a:pt x="1327241" y="1710093"/>
                  <a:pt x="1172987" y="318457"/>
                  <a:pt x="101111" y="23487"/>
                </a:cubicBezTo>
                <a:close/>
              </a:path>
            </a:pathLst>
          </a:custGeom>
          <a:solidFill>
            <a:srgbClr val="BAC5F4">
              <a:alpha val="10000"/>
            </a:srgbClr>
          </a:solidFill>
          <a:ln w="663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21" name="任意多边形: 形状 220"/>
          <p:cNvSpPr/>
          <p:nvPr/>
        </p:nvSpPr>
        <p:spPr>
          <a:xfrm rot="14984251" flipH="1">
            <a:off x="5057476" y="4840333"/>
            <a:ext cx="1588854" cy="3893052"/>
          </a:xfrm>
          <a:custGeom>
            <a:avLst/>
            <a:gdLst>
              <a:gd name="connsiteX0" fmla="*/ 427626 w 1588854"/>
              <a:gd name="connsiteY0" fmla="*/ 2661154 h 3893052"/>
              <a:gd name="connsiteX1" fmla="*/ 977213 w 1588854"/>
              <a:gd name="connsiteY1" fmla="*/ 3197805 h 3893052"/>
              <a:gd name="connsiteX2" fmla="*/ 1567732 w 1588854"/>
              <a:gd name="connsiteY2" fmla="*/ 3879743 h 3893052"/>
              <a:gd name="connsiteX3" fmla="*/ 1588854 w 1588854"/>
              <a:gd name="connsiteY3" fmla="*/ 3893052 h 3893052"/>
              <a:gd name="connsiteX4" fmla="*/ 151668 w 1588854"/>
              <a:gd name="connsiteY4" fmla="*/ 0 h 3893052"/>
              <a:gd name="connsiteX5" fmla="*/ 126780 w 1588854"/>
              <a:gd name="connsiteY5" fmla="*/ 54016 h 3893052"/>
              <a:gd name="connsiteX6" fmla="*/ 62570 w 1588854"/>
              <a:gd name="connsiteY6" fmla="*/ 1254919 h 3893052"/>
              <a:gd name="connsiteX7" fmla="*/ 427626 w 1588854"/>
              <a:gd name="connsiteY7" fmla="*/ 2661154 h 3893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88854" h="3893052">
                <a:moveTo>
                  <a:pt x="427626" y="2661154"/>
                </a:moveTo>
                <a:cubicBezTo>
                  <a:pt x="549219" y="2963875"/>
                  <a:pt x="672554" y="2995487"/>
                  <a:pt x="977213" y="3197805"/>
                </a:cubicBezTo>
                <a:cubicBezTo>
                  <a:pt x="1315722" y="3422604"/>
                  <a:pt x="1384061" y="3737733"/>
                  <a:pt x="1567732" y="3879743"/>
                </a:cubicBezTo>
                <a:lnTo>
                  <a:pt x="1588854" y="3893052"/>
                </a:lnTo>
                <a:lnTo>
                  <a:pt x="151668" y="0"/>
                </a:lnTo>
                <a:lnTo>
                  <a:pt x="126780" y="54016"/>
                </a:lnTo>
                <a:cubicBezTo>
                  <a:pt x="-1235" y="372103"/>
                  <a:pt x="-49101" y="767995"/>
                  <a:pt x="62570" y="1254919"/>
                </a:cubicBezTo>
                <a:cubicBezTo>
                  <a:pt x="239532" y="2026253"/>
                  <a:pt x="333052" y="2425705"/>
                  <a:pt x="427626" y="2661154"/>
                </a:cubicBezTo>
                <a:close/>
              </a:path>
            </a:pathLst>
          </a:custGeom>
          <a:solidFill>
            <a:srgbClr val="BAC5F4">
              <a:alpha val="10000"/>
            </a:srgbClr>
          </a:solidFill>
          <a:ln w="663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组合 162"/>
          <p:cNvGrpSpPr/>
          <p:nvPr/>
        </p:nvGrpSpPr>
        <p:grpSpPr>
          <a:xfrm>
            <a:off x="6612252" y="790554"/>
            <a:ext cx="4990363" cy="5276891"/>
            <a:chOff x="2853053" y="-82"/>
            <a:chExt cx="6483576" cy="6855838"/>
          </a:xfrm>
        </p:grpSpPr>
        <p:grpSp>
          <p:nvGrpSpPr>
            <p:cNvPr id="7" name="图形 4"/>
            <p:cNvGrpSpPr/>
            <p:nvPr/>
          </p:nvGrpSpPr>
          <p:grpSpPr>
            <a:xfrm>
              <a:off x="2853053" y="-82"/>
              <a:ext cx="6434220" cy="6855838"/>
              <a:chOff x="2853053" y="-82"/>
              <a:chExt cx="6434220" cy="6855838"/>
            </a:xfrm>
            <a:solidFill>
              <a:srgbClr val="F8F8FF"/>
            </a:solidFill>
          </p:grpSpPr>
          <p:sp>
            <p:nvSpPr>
              <p:cNvPr id="8" name="任意多边形: 形状 7"/>
              <p:cNvSpPr/>
              <p:nvPr/>
            </p:nvSpPr>
            <p:spPr>
              <a:xfrm>
                <a:off x="3261008" y="-82"/>
                <a:ext cx="5660976" cy="6855838"/>
              </a:xfrm>
              <a:custGeom>
                <a:avLst/>
                <a:gdLst>
                  <a:gd name="connsiteX0" fmla="*/ 1915271 w 5660976"/>
                  <a:gd name="connsiteY0" fmla="*/ 467079 h 6855838"/>
                  <a:gd name="connsiteX1" fmla="*/ 361855 w 5660976"/>
                  <a:gd name="connsiteY1" fmla="*/ 1408260 h 6855838"/>
                  <a:gd name="connsiteX2" fmla="*/ 81222 w 5660976"/>
                  <a:gd name="connsiteY2" fmla="*/ 3348702 h 6855838"/>
                  <a:gd name="connsiteX3" fmla="*/ 1269543 w 5660976"/>
                  <a:gd name="connsiteY3" fmla="*/ 5872938 h 6855838"/>
                  <a:gd name="connsiteX4" fmla="*/ 2736304 w 5660976"/>
                  <a:gd name="connsiteY4" fmla="*/ 6774180 h 6855838"/>
                  <a:gd name="connsiteX5" fmla="*/ 5231500 w 5660976"/>
                  <a:gd name="connsiteY5" fmla="*/ 5961986 h 6855838"/>
                  <a:gd name="connsiteX6" fmla="*/ 5336629 w 5660976"/>
                  <a:gd name="connsiteY6" fmla="*/ 2923134 h 6855838"/>
                  <a:gd name="connsiteX7" fmla="*/ 3879902 w 5660976"/>
                  <a:gd name="connsiteY7" fmla="*/ 37524 h 6855838"/>
                  <a:gd name="connsiteX8" fmla="*/ 1915271 w 5660976"/>
                  <a:gd name="connsiteY8" fmla="*/ 467079 h 6855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660976" h="6855838">
                    <a:moveTo>
                      <a:pt x="1915271" y="467079"/>
                    </a:moveTo>
                    <a:cubicBezTo>
                      <a:pt x="1184416" y="1201257"/>
                      <a:pt x="824039" y="691094"/>
                      <a:pt x="361855" y="1408260"/>
                    </a:cubicBezTo>
                    <a:cubicBezTo>
                      <a:pt x="62814" y="1871972"/>
                      <a:pt x="-112225" y="2505208"/>
                      <a:pt x="81222" y="3348702"/>
                    </a:cubicBezTo>
                    <a:cubicBezTo>
                      <a:pt x="606736" y="5639288"/>
                      <a:pt x="565867" y="5405637"/>
                      <a:pt x="1269543" y="5872938"/>
                    </a:cubicBezTo>
                    <a:cubicBezTo>
                      <a:pt x="1973219" y="6340239"/>
                      <a:pt x="1778311" y="7107976"/>
                      <a:pt x="2736304" y="6774180"/>
                    </a:cubicBezTo>
                    <a:cubicBezTo>
                      <a:pt x="3694298" y="6440384"/>
                      <a:pt x="4876705" y="7208188"/>
                      <a:pt x="5231500" y="5961986"/>
                    </a:cubicBezTo>
                    <a:cubicBezTo>
                      <a:pt x="5586295" y="4715783"/>
                      <a:pt x="4666645" y="3611725"/>
                      <a:pt x="5336629" y="2923134"/>
                    </a:cubicBezTo>
                    <a:cubicBezTo>
                      <a:pt x="6006613" y="2234543"/>
                      <a:pt x="5693285" y="104310"/>
                      <a:pt x="3879902" y="37524"/>
                    </a:cubicBezTo>
                    <a:cubicBezTo>
                      <a:pt x="2871138" y="376"/>
                      <a:pt x="2507372" y="-127812"/>
                      <a:pt x="1915271" y="467079"/>
                    </a:cubicBezTo>
                    <a:close/>
                  </a:path>
                </a:pathLst>
              </a:custGeom>
              <a:solidFill>
                <a:srgbClr val="F8F8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" name="任意多边形: 形状 8"/>
              <p:cNvSpPr/>
              <p:nvPr/>
            </p:nvSpPr>
            <p:spPr>
              <a:xfrm>
                <a:off x="2853053" y="981534"/>
                <a:ext cx="6434220" cy="4686805"/>
              </a:xfrm>
              <a:custGeom>
                <a:avLst/>
                <a:gdLst>
                  <a:gd name="connsiteX0" fmla="*/ 2176762 w 6434220"/>
                  <a:gd name="connsiteY0" fmla="*/ 319321 h 4686805"/>
                  <a:gd name="connsiteX1" fmla="*/ 411226 w 6434220"/>
                  <a:gd name="connsiteY1" fmla="*/ 962723 h 4686805"/>
                  <a:gd name="connsiteX2" fmla="*/ 92249 w 6434220"/>
                  <a:gd name="connsiteY2" fmla="*/ 2289135 h 4686805"/>
                  <a:gd name="connsiteX3" fmla="*/ 1442850 w 6434220"/>
                  <a:gd name="connsiteY3" fmla="*/ 4014799 h 4686805"/>
                  <a:gd name="connsiteX4" fmla="*/ 3109902 w 6434220"/>
                  <a:gd name="connsiteY4" fmla="*/ 4630956 h 4686805"/>
                  <a:gd name="connsiteX5" fmla="*/ 5945871 w 6434220"/>
                  <a:gd name="connsiteY5" fmla="*/ 4075671 h 4686805"/>
                  <a:gd name="connsiteX6" fmla="*/ 6065488 w 6434220"/>
                  <a:gd name="connsiteY6" fmla="*/ 1998202 h 4686805"/>
                  <a:gd name="connsiteX7" fmla="*/ 4410065 w 6434220"/>
                  <a:gd name="connsiteY7" fmla="*/ 25463 h 4686805"/>
                  <a:gd name="connsiteX8" fmla="*/ 2176762 w 6434220"/>
                  <a:gd name="connsiteY8" fmla="*/ 319321 h 46868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434220" h="4686805">
                    <a:moveTo>
                      <a:pt x="2176762" y="319321"/>
                    </a:moveTo>
                    <a:cubicBezTo>
                      <a:pt x="1346094" y="821111"/>
                      <a:pt x="936541" y="472164"/>
                      <a:pt x="411226" y="962723"/>
                    </a:cubicBezTo>
                    <a:cubicBezTo>
                      <a:pt x="71649" y="1279706"/>
                      <a:pt x="-127579" y="1712651"/>
                      <a:pt x="92249" y="2289135"/>
                    </a:cubicBezTo>
                    <a:cubicBezTo>
                      <a:pt x="689600" y="3855111"/>
                      <a:pt x="643149" y="3695158"/>
                      <a:pt x="1442850" y="4014799"/>
                    </a:cubicBezTo>
                    <a:cubicBezTo>
                      <a:pt x="2242551" y="4334441"/>
                      <a:pt x="2020995" y="4859157"/>
                      <a:pt x="3109902" y="4630956"/>
                    </a:cubicBezTo>
                    <a:cubicBezTo>
                      <a:pt x="4198809" y="4402755"/>
                      <a:pt x="5542698" y="4927605"/>
                      <a:pt x="5945871" y="4075671"/>
                    </a:cubicBezTo>
                    <a:cubicBezTo>
                      <a:pt x="6349045" y="3223737"/>
                      <a:pt x="5303798" y="2468958"/>
                      <a:pt x="6065488" y="1998202"/>
                    </a:cubicBezTo>
                    <a:cubicBezTo>
                      <a:pt x="6827177" y="1527445"/>
                      <a:pt x="6470854" y="71050"/>
                      <a:pt x="4410065" y="25463"/>
                    </a:cubicBezTo>
                    <a:cubicBezTo>
                      <a:pt x="3263144" y="344"/>
                      <a:pt x="2849737" y="-87375"/>
                      <a:pt x="2176762" y="319321"/>
                    </a:cubicBezTo>
                    <a:close/>
                  </a:path>
                </a:pathLst>
              </a:custGeom>
              <a:solidFill>
                <a:srgbClr val="F8F8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10" name="图形 4"/>
            <p:cNvGrpSpPr/>
            <p:nvPr/>
          </p:nvGrpSpPr>
          <p:grpSpPr>
            <a:xfrm>
              <a:off x="4303683" y="1789326"/>
              <a:ext cx="3532002" cy="2458779"/>
              <a:chOff x="4303683" y="1789326"/>
              <a:chExt cx="3532002" cy="2458779"/>
            </a:xfrm>
          </p:grpSpPr>
          <p:sp>
            <p:nvSpPr>
              <p:cNvPr id="11" name="任意多边形: 形状 10"/>
              <p:cNvSpPr/>
              <p:nvPr/>
            </p:nvSpPr>
            <p:spPr>
              <a:xfrm>
                <a:off x="4549560" y="1789326"/>
                <a:ext cx="3286124" cy="2266063"/>
              </a:xfrm>
              <a:custGeom>
                <a:avLst/>
                <a:gdLst>
                  <a:gd name="connsiteX0" fmla="*/ 0 w 3286124"/>
                  <a:gd name="connsiteY0" fmla="*/ 93035 h 2266063"/>
                  <a:gd name="connsiteX1" fmla="*/ 0 w 3286124"/>
                  <a:gd name="connsiteY1" fmla="*/ 2266064 h 2266063"/>
                  <a:gd name="connsiteX2" fmla="*/ 3282802 w 3286124"/>
                  <a:gd name="connsiteY2" fmla="*/ 2266064 h 2266063"/>
                  <a:gd name="connsiteX3" fmla="*/ 3286125 w 3286124"/>
                  <a:gd name="connsiteY3" fmla="*/ 3323 h 2266063"/>
                  <a:gd name="connsiteX4" fmla="*/ 0 w 3286124"/>
                  <a:gd name="connsiteY4" fmla="*/ 0 h 2266063"/>
                  <a:gd name="connsiteX5" fmla="*/ 0 w 3286124"/>
                  <a:gd name="connsiteY5" fmla="*/ 93035 h 22660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286124" h="2266063">
                    <a:moveTo>
                      <a:pt x="0" y="93035"/>
                    </a:moveTo>
                    <a:lnTo>
                      <a:pt x="0" y="2266064"/>
                    </a:lnTo>
                    <a:lnTo>
                      <a:pt x="3282802" y="2266064"/>
                    </a:lnTo>
                    <a:lnTo>
                      <a:pt x="3286125" y="3323"/>
                    </a:lnTo>
                    <a:lnTo>
                      <a:pt x="0" y="0"/>
                    </a:lnTo>
                    <a:lnTo>
                      <a:pt x="0" y="93035"/>
                    </a:lnTo>
                    <a:close/>
                  </a:path>
                </a:pathLst>
              </a:custGeom>
              <a:solidFill>
                <a:srgbClr val="E1E6FB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" name="任意多边形: 形状 11"/>
              <p:cNvSpPr/>
              <p:nvPr/>
            </p:nvSpPr>
            <p:spPr>
              <a:xfrm>
                <a:off x="4303683" y="1982041"/>
                <a:ext cx="3286124" cy="2266063"/>
              </a:xfrm>
              <a:custGeom>
                <a:avLst/>
                <a:gdLst>
                  <a:gd name="connsiteX0" fmla="*/ 0 w 3286124"/>
                  <a:gd name="connsiteY0" fmla="*/ 93035 h 2266063"/>
                  <a:gd name="connsiteX1" fmla="*/ 0 w 3286124"/>
                  <a:gd name="connsiteY1" fmla="*/ 2266064 h 2266063"/>
                  <a:gd name="connsiteX2" fmla="*/ 3282802 w 3286124"/>
                  <a:gd name="connsiteY2" fmla="*/ 2266064 h 2266063"/>
                  <a:gd name="connsiteX3" fmla="*/ 3286125 w 3286124"/>
                  <a:gd name="connsiteY3" fmla="*/ 3323 h 2266063"/>
                  <a:gd name="connsiteX4" fmla="*/ 0 w 3286124"/>
                  <a:gd name="connsiteY4" fmla="*/ 0 h 2266063"/>
                  <a:gd name="connsiteX5" fmla="*/ 0 w 3286124"/>
                  <a:gd name="connsiteY5" fmla="*/ 93035 h 22660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286124" h="2266063">
                    <a:moveTo>
                      <a:pt x="0" y="93035"/>
                    </a:moveTo>
                    <a:lnTo>
                      <a:pt x="0" y="2266064"/>
                    </a:lnTo>
                    <a:lnTo>
                      <a:pt x="3282802" y="2266064"/>
                    </a:lnTo>
                    <a:lnTo>
                      <a:pt x="3286125" y="3323"/>
                    </a:lnTo>
                    <a:lnTo>
                      <a:pt x="0" y="0"/>
                    </a:lnTo>
                    <a:lnTo>
                      <a:pt x="0" y="93035"/>
                    </a:lnTo>
                    <a:close/>
                  </a:path>
                </a:pathLst>
              </a:custGeom>
              <a:solidFill>
                <a:srgbClr val="EAEDFB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" name="任意多边形: 形状 12"/>
              <p:cNvSpPr/>
              <p:nvPr/>
            </p:nvSpPr>
            <p:spPr>
              <a:xfrm>
                <a:off x="4400040" y="2158143"/>
                <a:ext cx="99680" cy="99680"/>
              </a:xfrm>
              <a:custGeom>
                <a:avLst/>
                <a:gdLst>
                  <a:gd name="connsiteX0" fmla="*/ 49840 w 99680"/>
                  <a:gd name="connsiteY0" fmla="*/ 0 h 99680"/>
                  <a:gd name="connsiteX1" fmla="*/ 99680 w 99680"/>
                  <a:gd name="connsiteY1" fmla="*/ 0 h 99680"/>
                  <a:gd name="connsiteX2" fmla="*/ 99680 w 99680"/>
                  <a:gd name="connsiteY2" fmla="*/ 99680 h 99680"/>
                  <a:gd name="connsiteX3" fmla="*/ 49840 w 99680"/>
                  <a:gd name="connsiteY3" fmla="*/ 99680 h 99680"/>
                  <a:gd name="connsiteX4" fmla="*/ 49840 w 99680"/>
                  <a:gd name="connsiteY4" fmla="*/ 99680 h 99680"/>
                  <a:gd name="connsiteX5" fmla="*/ 0 w 99680"/>
                  <a:gd name="connsiteY5" fmla="*/ 99680 h 99680"/>
                  <a:gd name="connsiteX6" fmla="*/ 0 w 99680"/>
                  <a:gd name="connsiteY6" fmla="*/ 0 h 99680"/>
                  <a:gd name="connsiteX7" fmla="*/ 49840 w 99680"/>
                  <a:gd name="connsiteY7" fmla="*/ 0 h 99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9680" h="99680">
                    <a:moveTo>
                      <a:pt x="49840" y="0"/>
                    </a:moveTo>
                    <a:cubicBezTo>
                      <a:pt x="77366" y="0"/>
                      <a:pt x="99680" y="0"/>
                      <a:pt x="99680" y="0"/>
                    </a:cubicBezTo>
                    <a:lnTo>
                      <a:pt x="99680" y="99680"/>
                    </a:lnTo>
                    <a:cubicBezTo>
                      <a:pt x="99680" y="99680"/>
                      <a:pt x="77366" y="99680"/>
                      <a:pt x="49840" y="99680"/>
                    </a:cubicBezTo>
                    <a:lnTo>
                      <a:pt x="49840" y="99680"/>
                    </a:lnTo>
                    <a:cubicBezTo>
                      <a:pt x="22314" y="99680"/>
                      <a:pt x="0" y="99680"/>
                      <a:pt x="0" y="99680"/>
                    </a:cubicBezTo>
                    <a:lnTo>
                      <a:pt x="0" y="0"/>
                    </a:lnTo>
                    <a:cubicBezTo>
                      <a:pt x="0" y="0"/>
                      <a:pt x="22314" y="0"/>
                      <a:pt x="49840" y="0"/>
                    </a:cubicBez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4" name="任意多边形: 形状 13"/>
              <p:cNvSpPr/>
              <p:nvPr/>
            </p:nvSpPr>
            <p:spPr>
              <a:xfrm>
                <a:off x="4552883" y="2158143"/>
                <a:ext cx="99680" cy="99680"/>
              </a:xfrm>
              <a:custGeom>
                <a:avLst/>
                <a:gdLst>
                  <a:gd name="connsiteX0" fmla="*/ 49840 w 99680"/>
                  <a:gd name="connsiteY0" fmla="*/ 0 h 99680"/>
                  <a:gd name="connsiteX1" fmla="*/ 99680 w 99680"/>
                  <a:gd name="connsiteY1" fmla="*/ 0 h 99680"/>
                  <a:gd name="connsiteX2" fmla="*/ 99680 w 99680"/>
                  <a:gd name="connsiteY2" fmla="*/ 99680 h 99680"/>
                  <a:gd name="connsiteX3" fmla="*/ 49840 w 99680"/>
                  <a:gd name="connsiteY3" fmla="*/ 99680 h 99680"/>
                  <a:gd name="connsiteX4" fmla="*/ 49840 w 99680"/>
                  <a:gd name="connsiteY4" fmla="*/ 99680 h 99680"/>
                  <a:gd name="connsiteX5" fmla="*/ 0 w 99680"/>
                  <a:gd name="connsiteY5" fmla="*/ 99680 h 99680"/>
                  <a:gd name="connsiteX6" fmla="*/ 0 w 99680"/>
                  <a:gd name="connsiteY6" fmla="*/ 0 h 99680"/>
                  <a:gd name="connsiteX7" fmla="*/ 49840 w 99680"/>
                  <a:gd name="connsiteY7" fmla="*/ 0 h 99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9680" h="99680">
                    <a:moveTo>
                      <a:pt x="49840" y="0"/>
                    </a:moveTo>
                    <a:cubicBezTo>
                      <a:pt x="77366" y="0"/>
                      <a:pt x="99680" y="0"/>
                      <a:pt x="99680" y="0"/>
                    </a:cubicBezTo>
                    <a:lnTo>
                      <a:pt x="99680" y="99680"/>
                    </a:lnTo>
                    <a:cubicBezTo>
                      <a:pt x="99680" y="99680"/>
                      <a:pt x="77366" y="99680"/>
                      <a:pt x="49840" y="99680"/>
                    </a:cubicBezTo>
                    <a:lnTo>
                      <a:pt x="49840" y="99680"/>
                    </a:lnTo>
                    <a:cubicBezTo>
                      <a:pt x="22314" y="99680"/>
                      <a:pt x="0" y="99680"/>
                      <a:pt x="0" y="99680"/>
                    </a:cubicBezTo>
                    <a:lnTo>
                      <a:pt x="0" y="0"/>
                    </a:lnTo>
                    <a:cubicBezTo>
                      <a:pt x="0" y="0"/>
                      <a:pt x="22314" y="0"/>
                      <a:pt x="49840" y="0"/>
                    </a:cubicBez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5" name="任意多边形: 形状 14"/>
              <p:cNvSpPr/>
              <p:nvPr/>
            </p:nvSpPr>
            <p:spPr>
              <a:xfrm>
                <a:off x="4705726" y="2158143"/>
                <a:ext cx="99680" cy="99680"/>
              </a:xfrm>
              <a:custGeom>
                <a:avLst/>
                <a:gdLst>
                  <a:gd name="connsiteX0" fmla="*/ 49840 w 99680"/>
                  <a:gd name="connsiteY0" fmla="*/ 0 h 99680"/>
                  <a:gd name="connsiteX1" fmla="*/ 99680 w 99680"/>
                  <a:gd name="connsiteY1" fmla="*/ 0 h 99680"/>
                  <a:gd name="connsiteX2" fmla="*/ 99680 w 99680"/>
                  <a:gd name="connsiteY2" fmla="*/ 99680 h 99680"/>
                  <a:gd name="connsiteX3" fmla="*/ 49840 w 99680"/>
                  <a:gd name="connsiteY3" fmla="*/ 99680 h 99680"/>
                  <a:gd name="connsiteX4" fmla="*/ 49840 w 99680"/>
                  <a:gd name="connsiteY4" fmla="*/ 99680 h 99680"/>
                  <a:gd name="connsiteX5" fmla="*/ 0 w 99680"/>
                  <a:gd name="connsiteY5" fmla="*/ 99680 h 99680"/>
                  <a:gd name="connsiteX6" fmla="*/ 0 w 99680"/>
                  <a:gd name="connsiteY6" fmla="*/ 0 h 99680"/>
                  <a:gd name="connsiteX7" fmla="*/ 49840 w 99680"/>
                  <a:gd name="connsiteY7" fmla="*/ 0 h 99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9680" h="99680">
                    <a:moveTo>
                      <a:pt x="49840" y="0"/>
                    </a:moveTo>
                    <a:cubicBezTo>
                      <a:pt x="77366" y="0"/>
                      <a:pt x="99680" y="0"/>
                      <a:pt x="99680" y="0"/>
                    </a:cubicBezTo>
                    <a:lnTo>
                      <a:pt x="99680" y="99680"/>
                    </a:lnTo>
                    <a:cubicBezTo>
                      <a:pt x="99680" y="99680"/>
                      <a:pt x="77366" y="99680"/>
                      <a:pt x="49840" y="99680"/>
                    </a:cubicBezTo>
                    <a:lnTo>
                      <a:pt x="49840" y="99680"/>
                    </a:lnTo>
                    <a:cubicBezTo>
                      <a:pt x="22314" y="99680"/>
                      <a:pt x="0" y="99680"/>
                      <a:pt x="0" y="99680"/>
                    </a:cubicBezTo>
                    <a:lnTo>
                      <a:pt x="0" y="0"/>
                    </a:lnTo>
                    <a:cubicBezTo>
                      <a:pt x="0" y="0"/>
                      <a:pt x="22314" y="0"/>
                      <a:pt x="49840" y="0"/>
                    </a:cubicBez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grpSp>
            <p:nvGrpSpPr>
              <p:cNvPr id="16" name="图形 4"/>
              <p:cNvGrpSpPr/>
              <p:nvPr/>
            </p:nvGrpSpPr>
            <p:grpSpPr>
              <a:xfrm>
                <a:off x="4479784" y="2483765"/>
                <a:ext cx="2272709" cy="1528430"/>
                <a:chOff x="4479784" y="2483765"/>
                <a:chExt cx="2272709" cy="1528430"/>
              </a:xfrm>
              <a:solidFill>
                <a:srgbClr val="FFFFFF"/>
              </a:solidFill>
            </p:grpSpPr>
            <p:grpSp>
              <p:nvGrpSpPr>
                <p:cNvPr id="17" name="图形 4"/>
                <p:cNvGrpSpPr/>
                <p:nvPr/>
              </p:nvGrpSpPr>
              <p:grpSpPr>
                <a:xfrm>
                  <a:off x="4479784" y="2483765"/>
                  <a:ext cx="684470" cy="677825"/>
                  <a:chOff x="4479784" y="2483765"/>
                  <a:chExt cx="684470" cy="677825"/>
                </a:xfrm>
                <a:solidFill>
                  <a:srgbClr val="FFFFFF"/>
                </a:solidFill>
              </p:grpSpPr>
              <p:sp>
                <p:nvSpPr>
                  <p:cNvPr id="18" name="任意多边形: 形状 17"/>
                  <p:cNvSpPr/>
                  <p:nvPr/>
                </p:nvSpPr>
                <p:spPr>
                  <a:xfrm>
                    <a:off x="4479784" y="2483765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9" name="任意多边形: 形状 18"/>
                  <p:cNvSpPr/>
                  <p:nvPr/>
                </p:nvSpPr>
                <p:spPr>
                  <a:xfrm>
                    <a:off x="4539592" y="2483765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0" name="任意多边形: 形状 19"/>
                  <p:cNvSpPr/>
                  <p:nvPr/>
                </p:nvSpPr>
                <p:spPr>
                  <a:xfrm>
                    <a:off x="4592755" y="2483765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1" name="任意多边形: 形状 20"/>
                  <p:cNvSpPr/>
                  <p:nvPr/>
                </p:nvSpPr>
                <p:spPr>
                  <a:xfrm>
                    <a:off x="4652563" y="2483765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2" name="任意多边形: 形状 21"/>
                  <p:cNvSpPr/>
                  <p:nvPr/>
                </p:nvSpPr>
                <p:spPr>
                  <a:xfrm>
                    <a:off x="4705726" y="2483765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3" name="任意多边形: 形状 22"/>
                  <p:cNvSpPr/>
                  <p:nvPr/>
                </p:nvSpPr>
                <p:spPr>
                  <a:xfrm>
                    <a:off x="4765534" y="2483765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4" name="任意多边形: 形状 23"/>
                  <p:cNvSpPr/>
                  <p:nvPr/>
                </p:nvSpPr>
                <p:spPr>
                  <a:xfrm>
                    <a:off x="4818697" y="2483765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5" name="任意多边形: 形状 24"/>
                  <p:cNvSpPr/>
                  <p:nvPr/>
                </p:nvSpPr>
                <p:spPr>
                  <a:xfrm>
                    <a:off x="4871860" y="2483765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6" name="任意多边形: 形状 25"/>
                  <p:cNvSpPr/>
                  <p:nvPr/>
                </p:nvSpPr>
                <p:spPr>
                  <a:xfrm>
                    <a:off x="4925023" y="2483765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7" name="任意多边形: 形状 26"/>
                  <p:cNvSpPr/>
                  <p:nvPr/>
                </p:nvSpPr>
                <p:spPr>
                  <a:xfrm>
                    <a:off x="4984831" y="2483765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8" name="任意多边形: 形状 27"/>
                  <p:cNvSpPr/>
                  <p:nvPr/>
                </p:nvSpPr>
                <p:spPr>
                  <a:xfrm>
                    <a:off x="5037994" y="2483765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9" name="任意多边形: 形状 28"/>
                  <p:cNvSpPr/>
                  <p:nvPr/>
                </p:nvSpPr>
                <p:spPr>
                  <a:xfrm>
                    <a:off x="5097802" y="2483765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0" name="任意多边形: 形状 29"/>
                  <p:cNvSpPr/>
                  <p:nvPr/>
                </p:nvSpPr>
                <p:spPr>
                  <a:xfrm>
                    <a:off x="5150965" y="2483765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1" name="任意多边形: 形状 30"/>
                  <p:cNvSpPr/>
                  <p:nvPr/>
                </p:nvSpPr>
                <p:spPr>
                  <a:xfrm>
                    <a:off x="4479784" y="2483765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2" name="任意多边形: 形状 31"/>
                  <p:cNvSpPr/>
                  <p:nvPr/>
                </p:nvSpPr>
                <p:spPr>
                  <a:xfrm>
                    <a:off x="4479784" y="2550219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3" name="任意多边形: 形状 32"/>
                  <p:cNvSpPr/>
                  <p:nvPr/>
                </p:nvSpPr>
                <p:spPr>
                  <a:xfrm>
                    <a:off x="4479784" y="2616672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4" name="任意多边形: 形状 33"/>
                  <p:cNvSpPr/>
                  <p:nvPr/>
                </p:nvSpPr>
                <p:spPr>
                  <a:xfrm>
                    <a:off x="4479784" y="2683126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5" name="任意多边形: 形状 34"/>
                  <p:cNvSpPr/>
                  <p:nvPr/>
                </p:nvSpPr>
                <p:spPr>
                  <a:xfrm>
                    <a:off x="4479784" y="2749579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6" name="任意多边形: 形状 35"/>
                  <p:cNvSpPr/>
                  <p:nvPr/>
                </p:nvSpPr>
                <p:spPr>
                  <a:xfrm>
                    <a:off x="4479784" y="2816033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7" name="任意多边形: 形状 36"/>
                  <p:cNvSpPr/>
                  <p:nvPr/>
                </p:nvSpPr>
                <p:spPr>
                  <a:xfrm>
                    <a:off x="4479784" y="2882486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8" name="任意多边形: 形状 37"/>
                  <p:cNvSpPr/>
                  <p:nvPr/>
                </p:nvSpPr>
                <p:spPr>
                  <a:xfrm>
                    <a:off x="4479784" y="2948940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9" name="任意多边形: 形状 38"/>
                  <p:cNvSpPr/>
                  <p:nvPr/>
                </p:nvSpPr>
                <p:spPr>
                  <a:xfrm>
                    <a:off x="4479784" y="3015393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0" name="任意多边形: 形状 39"/>
                  <p:cNvSpPr/>
                  <p:nvPr/>
                </p:nvSpPr>
                <p:spPr>
                  <a:xfrm>
                    <a:off x="4479784" y="3081846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1" name="任意多边形: 形状 40"/>
                  <p:cNvSpPr/>
                  <p:nvPr/>
                </p:nvSpPr>
                <p:spPr>
                  <a:xfrm>
                    <a:off x="4479784" y="3148300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</p:grpSp>
            <p:grpSp>
              <p:nvGrpSpPr>
                <p:cNvPr id="42" name="图形 4"/>
                <p:cNvGrpSpPr/>
                <p:nvPr/>
              </p:nvGrpSpPr>
              <p:grpSpPr>
                <a:xfrm>
                  <a:off x="5317098" y="3334370"/>
                  <a:ext cx="684470" cy="677825"/>
                  <a:chOff x="5317098" y="3334370"/>
                  <a:chExt cx="684470" cy="677825"/>
                </a:xfrm>
                <a:solidFill>
                  <a:srgbClr val="FFFFFF"/>
                </a:solidFill>
              </p:grpSpPr>
              <p:sp>
                <p:nvSpPr>
                  <p:cNvPr id="43" name="任意多边形: 形状 42"/>
                  <p:cNvSpPr/>
                  <p:nvPr/>
                </p:nvSpPr>
                <p:spPr>
                  <a:xfrm>
                    <a:off x="5317098" y="3334370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4" name="任意多边形: 形状 43"/>
                  <p:cNvSpPr/>
                  <p:nvPr/>
                </p:nvSpPr>
                <p:spPr>
                  <a:xfrm>
                    <a:off x="5376906" y="3334370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5" name="任意多边形: 形状 44"/>
                  <p:cNvSpPr/>
                  <p:nvPr/>
                </p:nvSpPr>
                <p:spPr>
                  <a:xfrm>
                    <a:off x="5430069" y="3334370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6" name="任意多边形: 形状 45"/>
                  <p:cNvSpPr/>
                  <p:nvPr/>
                </p:nvSpPr>
                <p:spPr>
                  <a:xfrm>
                    <a:off x="5489877" y="3334370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7" name="任意多边形: 形状 46"/>
                  <p:cNvSpPr/>
                  <p:nvPr/>
                </p:nvSpPr>
                <p:spPr>
                  <a:xfrm>
                    <a:off x="5543040" y="3334370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8" name="任意多边形: 形状 47"/>
                  <p:cNvSpPr/>
                  <p:nvPr/>
                </p:nvSpPr>
                <p:spPr>
                  <a:xfrm>
                    <a:off x="5602848" y="3334370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9" name="任意多边形: 形状 48"/>
                  <p:cNvSpPr/>
                  <p:nvPr/>
                </p:nvSpPr>
                <p:spPr>
                  <a:xfrm>
                    <a:off x="5656011" y="3334370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0" name="任意多边形: 形状 49"/>
                  <p:cNvSpPr/>
                  <p:nvPr/>
                </p:nvSpPr>
                <p:spPr>
                  <a:xfrm>
                    <a:off x="5709174" y="3334370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1" name="任意多边形: 形状 50"/>
                  <p:cNvSpPr/>
                  <p:nvPr/>
                </p:nvSpPr>
                <p:spPr>
                  <a:xfrm>
                    <a:off x="5762337" y="3334370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2" name="任意多边形: 形状 51"/>
                  <p:cNvSpPr/>
                  <p:nvPr/>
                </p:nvSpPr>
                <p:spPr>
                  <a:xfrm>
                    <a:off x="5822145" y="3334370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3" name="任意多边形: 形状 52"/>
                  <p:cNvSpPr/>
                  <p:nvPr/>
                </p:nvSpPr>
                <p:spPr>
                  <a:xfrm>
                    <a:off x="5875307" y="3334370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4" name="任意多边形: 形状 53"/>
                  <p:cNvSpPr/>
                  <p:nvPr/>
                </p:nvSpPr>
                <p:spPr>
                  <a:xfrm>
                    <a:off x="5935116" y="3334370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5" name="任意多边形: 形状 54"/>
                  <p:cNvSpPr/>
                  <p:nvPr/>
                </p:nvSpPr>
                <p:spPr>
                  <a:xfrm>
                    <a:off x="5988278" y="3334370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6" name="任意多边形: 形状 55"/>
                  <p:cNvSpPr/>
                  <p:nvPr/>
                </p:nvSpPr>
                <p:spPr>
                  <a:xfrm>
                    <a:off x="5317098" y="3334370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7" name="任意多边形: 形状 56"/>
                  <p:cNvSpPr/>
                  <p:nvPr/>
                </p:nvSpPr>
                <p:spPr>
                  <a:xfrm>
                    <a:off x="5317098" y="3400823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8" name="任意多边形: 形状 57"/>
                  <p:cNvSpPr/>
                  <p:nvPr/>
                </p:nvSpPr>
                <p:spPr>
                  <a:xfrm>
                    <a:off x="5317098" y="3467277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9" name="任意多边形: 形状 58"/>
                  <p:cNvSpPr/>
                  <p:nvPr/>
                </p:nvSpPr>
                <p:spPr>
                  <a:xfrm>
                    <a:off x="5317098" y="3533730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0" name="任意多边形: 形状 59"/>
                  <p:cNvSpPr/>
                  <p:nvPr/>
                </p:nvSpPr>
                <p:spPr>
                  <a:xfrm>
                    <a:off x="5317098" y="3600184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1" name="任意多边形: 形状 60"/>
                  <p:cNvSpPr/>
                  <p:nvPr/>
                </p:nvSpPr>
                <p:spPr>
                  <a:xfrm>
                    <a:off x="5317098" y="3666637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2" name="任意多边形: 形状 61"/>
                  <p:cNvSpPr/>
                  <p:nvPr/>
                </p:nvSpPr>
                <p:spPr>
                  <a:xfrm>
                    <a:off x="5317098" y="3733091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3" name="任意多边形: 形状 62"/>
                  <p:cNvSpPr/>
                  <p:nvPr/>
                </p:nvSpPr>
                <p:spPr>
                  <a:xfrm>
                    <a:off x="5317098" y="3799544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4" name="任意多边形: 形状 63"/>
                  <p:cNvSpPr/>
                  <p:nvPr/>
                </p:nvSpPr>
                <p:spPr>
                  <a:xfrm>
                    <a:off x="5317098" y="3865998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5" name="任意多边形: 形状 64"/>
                  <p:cNvSpPr/>
                  <p:nvPr/>
                </p:nvSpPr>
                <p:spPr>
                  <a:xfrm>
                    <a:off x="5317098" y="3932451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6" name="任意多边形: 形状 65"/>
                  <p:cNvSpPr/>
                  <p:nvPr/>
                </p:nvSpPr>
                <p:spPr>
                  <a:xfrm>
                    <a:off x="5317098" y="3998905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</p:grpSp>
            <p:grpSp>
              <p:nvGrpSpPr>
                <p:cNvPr id="67" name="图形 4"/>
                <p:cNvGrpSpPr/>
                <p:nvPr/>
              </p:nvGrpSpPr>
              <p:grpSpPr>
                <a:xfrm>
                  <a:off x="6068023" y="2556864"/>
                  <a:ext cx="684470" cy="677825"/>
                  <a:chOff x="6068023" y="2556864"/>
                  <a:chExt cx="684470" cy="677825"/>
                </a:xfrm>
                <a:solidFill>
                  <a:srgbClr val="FFFFFF"/>
                </a:solidFill>
              </p:grpSpPr>
              <p:sp>
                <p:nvSpPr>
                  <p:cNvPr id="68" name="任意多边形: 形状 67"/>
                  <p:cNvSpPr/>
                  <p:nvPr/>
                </p:nvSpPr>
                <p:spPr>
                  <a:xfrm>
                    <a:off x="6068023" y="2556864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9" name="任意多边形: 形状 68"/>
                  <p:cNvSpPr/>
                  <p:nvPr/>
                </p:nvSpPr>
                <p:spPr>
                  <a:xfrm>
                    <a:off x="6127831" y="2556864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0" name="任意多边形: 形状 69"/>
                  <p:cNvSpPr/>
                  <p:nvPr/>
                </p:nvSpPr>
                <p:spPr>
                  <a:xfrm>
                    <a:off x="6180994" y="2556864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1" name="任意多边形: 形状 70"/>
                  <p:cNvSpPr/>
                  <p:nvPr/>
                </p:nvSpPr>
                <p:spPr>
                  <a:xfrm>
                    <a:off x="6240802" y="2556864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2" name="任意多边形: 形状 71"/>
                  <p:cNvSpPr/>
                  <p:nvPr/>
                </p:nvSpPr>
                <p:spPr>
                  <a:xfrm>
                    <a:off x="6293964" y="2556864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3" name="任意多边形: 形状 72"/>
                  <p:cNvSpPr/>
                  <p:nvPr/>
                </p:nvSpPr>
                <p:spPr>
                  <a:xfrm>
                    <a:off x="6353773" y="2556864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4" name="任意多边形: 形状 73"/>
                  <p:cNvSpPr/>
                  <p:nvPr/>
                </p:nvSpPr>
                <p:spPr>
                  <a:xfrm>
                    <a:off x="6406935" y="2556864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5" name="任意多边形: 形状 74"/>
                  <p:cNvSpPr/>
                  <p:nvPr/>
                </p:nvSpPr>
                <p:spPr>
                  <a:xfrm>
                    <a:off x="6460098" y="2556864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6" name="任意多边形: 形状 75"/>
                  <p:cNvSpPr/>
                  <p:nvPr/>
                </p:nvSpPr>
                <p:spPr>
                  <a:xfrm>
                    <a:off x="6513261" y="2556864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7" name="任意多边形: 形状 76"/>
                  <p:cNvSpPr/>
                  <p:nvPr/>
                </p:nvSpPr>
                <p:spPr>
                  <a:xfrm>
                    <a:off x="6573069" y="2556864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8" name="任意多边形: 形状 77"/>
                  <p:cNvSpPr/>
                  <p:nvPr/>
                </p:nvSpPr>
                <p:spPr>
                  <a:xfrm>
                    <a:off x="6626232" y="2556864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9" name="任意多边形: 形状 78"/>
                  <p:cNvSpPr/>
                  <p:nvPr/>
                </p:nvSpPr>
                <p:spPr>
                  <a:xfrm>
                    <a:off x="6686040" y="2556864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0" name="任意多边形: 形状 79"/>
                  <p:cNvSpPr/>
                  <p:nvPr/>
                </p:nvSpPr>
                <p:spPr>
                  <a:xfrm>
                    <a:off x="6739203" y="2556864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1" name="任意多边形: 形状 80"/>
                  <p:cNvSpPr/>
                  <p:nvPr/>
                </p:nvSpPr>
                <p:spPr>
                  <a:xfrm>
                    <a:off x="6068023" y="2556864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2" name="任意多边形: 形状 81"/>
                  <p:cNvSpPr/>
                  <p:nvPr/>
                </p:nvSpPr>
                <p:spPr>
                  <a:xfrm>
                    <a:off x="6068023" y="2623317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3" name="任意多边形: 形状 82"/>
                  <p:cNvSpPr/>
                  <p:nvPr/>
                </p:nvSpPr>
                <p:spPr>
                  <a:xfrm>
                    <a:off x="6068023" y="2689771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4" name="任意多边形: 形状 83"/>
                  <p:cNvSpPr/>
                  <p:nvPr/>
                </p:nvSpPr>
                <p:spPr>
                  <a:xfrm>
                    <a:off x="6068023" y="2756224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5" name="任意多边形: 形状 84"/>
                  <p:cNvSpPr/>
                  <p:nvPr/>
                </p:nvSpPr>
                <p:spPr>
                  <a:xfrm>
                    <a:off x="6068023" y="2822678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6" name="任意多边形: 形状 85"/>
                  <p:cNvSpPr/>
                  <p:nvPr/>
                </p:nvSpPr>
                <p:spPr>
                  <a:xfrm>
                    <a:off x="6068023" y="2889131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7" name="任意多边形: 形状 86"/>
                  <p:cNvSpPr/>
                  <p:nvPr/>
                </p:nvSpPr>
                <p:spPr>
                  <a:xfrm>
                    <a:off x="6068023" y="2955585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8" name="任意多边形: 形状 87"/>
                  <p:cNvSpPr/>
                  <p:nvPr/>
                </p:nvSpPr>
                <p:spPr>
                  <a:xfrm>
                    <a:off x="6068023" y="3022038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9" name="任意多边形: 形状 88"/>
                  <p:cNvSpPr/>
                  <p:nvPr/>
                </p:nvSpPr>
                <p:spPr>
                  <a:xfrm>
                    <a:off x="6068023" y="3088492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0" name="任意多边形: 形状 89"/>
                  <p:cNvSpPr/>
                  <p:nvPr/>
                </p:nvSpPr>
                <p:spPr>
                  <a:xfrm>
                    <a:off x="6068023" y="3154945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1" name="任意多边形: 形状 90"/>
                  <p:cNvSpPr/>
                  <p:nvPr/>
                </p:nvSpPr>
                <p:spPr>
                  <a:xfrm>
                    <a:off x="6068023" y="3221399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</p:grpSp>
          </p:grpSp>
          <p:sp>
            <p:nvSpPr>
              <p:cNvPr id="92" name="任意多边形: 形状 91"/>
              <p:cNvSpPr/>
              <p:nvPr/>
            </p:nvSpPr>
            <p:spPr>
              <a:xfrm>
                <a:off x="4805406" y="2696416"/>
                <a:ext cx="976866" cy="677825"/>
              </a:xfrm>
              <a:custGeom>
                <a:avLst/>
                <a:gdLst>
                  <a:gd name="connsiteX0" fmla="*/ 0 w 976866"/>
                  <a:gd name="connsiteY0" fmla="*/ 0 h 677825"/>
                  <a:gd name="connsiteX1" fmla="*/ 976866 w 976866"/>
                  <a:gd name="connsiteY1" fmla="*/ 0 h 677825"/>
                  <a:gd name="connsiteX2" fmla="*/ 976866 w 976866"/>
                  <a:gd name="connsiteY2" fmla="*/ 677826 h 677825"/>
                  <a:gd name="connsiteX3" fmla="*/ 0 w 976866"/>
                  <a:gd name="connsiteY3" fmla="*/ 677826 h 677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76866" h="677825">
                    <a:moveTo>
                      <a:pt x="0" y="0"/>
                    </a:moveTo>
                    <a:lnTo>
                      <a:pt x="976866" y="0"/>
                    </a:lnTo>
                    <a:lnTo>
                      <a:pt x="976866" y="677826"/>
                    </a:lnTo>
                    <a:lnTo>
                      <a:pt x="0" y="677826"/>
                    </a:ln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3" name="任意多边形: 形状 92"/>
              <p:cNvSpPr/>
              <p:nvPr/>
            </p:nvSpPr>
            <p:spPr>
              <a:xfrm>
                <a:off x="4905087" y="2782806"/>
                <a:ext cx="976866" cy="677825"/>
              </a:xfrm>
              <a:custGeom>
                <a:avLst/>
                <a:gdLst>
                  <a:gd name="connsiteX0" fmla="*/ 0 w 976866"/>
                  <a:gd name="connsiteY0" fmla="*/ 0 h 677825"/>
                  <a:gd name="connsiteX1" fmla="*/ 976866 w 976866"/>
                  <a:gd name="connsiteY1" fmla="*/ 0 h 677825"/>
                  <a:gd name="connsiteX2" fmla="*/ 976866 w 976866"/>
                  <a:gd name="connsiteY2" fmla="*/ 677826 h 677825"/>
                  <a:gd name="connsiteX3" fmla="*/ 0 w 976866"/>
                  <a:gd name="connsiteY3" fmla="*/ 677826 h 677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76866" h="677825">
                    <a:moveTo>
                      <a:pt x="0" y="0"/>
                    </a:moveTo>
                    <a:lnTo>
                      <a:pt x="976866" y="0"/>
                    </a:lnTo>
                    <a:lnTo>
                      <a:pt x="976866" y="677826"/>
                    </a:lnTo>
                    <a:lnTo>
                      <a:pt x="0" y="677826"/>
                    </a:lnTo>
                    <a:close/>
                  </a:path>
                </a:pathLst>
              </a:custGeom>
              <a:solidFill>
                <a:srgbClr val="E1E6FB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4" name="任意多边形: 形状 93"/>
              <p:cNvSpPr/>
              <p:nvPr/>
            </p:nvSpPr>
            <p:spPr>
              <a:xfrm>
                <a:off x="5104447" y="2875841"/>
                <a:ext cx="558209" cy="13290"/>
              </a:xfrm>
              <a:custGeom>
                <a:avLst/>
                <a:gdLst>
                  <a:gd name="connsiteX0" fmla="*/ 0 w 558209"/>
                  <a:gd name="connsiteY0" fmla="*/ 0 h 13290"/>
                  <a:gd name="connsiteX1" fmla="*/ 558209 w 558209"/>
                  <a:gd name="connsiteY1" fmla="*/ 0 h 13290"/>
                  <a:gd name="connsiteX2" fmla="*/ 558209 w 558209"/>
                  <a:gd name="connsiteY2" fmla="*/ 13291 h 13290"/>
                  <a:gd name="connsiteX3" fmla="*/ 0 w 558209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58209" h="13290">
                    <a:moveTo>
                      <a:pt x="0" y="0"/>
                    </a:moveTo>
                    <a:lnTo>
                      <a:pt x="558209" y="0"/>
                    </a:lnTo>
                    <a:lnTo>
                      <a:pt x="558209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5" name="任意多边形: 形状 94"/>
              <p:cNvSpPr/>
              <p:nvPr/>
            </p:nvSpPr>
            <p:spPr>
              <a:xfrm>
                <a:off x="5104447" y="2909067"/>
                <a:ext cx="458529" cy="13290"/>
              </a:xfrm>
              <a:custGeom>
                <a:avLst/>
                <a:gdLst>
                  <a:gd name="connsiteX0" fmla="*/ 0 w 458529"/>
                  <a:gd name="connsiteY0" fmla="*/ 0 h 13290"/>
                  <a:gd name="connsiteX1" fmla="*/ 458529 w 458529"/>
                  <a:gd name="connsiteY1" fmla="*/ 0 h 13290"/>
                  <a:gd name="connsiteX2" fmla="*/ 458529 w 458529"/>
                  <a:gd name="connsiteY2" fmla="*/ 13291 h 13290"/>
                  <a:gd name="connsiteX3" fmla="*/ 0 w 458529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58529" h="13290">
                    <a:moveTo>
                      <a:pt x="0" y="0"/>
                    </a:moveTo>
                    <a:lnTo>
                      <a:pt x="458529" y="0"/>
                    </a:lnTo>
                    <a:lnTo>
                      <a:pt x="458529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6" name="任意多边形: 形状 95"/>
              <p:cNvSpPr/>
              <p:nvPr/>
            </p:nvSpPr>
            <p:spPr>
              <a:xfrm>
                <a:off x="5104447" y="2935649"/>
                <a:ext cx="604726" cy="13290"/>
              </a:xfrm>
              <a:custGeom>
                <a:avLst/>
                <a:gdLst>
                  <a:gd name="connsiteX0" fmla="*/ 0 w 604726"/>
                  <a:gd name="connsiteY0" fmla="*/ 0 h 13290"/>
                  <a:gd name="connsiteX1" fmla="*/ 604727 w 604726"/>
                  <a:gd name="connsiteY1" fmla="*/ 0 h 13290"/>
                  <a:gd name="connsiteX2" fmla="*/ 604727 w 604726"/>
                  <a:gd name="connsiteY2" fmla="*/ 13291 h 13290"/>
                  <a:gd name="connsiteX3" fmla="*/ 0 w 604726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04726" h="13290">
                    <a:moveTo>
                      <a:pt x="0" y="0"/>
                    </a:moveTo>
                    <a:lnTo>
                      <a:pt x="604727" y="0"/>
                    </a:lnTo>
                    <a:lnTo>
                      <a:pt x="604727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7" name="任意多边形: 形状 96"/>
              <p:cNvSpPr/>
              <p:nvPr/>
            </p:nvSpPr>
            <p:spPr>
              <a:xfrm>
                <a:off x="5104447" y="3022038"/>
                <a:ext cx="265813" cy="13290"/>
              </a:xfrm>
              <a:custGeom>
                <a:avLst/>
                <a:gdLst>
                  <a:gd name="connsiteX0" fmla="*/ 0 w 265813"/>
                  <a:gd name="connsiteY0" fmla="*/ 0 h 13290"/>
                  <a:gd name="connsiteX1" fmla="*/ 265814 w 265813"/>
                  <a:gd name="connsiteY1" fmla="*/ 0 h 13290"/>
                  <a:gd name="connsiteX2" fmla="*/ 265814 w 265813"/>
                  <a:gd name="connsiteY2" fmla="*/ 13291 h 13290"/>
                  <a:gd name="connsiteX3" fmla="*/ 0 w 265813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5813" h="13290">
                    <a:moveTo>
                      <a:pt x="0" y="0"/>
                    </a:moveTo>
                    <a:lnTo>
                      <a:pt x="265814" y="0"/>
                    </a:lnTo>
                    <a:lnTo>
                      <a:pt x="265814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8" name="任意多边形: 形状 97"/>
              <p:cNvSpPr/>
              <p:nvPr/>
            </p:nvSpPr>
            <p:spPr>
              <a:xfrm>
                <a:off x="5104447" y="3055265"/>
                <a:ext cx="405366" cy="13290"/>
              </a:xfrm>
              <a:custGeom>
                <a:avLst/>
                <a:gdLst>
                  <a:gd name="connsiteX0" fmla="*/ 0 w 405366"/>
                  <a:gd name="connsiteY0" fmla="*/ 0 h 13290"/>
                  <a:gd name="connsiteX1" fmla="*/ 405366 w 405366"/>
                  <a:gd name="connsiteY1" fmla="*/ 0 h 13290"/>
                  <a:gd name="connsiteX2" fmla="*/ 405366 w 405366"/>
                  <a:gd name="connsiteY2" fmla="*/ 13291 h 13290"/>
                  <a:gd name="connsiteX3" fmla="*/ 0 w 405366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05366" h="13290">
                    <a:moveTo>
                      <a:pt x="0" y="0"/>
                    </a:moveTo>
                    <a:lnTo>
                      <a:pt x="405366" y="0"/>
                    </a:lnTo>
                    <a:lnTo>
                      <a:pt x="405366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9" name="任意多边形: 形状 98"/>
              <p:cNvSpPr/>
              <p:nvPr/>
            </p:nvSpPr>
            <p:spPr>
              <a:xfrm>
                <a:off x="5104447" y="3081846"/>
                <a:ext cx="378784" cy="13290"/>
              </a:xfrm>
              <a:custGeom>
                <a:avLst/>
                <a:gdLst>
                  <a:gd name="connsiteX0" fmla="*/ 0 w 378784"/>
                  <a:gd name="connsiteY0" fmla="*/ 0 h 13290"/>
                  <a:gd name="connsiteX1" fmla="*/ 378785 w 378784"/>
                  <a:gd name="connsiteY1" fmla="*/ 0 h 13290"/>
                  <a:gd name="connsiteX2" fmla="*/ 378785 w 378784"/>
                  <a:gd name="connsiteY2" fmla="*/ 13291 h 13290"/>
                  <a:gd name="connsiteX3" fmla="*/ 0 w 378784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8784" h="13290">
                    <a:moveTo>
                      <a:pt x="0" y="0"/>
                    </a:moveTo>
                    <a:lnTo>
                      <a:pt x="378785" y="0"/>
                    </a:lnTo>
                    <a:lnTo>
                      <a:pt x="378785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0" name="任意多边形: 形状 99"/>
              <p:cNvSpPr/>
              <p:nvPr/>
            </p:nvSpPr>
            <p:spPr>
              <a:xfrm>
                <a:off x="5104447" y="3174881"/>
                <a:ext cx="265813" cy="13290"/>
              </a:xfrm>
              <a:custGeom>
                <a:avLst/>
                <a:gdLst>
                  <a:gd name="connsiteX0" fmla="*/ 0 w 265813"/>
                  <a:gd name="connsiteY0" fmla="*/ 0 h 13290"/>
                  <a:gd name="connsiteX1" fmla="*/ 265814 w 265813"/>
                  <a:gd name="connsiteY1" fmla="*/ 0 h 13290"/>
                  <a:gd name="connsiteX2" fmla="*/ 265814 w 265813"/>
                  <a:gd name="connsiteY2" fmla="*/ 13291 h 13290"/>
                  <a:gd name="connsiteX3" fmla="*/ 0 w 265813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5813" h="13290">
                    <a:moveTo>
                      <a:pt x="0" y="0"/>
                    </a:moveTo>
                    <a:lnTo>
                      <a:pt x="265814" y="0"/>
                    </a:lnTo>
                    <a:lnTo>
                      <a:pt x="265814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1" name="任意多边形: 形状 100"/>
              <p:cNvSpPr/>
              <p:nvPr/>
            </p:nvSpPr>
            <p:spPr>
              <a:xfrm>
                <a:off x="5104447" y="3208108"/>
                <a:ext cx="405366" cy="13290"/>
              </a:xfrm>
              <a:custGeom>
                <a:avLst/>
                <a:gdLst>
                  <a:gd name="connsiteX0" fmla="*/ 0 w 405366"/>
                  <a:gd name="connsiteY0" fmla="*/ 0 h 13290"/>
                  <a:gd name="connsiteX1" fmla="*/ 405366 w 405366"/>
                  <a:gd name="connsiteY1" fmla="*/ 0 h 13290"/>
                  <a:gd name="connsiteX2" fmla="*/ 405366 w 405366"/>
                  <a:gd name="connsiteY2" fmla="*/ 13291 h 13290"/>
                  <a:gd name="connsiteX3" fmla="*/ 0 w 405366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05366" h="13290">
                    <a:moveTo>
                      <a:pt x="0" y="0"/>
                    </a:moveTo>
                    <a:lnTo>
                      <a:pt x="405366" y="0"/>
                    </a:lnTo>
                    <a:lnTo>
                      <a:pt x="405366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2" name="任意多边形: 形状 101"/>
              <p:cNvSpPr/>
              <p:nvPr/>
            </p:nvSpPr>
            <p:spPr>
              <a:xfrm>
                <a:off x="5104447" y="3234690"/>
                <a:ext cx="378784" cy="13290"/>
              </a:xfrm>
              <a:custGeom>
                <a:avLst/>
                <a:gdLst>
                  <a:gd name="connsiteX0" fmla="*/ 0 w 378784"/>
                  <a:gd name="connsiteY0" fmla="*/ 0 h 13290"/>
                  <a:gd name="connsiteX1" fmla="*/ 378785 w 378784"/>
                  <a:gd name="connsiteY1" fmla="*/ 0 h 13290"/>
                  <a:gd name="connsiteX2" fmla="*/ 378785 w 378784"/>
                  <a:gd name="connsiteY2" fmla="*/ 13291 h 13290"/>
                  <a:gd name="connsiteX3" fmla="*/ 0 w 378784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8784" h="13290">
                    <a:moveTo>
                      <a:pt x="0" y="0"/>
                    </a:moveTo>
                    <a:lnTo>
                      <a:pt x="378785" y="0"/>
                    </a:lnTo>
                    <a:lnTo>
                      <a:pt x="378785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3" name="任意多边形: 形状 102"/>
              <p:cNvSpPr/>
              <p:nvPr/>
            </p:nvSpPr>
            <p:spPr>
              <a:xfrm>
                <a:off x="4978185" y="2869195"/>
                <a:ext cx="86389" cy="86389"/>
              </a:xfrm>
              <a:custGeom>
                <a:avLst/>
                <a:gdLst>
                  <a:gd name="connsiteX0" fmla="*/ 86390 w 86389"/>
                  <a:gd name="connsiteY0" fmla="*/ 43195 h 86389"/>
                  <a:gd name="connsiteX1" fmla="*/ 43195 w 86389"/>
                  <a:gd name="connsiteY1" fmla="*/ 86390 h 86389"/>
                  <a:gd name="connsiteX2" fmla="*/ 0 w 86389"/>
                  <a:gd name="connsiteY2" fmla="*/ 43195 h 86389"/>
                  <a:gd name="connsiteX3" fmla="*/ 43195 w 86389"/>
                  <a:gd name="connsiteY3" fmla="*/ 0 h 86389"/>
                  <a:gd name="connsiteX4" fmla="*/ 86390 w 86389"/>
                  <a:gd name="connsiteY4" fmla="*/ 43195 h 86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6389" h="86389">
                    <a:moveTo>
                      <a:pt x="86390" y="43195"/>
                    </a:moveTo>
                    <a:cubicBezTo>
                      <a:pt x="86390" y="67051"/>
                      <a:pt x="67051" y="86390"/>
                      <a:pt x="43195" y="86390"/>
                    </a:cubicBezTo>
                    <a:cubicBezTo>
                      <a:pt x="19339" y="86390"/>
                      <a:pt x="0" y="67051"/>
                      <a:pt x="0" y="43195"/>
                    </a:cubicBezTo>
                    <a:cubicBezTo>
                      <a:pt x="0" y="19339"/>
                      <a:pt x="19339" y="0"/>
                      <a:pt x="43195" y="0"/>
                    </a:cubicBezTo>
                    <a:cubicBezTo>
                      <a:pt x="67051" y="0"/>
                      <a:pt x="86390" y="19339"/>
                      <a:pt x="86390" y="43195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4" name="任意多边形: 形状 103"/>
              <p:cNvSpPr/>
              <p:nvPr/>
            </p:nvSpPr>
            <p:spPr>
              <a:xfrm>
                <a:off x="4978185" y="3008748"/>
                <a:ext cx="86389" cy="86389"/>
              </a:xfrm>
              <a:custGeom>
                <a:avLst/>
                <a:gdLst>
                  <a:gd name="connsiteX0" fmla="*/ 86390 w 86389"/>
                  <a:gd name="connsiteY0" fmla="*/ 43195 h 86389"/>
                  <a:gd name="connsiteX1" fmla="*/ 43195 w 86389"/>
                  <a:gd name="connsiteY1" fmla="*/ 86390 h 86389"/>
                  <a:gd name="connsiteX2" fmla="*/ 0 w 86389"/>
                  <a:gd name="connsiteY2" fmla="*/ 43195 h 86389"/>
                  <a:gd name="connsiteX3" fmla="*/ 43195 w 86389"/>
                  <a:gd name="connsiteY3" fmla="*/ 0 h 86389"/>
                  <a:gd name="connsiteX4" fmla="*/ 86390 w 86389"/>
                  <a:gd name="connsiteY4" fmla="*/ 43195 h 86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6389" h="86389">
                    <a:moveTo>
                      <a:pt x="86390" y="43195"/>
                    </a:moveTo>
                    <a:cubicBezTo>
                      <a:pt x="86390" y="67051"/>
                      <a:pt x="67051" y="86390"/>
                      <a:pt x="43195" y="86390"/>
                    </a:cubicBezTo>
                    <a:cubicBezTo>
                      <a:pt x="19339" y="86390"/>
                      <a:pt x="0" y="67051"/>
                      <a:pt x="0" y="43195"/>
                    </a:cubicBezTo>
                    <a:cubicBezTo>
                      <a:pt x="0" y="19339"/>
                      <a:pt x="19339" y="0"/>
                      <a:pt x="43195" y="0"/>
                    </a:cubicBezTo>
                    <a:cubicBezTo>
                      <a:pt x="67051" y="0"/>
                      <a:pt x="86390" y="19339"/>
                      <a:pt x="86390" y="43195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5" name="任意多边形: 形状 104"/>
              <p:cNvSpPr/>
              <p:nvPr/>
            </p:nvSpPr>
            <p:spPr>
              <a:xfrm>
                <a:off x="4984831" y="3168236"/>
                <a:ext cx="86389" cy="86389"/>
              </a:xfrm>
              <a:custGeom>
                <a:avLst/>
                <a:gdLst>
                  <a:gd name="connsiteX0" fmla="*/ 86390 w 86389"/>
                  <a:gd name="connsiteY0" fmla="*/ 43195 h 86389"/>
                  <a:gd name="connsiteX1" fmla="*/ 43195 w 86389"/>
                  <a:gd name="connsiteY1" fmla="*/ 86390 h 86389"/>
                  <a:gd name="connsiteX2" fmla="*/ 0 w 86389"/>
                  <a:gd name="connsiteY2" fmla="*/ 43195 h 86389"/>
                  <a:gd name="connsiteX3" fmla="*/ 43195 w 86389"/>
                  <a:gd name="connsiteY3" fmla="*/ 0 h 86389"/>
                  <a:gd name="connsiteX4" fmla="*/ 86390 w 86389"/>
                  <a:gd name="connsiteY4" fmla="*/ 43195 h 86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6389" h="86389">
                    <a:moveTo>
                      <a:pt x="86390" y="43195"/>
                    </a:moveTo>
                    <a:cubicBezTo>
                      <a:pt x="86390" y="67051"/>
                      <a:pt x="67051" y="86390"/>
                      <a:pt x="43195" y="86390"/>
                    </a:cubicBezTo>
                    <a:cubicBezTo>
                      <a:pt x="19339" y="86390"/>
                      <a:pt x="0" y="67051"/>
                      <a:pt x="0" y="43195"/>
                    </a:cubicBezTo>
                    <a:cubicBezTo>
                      <a:pt x="0" y="19339"/>
                      <a:pt x="19339" y="0"/>
                      <a:pt x="43195" y="0"/>
                    </a:cubicBezTo>
                    <a:cubicBezTo>
                      <a:pt x="67051" y="0"/>
                      <a:pt x="86390" y="19339"/>
                      <a:pt x="86390" y="43195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6" name="任意多边形: 形状 105"/>
              <p:cNvSpPr/>
              <p:nvPr/>
            </p:nvSpPr>
            <p:spPr>
              <a:xfrm>
                <a:off x="6898691" y="2782806"/>
                <a:ext cx="485110" cy="13290"/>
              </a:xfrm>
              <a:custGeom>
                <a:avLst/>
                <a:gdLst>
                  <a:gd name="connsiteX0" fmla="*/ 0 w 485110"/>
                  <a:gd name="connsiteY0" fmla="*/ 0 h 13290"/>
                  <a:gd name="connsiteX1" fmla="*/ 485110 w 485110"/>
                  <a:gd name="connsiteY1" fmla="*/ 0 h 13290"/>
                  <a:gd name="connsiteX2" fmla="*/ 485110 w 485110"/>
                  <a:gd name="connsiteY2" fmla="*/ 13291 h 13290"/>
                  <a:gd name="connsiteX3" fmla="*/ 0 w 485110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5110" h="13290">
                    <a:moveTo>
                      <a:pt x="0" y="0"/>
                    </a:moveTo>
                    <a:lnTo>
                      <a:pt x="485110" y="0"/>
                    </a:lnTo>
                    <a:lnTo>
                      <a:pt x="485110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7" name="任意多边形: 形状 106"/>
              <p:cNvSpPr/>
              <p:nvPr/>
            </p:nvSpPr>
            <p:spPr>
              <a:xfrm>
                <a:off x="6898691" y="2855905"/>
                <a:ext cx="485110" cy="13290"/>
              </a:xfrm>
              <a:custGeom>
                <a:avLst/>
                <a:gdLst>
                  <a:gd name="connsiteX0" fmla="*/ 0 w 485110"/>
                  <a:gd name="connsiteY0" fmla="*/ 0 h 13290"/>
                  <a:gd name="connsiteX1" fmla="*/ 485110 w 485110"/>
                  <a:gd name="connsiteY1" fmla="*/ 0 h 13290"/>
                  <a:gd name="connsiteX2" fmla="*/ 485110 w 485110"/>
                  <a:gd name="connsiteY2" fmla="*/ 13291 h 13290"/>
                  <a:gd name="connsiteX3" fmla="*/ 0 w 485110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5110" h="13290">
                    <a:moveTo>
                      <a:pt x="0" y="0"/>
                    </a:moveTo>
                    <a:lnTo>
                      <a:pt x="485110" y="0"/>
                    </a:lnTo>
                    <a:lnTo>
                      <a:pt x="485110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8" name="任意多边形: 形状 107"/>
              <p:cNvSpPr/>
              <p:nvPr/>
            </p:nvSpPr>
            <p:spPr>
              <a:xfrm>
                <a:off x="6898691" y="2929003"/>
                <a:ext cx="485110" cy="13290"/>
              </a:xfrm>
              <a:custGeom>
                <a:avLst/>
                <a:gdLst>
                  <a:gd name="connsiteX0" fmla="*/ 0 w 485110"/>
                  <a:gd name="connsiteY0" fmla="*/ 0 h 13290"/>
                  <a:gd name="connsiteX1" fmla="*/ 485110 w 485110"/>
                  <a:gd name="connsiteY1" fmla="*/ 0 h 13290"/>
                  <a:gd name="connsiteX2" fmla="*/ 485110 w 485110"/>
                  <a:gd name="connsiteY2" fmla="*/ 13291 h 13290"/>
                  <a:gd name="connsiteX3" fmla="*/ 0 w 485110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5110" h="13290">
                    <a:moveTo>
                      <a:pt x="0" y="0"/>
                    </a:moveTo>
                    <a:lnTo>
                      <a:pt x="485110" y="0"/>
                    </a:lnTo>
                    <a:lnTo>
                      <a:pt x="485110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9" name="任意多边形: 形状 108"/>
              <p:cNvSpPr/>
              <p:nvPr/>
            </p:nvSpPr>
            <p:spPr>
              <a:xfrm>
                <a:off x="6898691" y="3002102"/>
                <a:ext cx="485110" cy="13290"/>
              </a:xfrm>
              <a:custGeom>
                <a:avLst/>
                <a:gdLst>
                  <a:gd name="connsiteX0" fmla="*/ 0 w 485110"/>
                  <a:gd name="connsiteY0" fmla="*/ 0 h 13290"/>
                  <a:gd name="connsiteX1" fmla="*/ 485110 w 485110"/>
                  <a:gd name="connsiteY1" fmla="*/ 0 h 13290"/>
                  <a:gd name="connsiteX2" fmla="*/ 485110 w 485110"/>
                  <a:gd name="connsiteY2" fmla="*/ 13291 h 13290"/>
                  <a:gd name="connsiteX3" fmla="*/ 0 w 485110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5110" h="13290">
                    <a:moveTo>
                      <a:pt x="0" y="0"/>
                    </a:moveTo>
                    <a:lnTo>
                      <a:pt x="485110" y="0"/>
                    </a:lnTo>
                    <a:lnTo>
                      <a:pt x="485110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0" name="任意多边形: 形状 109"/>
              <p:cNvSpPr/>
              <p:nvPr/>
            </p:nvSpPr>
            <p:spPr>
              <a:xfrm>
                <a:off x="6898691" y="3075201"/>
                <a:ext cx="485110" cy="13290"/>
              </a:xfrm>
              <a:custGeom>
                <a:avLst/>
                <a:gdLst>
                  <a:gd name="connsiteX0" fmla="*/ 0 w 485110"/>
                  <a:gd name="connsiteY0" fmla="*/ 0 h 13290"/>
                  <a:gd name="connsiteX1" fmla="*/ 485110 w 485110"/>
                  <a:gd name="connsiteY1" fmla="*/ 0 h 13290"/>
                  <a:gd name="connsiteX2" fmla="*/ 485110 w 485110"/>
                  <a:gd name="connsiteY2" fmla="*/ 13291 h 13290"/>
                  <a:gd name="connsiteX3" fmla="*/ 0 w 485110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5110" h="13290">
                    <a:moveTo>
                      <a:pt x="0" y="0"/>
                    </a:moveTo>
                    <a:lnTo>
                      <a:pt x="485110" y="0"/>
                    </a:lnTo>
                    <a:lnTo>
                      <a:pt x="485110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1" name="任意多边形: 形状 110"/>
              <p:cNvSpPr/>
              <p:nvPr/>
            </p:nvSpPr>
            <p:spPr>
              <a:xfrm>
                <a:off x="6898691" y="3148300"/>
                <a:ext cx="485110" cy="13290"/>
              </a:xfrm>
              <a:custGeom>
                <a:avLst/>
                <a:gdLst>
                  <a:gd name="connsiteX0" fmla="*/ 0 w 485110"/>
                  <a:gd name="connsiteY0" fmla="*/ 0 h 13290"/>
                  <a:gd name="connsiteX1" fmla="*/ 485110 w 485110"/>
                  <a:gd name="connsiteY1" fmla="*/ 0 h 13290"/>
                  <a:gd name="connsiteX2" fmla="*/ 485110 w 485110"/>
                  <a:gd name="connsiteY2" fmla="*/ 13291 h 13290"/>
                  <a:gd name="connsiteX3" fmla="*/ 0 w 485110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5110" h="13290">
                    <a:moveTo>
                      <a:pt x="0" y="0"/>
                    </a:moveTo>
                    <a:lnTo>
                      <a:pt x="485110" y="0"/>
                    </a:lnTo>
                    <a:lnTo>
                      <a:pt x="485110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2" name="任意多边形: 形状 111"/>
              <p:cNvSpPr/>
              <p:nvPr/>
            </p:nvSpPr>
            <p:spPr>
              <a:xfrm>
                <a:off x="6898691" y="3221399"/>
                <a:ext cx="485110" cy="13290"/>
              </a:xfrm>
              <a:custGeom>
                <a:avLst/>
                <a:gdLst>
                  <a:gd name="connsiteX0" fmla="*/ 0 w 485110"/>
                  <a:gd name="connsiteY0" fmla="*/ 0 h 13290"/>
                  <a:gd name="connsiteX1" fmla="*/ 485110 w 485110"/>
                  <a:gd name="connsiteY1" fmla="*/ 0 h 13290"/>
                  <a:gd name="connsiteX2" fmla="*/ 485110 w 485110"/>
                  <a:gd name="connsiteY2" fmla="*/ 13291 h 13290"/>
                  <a:gd name="connsiteX3" fmla="*/ 0 w 485110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5110" h="13290">
                    <a:moveTo>
                      <a:pt x="0" y="0"/>
                    </a:moveTo>
                    <a:lnTo>
                      <a:pt x="485110" y="0"/>
                    </a:lnTo>
                    <a:lnTo>
                      <a:pt x="485110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3" name="任意多边形: 形状 112"/>
              <p:cNvSpPr/>
              <p:nvPr/>
            </p:nvSpPr>
            <p:spPr>
              <a:xfrm>
                <a:off x="6898691" y="3294498"/>
                <a:ext cx="485110" cy="13290"/>
              </a:xfrm>
              <a:custGeom>
                <a:avLst/>
                <a:gdLst>
                  <a:gd name="connsiteX0" fmla="*/ 0 w 485110"/>
                  <a:gd name="connsiteY0" fmla="*/ 0 h 13290"/>
                  <a:gd name="connsiteX1" fmla="*/ 485110 w 485110"/>
                  <a:gd name="connsiteY1" fmla="*/ 0 h 13290"/>
                  <a:gd name="connsiteX2" fmla="*/ 485110 w 485110"/>
                  <a:gd name="connsiteY2" fmla="*/ 13291 h 13290"/>
                  <a:gd name="connsiteX3" fmla="*/ 0 w 485110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5110" h="13290">
                    <a:moveTo>
                      <a:pt x="0" y="0"/>
                    </a:moveTo>
                    <a:lnTo>
                      <a:pt x="485110" y="0"/>
                    </a:lnTo>
                    <a:lnTo>
                      <a:pt x="485110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4" name="任意多边形: 形状 113"/>
              <p:cNvSpPr/>
              <p:nvPr/>
            </p:nvSpPr>
            <p:spPr>
              <a:xfrm>
                <a:off x="6898691" y="3367596"/>
                <a:ext cx="485110" cy="13290"/>
              </a:xfrm>
              <a:custGeom>
                <a:avLst/>
                <a:gdLst>
                  <a:gd name="connsiteX0" fmla="*/ 0 w 485110"/>
                  <a:gd name="connsiteY0" fmla="*/ 0 h 13290"/>
                  <a:gd name="connsiteX1" fmla="*/ 485110 w 485110"/>
                  <a:gd name="connsiteY1" fmla="*/ 0 h 13290"/>
                  <a:gd name="connsiteX2" fmla="*/ 485110 w 485110"/>
                  <a:gd name="connsiteY2" fmla="*/ 13291 h 13290"/>
                  <a:gd name="connsiteX3" fmla="*/ 0 w 485110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5110" h="13290">
                    <a:moveTo>
                      <a:pt x="0" y="0"/>
                    </a:moveTo>
                    <a:lnTo>
                      <a:pt x="485110" y="0"/>
                    </a:lnTo>
                    <a:lnTo>
                      <a:pt x="485110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5" name="任意多边形: 形状 114"/>
              <p:cNvSpPr/>
              <p:nvPr/>
            </p:nvSpPr>
            <p:spPr>
              <a:xfrm>
                <a:off x="4380104" y="2310986"/>
                <a:ext cx="3043569" cy="13290"/>
              </a:xfrm>
              <a:custGeom>
                <a:avLst/>
                <a:gdLst>
                  <a:gd name="connsiteX0" fmla="*/ 0 w 3043569"/>
                  <a:gd name="connsiteY0" fmla="*/ 0 h 13290"/>
                  <a:gd name="connsiteX1" fmla="*/ 3043570 w 3043569"/>
                  <a:gd name="connsiteY1" fmla="*/ 0 h 13290"/>
                  <a:gd name="connsiteX2" fmla="*/ 3043570 w 3043569"/>
                  <a:gd name="connsiteY2" fmla="*/ 13291 h 13290"/>
                  <a:gd name="connsiteX3" fmla="*/ 0 w 3043569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043569" h="13290">
                    <a:moveTo>
                      <a:pt x="0" y="0"/>
                    </a:moveTo>
                    <a:lnTo>
                      <a:pt x="3043570" y="0"/>
                    </a:lnTo>
                    <a:lnTo>
                      <a:pt x="3043570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6" name="任意多边形: 形状 115"/>
              <p:cNvSpPr/>
              <p:nvPr/>
            </p:nvSpPr>
            <p:spPr>
              <a:xfrm>
                <a:off x="6991726" y="2404021"/>
                <a:ext cx="299040" cy="299040"/>
              </a:xfrm>
              <a:custGeom>
                <a:avLst/>
                <a:gdLst>
                  <a:gd name="connsiteX0" fmla="*/ 299041 w 299040"/>
                  <a:gd name="connsiteY0" fmla="*/ 149520 h 299040"/>
                  <a:gd name="connsiteX1" fmla="*/ 149520 w 299040"/>
                  <a:gd name="connsiteY1" fmla="*/ 299041 h 299040"/>
                  <a:gd name="connsiteX2" fmla="*/ 0 w 299040"/>
                  <a:gd name="connsiteY2" fmla="*/ 149520 h 299040"/>
                  <a:gd name="connsiteX3" fmla="*/ 149520 w 299040"/>
                  <a:gd name="connsiteY3" fmla="*/ 0 h 299040"/>
                  <a:gd name="connsiteX4" fmla="*/ 299041 w 299040"/>
                  <a:gd name="connsiteY4" fmla="*/ 149520 h 2990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99040" h="299040">
                    <a:moveTo>
                      <a:pt x="299041" y="149520"/>
                    </a:moveTo>
                    <a:cubicBezTo>
                      <a:pt x="299041" y="232098"/>
                      <a:pt x="232098" y="299041"/>
                      <a:pt x="149520" y="299041"/>
                    </a:cubicBezTo>
                    <a:cubicBezTo>
                      <a:pt x="66942" y="299041"/>
                      <a:pt x="0" y="232098"/>
                      <a:pt x="0" y="149520"/>
                    </a:cubicBezTo>
                    <a:cubicBezTo>
                      <a:pt x="0" y="66943"/>
                      <a:pt x="66942" y="0"/>
                      <a:pt x="149520" y="0"/>
                    </a:cubicBezTo>
                    <a:cubicBezTo>
                      <a:pt x="232098" y="0"/>
                      <a:pt x="299041" y="66943"/>
                      <a:pt x="299041" y="149520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117" name="图形 4"/>
            <p:cNvGrpSpPr/>
            <p:nvPr/>
          </p:nvGrpSpPr>
          <p:grpSpPr>
            <a:xfrm>
              <a:off x="6998177" y="969048"/>
              <a:ext cx="962105" cy="1182450"/>
              <a:chOff x="6998177" y="969048"/>
              <a:chExt cx="962105" cy="1182450"/>
            </a:xfrm>
          </p:grpSpPr>
          <p:sp>
            <p:nvSpPr>
              <p:cNvPr id="118" name="任意多边形: 形状 117"/>
              <p:cNvSpPr/>
              <p:nvPr/>
            </p:nvSpPr>
            <p:spPr>
              <a:xfrm>
                <a:off x="7137626" y="1107402"/>
                <a:ext cx="684948" cy="831444"/>
              </a:xfrm>
              <a:custGeom>
                <a:avLst/>
                <a:gdLst>
                  <a:gd name="connsiteX0" fmla="*/ 206232 w 684948"/>
                  <a:gd name="connsiteY0" fmla="*/ 831406 h 831444"/>
                  <a:gd name="connsiteX1" fmla="*/ 206232 w 684948"/>
                  <a:gd name="connsiteY1" fmla="*/ 698499 h 831444"/>
                  <a:gd name="connsiteX2" fmla="*/ 159715 w 684948"/>
                  <a:gd name="connsiteY2" fmla="*/ 638691 h 831444"/>
                  <a:gd name="connsiteX3" fmla="*/ 227 w 684948"/>
                  <a:gd name="connsiteY3" fmla="*/ 326360 h 831444"/>
                  <a:gd name="connsiteX4" fmla="*/ 359075 w 684948"/>
                  <a:gd name="connsiteY4" fmla="*/ 737 h 831444"/>
                  <a:gd name="connsiteX5" fmla="*/ 684698 w 684948"/>
                  <a:gd name="connsiteY5" fmla="*/ 359586 h 831444"/>
                  <a:gd name="connsiteX6" fmla="*/ 511918 w 684948"/>
                  <a:gd name="connsiteY6" fmla="*/ 638691 h 831444"/>
                  <a:gd name="connsiteX7" fmla="*/ 478692 w 684948"/>
                  <a:gd name="connsiteY7" fmla="*/ 678563 h 831444"/>
                  <a:gd name="connsiteX8" fmla="*/ 478692 w 684948"/>
                  <a:gd name="connsiteY8" fmla="*/ 831406 h 8314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84948" h="831444">
                    <a:moveTo>
                      <a:pt x="206232" y="831406"/>
                    </a:moveTo>
                    <a:lnTo>
                      <a:pt x="206232" y="698499"/>
                    </a:lnTo>
                    <a:cubicBezTo>
                      <a:pt x="206232" y="698499"/>
                      <a:pt x="219523" y="665272"/>
                      <a:pt x="159715" y="638691"/>
                    </a:cubicBezTo>
                    <a:cubicBezTo>
                      <a:pt x="99907" y="612110"/>
                      <a:pt x="-6419" y="505784"/>
                      <a:pt x="227" y="326360"/>
                    </a:cubicBezTo>
                    <a:cubicBezTo>
                      <a:pt x="6872" y="146935"/>
                      <a:pt x="173006" y="-12553"/>
                      <a:pt x="359075" y="737"/>
                    </a:cubicBezTo>
                    <a:cubicBezTo>
                      <a:pt x="545145" y="14028"/>
                      <a:pt x="678052" y="160226"/>
                      <a:pt x="684698" y="359586"/>
                    </a:cubicBezTo>
                    <a:cubicBezTo>
                      <a:pt x="691343" y="558947"/>
                      <a:pt x="511918" y="638691"/>
                      <a:pt x="511918" y="638691"/>
                    </a:cubicBezTo>
                    <a:cubicBezTo>
                      <a:pt x="511918" y="638691"/>
                      <a:pt x="478692" y="645336"/>
                      <a:pt x="478692" y="678563"/>
                    </a:cubicBezTo>
                    <a:lnTo>
                      <a:pt x="478692" y="831406"/>
                    </a:ln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9" name="任意多边形: 形状 118"/>
              <p:cNvSpPr/>
              <p:nvPr/>
            </p:nvSpPr>
            <p:spPr>
              <a:xfrm rot="-3447600">
                <a:off x="7098163" y="1168054"/>
                <a:ext cx="13290" cy="132906"/>
              </a:xfrm>
              <a:custGeom>
                <a:avLst/>
                <a:gdLst>
                  <a:gd name="connsiteX0" fmla="*/ -71 w 13290"/>
                  <a:gd name="connsiteY0" fmla="*/ -38 h 132906"/>
                  <a:gd name="connsiteX1" fmla="*/ 13220 w 13290"/>
                  <a:gd name="connsiteY1" fmla="*/ -38 h 132906"/>
                  <a:gd name="connsiteX2" fmla="*/ 13220 w 13290"/>
                  <a:gd name="connsiteY2" fmla="*/ 132869 h 132906"/>
                  <a:gd name="connsiteX3" fmla="*/ -71 w 13290"/>
                  <a:gd name="connsiteY3" fmla="*/ 132869 h 13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290" h="132906">
                    <a:moveTo>
                      <a:pt x="-71" y="-38"/>
                    </a:moveTo>
                    <a:lnTo>
                      <a:pt x="13220" y="-38"/>
                    </a:lnTo>
                    <a:lnTo>
                      <a:pt x="13220" y="132869"/>
                    </a:lnTo>
                    <a:lnTo>
                      <a:pt x="-71" y="132869"/>
                    </a:ln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0" name="任意多边形: 形状 119"/>
              <p:cNvSpPr/>
              <p:nvPr/>
            </p:nvSpPr>
            <p:spPr>
              <a:xfrm rot="-721200">
                <a:off x="7357203" y="968974"/>
                <a:ext cx="13290" cy="132906"/>
              </a:xfrm>
              <a:custGeom>
                <a:avLst/>
                <a:gdLst>
                  <a:gd name="connsiteX0" fmla="*/ -71 w 13290"/>
                  <a:gd name="connsiteY0" fmla="*/ -38 h 132906"/>
                  <a:gd name="connsiteX1" fmla="*/ 13220 w 13290"/>
                  <a:gd name="connsiteY1" fmla="*/ -38 h 132906"/>
                  <a:gd name="connsiteX2" fmla="*/ 13220 w 13290"/>
                  <a:gd name="connsiteY2" fmla="*/ 132869 h 132906"/>
                  <a:gd name="connsiteX3" fmla="*/ -71 w 13290"/>
                  <a:gd name="connsiteY3" fmla="*/ 132869 h 13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290" h="132906">
                    <a:moveTo>
                      <a:pt x="-71" y="-38"/>
                    </a:moveTo>
                    <a:lnTo>
                      <a:pt x="13220" y="-38"/>
                    </a:lnTo>
                    <a:lnTo>
                      <a:pt x="13220" y="132869"/>
                    </a:lnTo>
                    <a:lnTo>
                      <a:pt x="-71" y="132869"/>
                    </a:ln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1" name="任意多边形: 形状 120"/>
              <p:cNvSpPr/>
              <p:nvPr/>
            </p:nvSpPr>
            <p:spPr>
              <a:xfrm rot="1930800">
                <a:off x="7689406" y="1008601"/>
                <a:ext cx="13290" cy="132906"/>
              </a:xfrm>
              <a:custGeom>
                <a:avLst/>
                <a:gdLst>
                  <a:gd name="connsiteX0" fmla="*/ -71 w 13290"/>
                  <a:gd name="connsiteY0" fmla="*/ -38 h 132906"/>
                  <a:gd name="connsiteX1" fmla="*/ 13220 w 13290"/>
                  <a:gd name="connsiteY1" fmla="*/ -38 h 132906"/>
                  <a:gd name="connsiteX2" fmla="*/ 13220 w 13290"/>
                  <a:gd name="connsiteY2" fmla="*/ 132869 h 132906"/>
                  <a:gd name="connsiteX3" fmla="*/ -71 w 13290"/>
                  <a:gd name="connsiteY3" fmla="*/ 132869 h 13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290" h="132906">
                    <a:moveTo>
                      <a:pt x="-71" y="-38"/>
                    </a:moveTo>
                    <a:lnTo>
                      <a:pt x="13220" y="-38"/>
                    </a:lnTo>
                    <a:lnTo>
                      <a:pt x="13220" y="132869"/>
                    </a:lnTo>
                    <a:lnTo>
                      <a:pt x="-71" y="132869"/>
                    </a:ln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2" name="任意多边形: 形状 121"/>
              <p:cNvSpPr/>
              <p:nvPr/>
            </p:nvSpPr>
            <p:spPr>
              <a:xfrm rot="4318200">
                <a:off x="7888391" y="1267727"/>
                <a:ext cx="13290" cy="132906"/>
              </a:xfrm>
              <a:custGeom>
                <a:avLst/>
                <a:gdLst>
                  <a:gd name="connsiteX0" fmla="*/ -71 w 13290"/>
                  <a:gd name="connsiteY0" fmla="*/ -38 h 132906"/>
                  <a:gd name="connsiteX1" fmla="*/ 13220 w 13290"/>
                  <a:gd name="connsiteY1" fmla="*/ -38 h 132906"/>
                  <a:gd name="connsiteX2" fmla="*/ 13220 w 13290"/>
                  <a:gd name="connsiteY2" fmla="*/ 132869 h 132906"/>
                  <a:gd name="connsiteX3" fmla="*/ -71 w 13290"/>
                  <a:gd name="connsiteY3" fmla="*/ 132869 h 13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290" h="132906">
                    <a:moveTo>
                      <a:pt x="-71" y="-38"/>
                    </a:moveTo>
                    <a:lnTo>
                      <a:pt x="13220" y="-38"/>
                    </a:lnTo>
                    <a:lnTo>
                      <a:pt x="13220" y="132869"/>
                    </a:lnTo>
                    <a:lnTo>
                      <a:pt x="-71" y="132869"/>
                    </a:ln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3" name="任意多边形: 形状 122"/>
              <p:cNvSpPr/>
              <p:nvPr/>
            </p:nvSpPr>
            <p:spPr>
              <a:xfrm rot="7316400">
                <a:off x="7849214" y="1600321"/>
                <a:ext cx="13290" cy="132906"/>
              </a:xfrm>
              <a:custGeom>
                <a:avLst/>
                <a:gdLst>
                  <a:gd name="connsiteX0" fmla="*/ -71 w 13290"/>
                  <a:gd name="connsiteY0" fmla="*/ -38 h 132906"/>
                  <a:gd name="connsiteX1" fmla="*/ 13220 w 13290"/>
                  <a:gd name="connsiteY1" fmla="*/ -38 h 132906"/>
                  <a:gd name="connsiteX2" fmla="*/ 13220 w 13290"/>
                  <a:gd name="connsiteY2" fmla="*/ 132869 h 132906"/>
                  <a:gd name="connsiteX3" fmla="*/ -71 w 13290"/>
                  <a:gd name="connsiteY3" fmla="*/ 132869 h 13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290" h="132906">
                    <a:moveTo>
                      <a:pt x="-71" y="-38"/>
                    </a:moveTo>
                    <a:lnTo>
                      <a:pt x="13220" y="-38"/>
                    </a:lnTo>
                    <a:lnTo>
                      <a:pt x="13220" y="132869"/>
                    </a:lnTo>
                    <a:lnTo>
                      <a:pt x="-71" y="132869"/>
                    </a:ln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4" name="任意多边形: 形状 123"/>
              <p:cNvSpPr/>
              <p:nvPr/>
            </p:nvSpPr>
            <p:spPr>
              <a:xfrm rot="-8867400">
                <a:off x="7250883" y="1759397"/>
                <a:ext cx="13290" cy="132906"/>
              </a:xfrm>
              <a:custGeom>
                <a:avLst/>
                <a:gdLst>
                  <a:gd name="connsiteX0" fmla="*/ -71 w 13290"/>
                  <a:gd name="connsiteY0" fmla="*/ -38 h 132906"/>
                  <a:gd name="connsiteX1" fmla="*/ 13220 w 13290"/>
                  <a:gd name="connsiteY1" fmla="*/ -38 h 132906"/>
                  <a:gd name="connsiteX2" fmla="*/ 13220 w 13290"/>
                  <a:gd name="connsiteY2" fmla="*/ 132869 h 132906"/>
                  <a:gd name="connsiteX3" fmla="*/ -71 w 13290"/>
                  <a:gd name="connsiteY3" fmla="*/ 132869 h 13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290" h="132906">
                    <a:moveTo>
                      <a:pt x="-71" y="-38"/>
                    </a:moveTo>
                    <a:lnTo>
                      <a:pt x="13220" y="-38"/>
                    </a:lnTo>
                    <a:lnTo>
                      <a:pt x="13220" y="132869"/>
                    </a:lnTo>
                    <a:lnTo>
                      <a:pt x="-71" y="132869"/>
                    </a:ln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5" name="任意多边形: 形状 124"/>
              <p:cNvSpPr/>
              <p:nvPr/>
            </p:nvSpPr>
            <p:spPr>
              <a:xfrm rot="-6187800">
                <a:off x="7057758" y="1506828"/>
                <a:ext cx="13290" cy="132906"/>
              </a:xfrm>
              <a:custGeom>
                <a:avLst/>
                <a:gdLst>
                  <a:gd name="connsiteX0" fmla="*/ -71 w 13290"/>
                  <a:gd name="connsiteY0" fmla="*/ -38 h 132906"/>
                  <a:gd name="connsiteX1" fmla="*/ 13220 w 13290"/>
                  <a:gd name="connsiteY1" fmla="*/ -38 h 132906"/>
                  <a:gd name="connsiteX2" fmla="*/ 13220 w 13290"/>
                  <a:gd name="connsiteY2" fmla="*/ 132869 h 132906"/>
                  <a:gd name="connsiteX3" fmla="*/ -71 w 13290"/>
                  <a:gd name="connsiteY3" fmla="*/ 132869 h 13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290" h="132906">
                    <a:moveTo>
                      <a:pt x="-71" y="-38"/>
                    </a:moveTo>
                    <a:lnTo>
                      <a:pt x="13220" y="-38"/>
                    </a:lnTo>
                    <a:lnTo>
                      <a:pt x="13220" y="132869"/>
                    </a:lnTo>
                    <a:lnTo>
                      <a:pt x="-71" y="132869"/>
                    </a:ln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6" name="任意多边形: 形状 125"/>
              <p:cNvSpPr/>
              <p:nvPr/>
            </p:nvSpPr>
            <p:spPr>
              <a:xfrm>
                <a:off x="7317348" y="1938846"/>
                <a:ext cx="325622" cy="46517"/>
              </a:xfrm>
              <a:custGeom>
                <a:avLst/>
                <a:gdLst>
                  <a:gd name="connsiteX0" fmla="*/ 302363 w 325622"/>
                  <a:gd name="connsiteY0" fmla="*/ 0 h 46517"/>
                  <a:gd name="connsiteX1" fmla="*/ 325622 w 325622"/>
                  <a:gd name="connsiteY1" fmla="*/ 0 h 46517"/>
                  <a:gd name="connsiteX2" fmla="*/ 325622 w 325622"/>
                  <a:gd name="connsiteY2" fmla="*/ 46518 h 46517"/>
                  <a:gd name="connsiteX3" fmla="*/ 302363 w 325622"/>
                  <a:gd name="connsiteY3" fmla="*/ 46518 h 46517"/>
                  <a:gd name="connsiteX4" fmla="*/ 23259 w 325622"/>
                  <a:gd name="connsiteY4" fmla="*/ 46518 h 46517"/>
                  <a:gd name="connsiteX5" fmla="*/ 0 w 325622"/>
                  <a:gd name="connsiteY5" fmla="*/ 46518 h 46517"/>
                  <a:gd name="connsiteX6" fmla="*/ 0 w 325622"/>
                  <a:gd name="connsiteY6" fmla="*/ 0 h 46517"/>
                  <a:gd name="connsiteX7" fmla="*/ 23259 w 325622"/>
                  <a:gd name="connsiteY7" fmla="*/ 0 h 465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25622" h="46517">
                    <a:moveTo>
                      <a:pt x="302363" y="0"/>
                    </a:moveTo>
                    <a:cubicBezTo>
                      <a:pt x="315209" y="0"/>
                      <a:pt x="325622" y="0"/>
                      <a:pt x="325622" y="0"/>
                    </a:cubicBezTo>
                    <a:lnTo>
                      <a:pt x="325622" y="46518"/>
                    </a:lnTo>
                    <a:cubicBezTo>
                      <a:pt x="325622" y="46518"/>
                      <a:pt x="315209" y="46518"/>
                      <a:pt x="302363" y="46518"/>
                    </a:cubicBezTo>
                    <a:lnTo>
                      <a:pt x="23259" y="46518"/>
                    </a:lnTo>
                    <a:cubicBezTo>
                      <a:pt x="10413" y="46518"/>
                      <a:pt x="0" y="46518"/>
                      <a:pt x="0" y="46518"/>
                    </a:cubicBezTo>
                    <a:lnTo>
                      <a:pt x="0" y="0"/>
                    </a:lnTo>
                    <a:cubicBezTo>
                      <a:pt x="0" y="0"/>
                      <a:pt x="10413" y="0"/>
                      <a:pt x="23259" y="0"/>
                    </a:cubicBez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7" name="任意多边形: 形状 126"/>
              <p:cNvSpPr/>
              <p:nvPr/>
            </p:nvSpPr>
            <p:spPr>
              <a:xfrm>
                <a:off x="7323993" y="2025236"/>
                <a:ext cx="312331" cy="46517"/>
              </a:xfrm>
              <a:custGeom>
                <a:avLst/>
                <a:gdLst>
                  <a:gd name="connsiteX0" fmla="*/ 289073 w 312331"/>
                  <a:gd name="connsiteY0" fmla="*/ 0 h 46517"/>
                  <a:gd name="connsiteX1" fmla="*/ 312331 w 312331"/>
                  <a:gd name="connsiteY1" fmla="*/ 0 h 46517"/>
                  <a:gd name="connsiteX2" fmla="*/ 312331 w 312331"/>
                  <a:gd name="connsiteY2" fmla="*/ 46518 h 46517"/>
                  <a:gd name="connsiteX3" fmla="*/ 289073 w 312331"/>
                  <a:gd name="connsiteY3" fmla="*/ 46518 h 46517"/>
                  <a:gd name="connsiteX4" fmla="*/ 23259 w 312331"/>
                  <a:gd name="connsiteY4" fmla="*/ 46518 h 46517"/>
                  <a:gd name="connsiteX5" fmla="*/ 0 w 312331"/>
                  <a:gd name="connsiteY5" fmla="*/ 46518 h 46517"/>
                  <a:gd name="connsiteX6" fmla="*/ 0 w 312331"/>
                  <a:gd name="connsiteY6" fmla="*/ 0 h 46517"/>
                  <a:gd name="connsiteX7" fmla="*/ 23259 w 312331"/>
                  <a:gd name="connsiteY7" fmla="*/ 0 h 465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12331" h="46517">
                    <a:moveTo>
                      <a:pt x="289073" y="0"/>
                    </a:moveTo>
                    <a:cubicBezTo>
                      <a:pt x="301918" y="0"/>
                      <a:pt x="312331" y="0"/>
                      <a:pt x="312331" y="0"/>
                    </a:cubicBezTo>
                    <a:lnTo>
                      <a:pt x="312331" y="46518"/>
                    </a:lnTo>
                    <a:cubicBezTo>
                      <a:pt x="312331" y="46518"/>
                      <a:pt x="301918" y="46518"/>
                      <a:pt x="289073" y="46518"/>
                    </a:cubicBezTo>
                    <a:lnTo>
                      <a:pt x="23259" y="46518"/>
                    </a:lnTo>
                    <a:cubicBezTo>
                      <a:pt x="10413" y="46518"/>
                      <a:pt x="0" y="46518"/>
                      <a:pt x="0" y="46518"/>
                    </a:cubicBezTo>
                    <a:lnTo>
                      <a:pt x="0" y="0"/>
                    </a:lnTo>
                    <a:cubicBezTo>
                      <a:pt x="0" y="0"/>
                      <a:pt x="10413" y="0"/>
                      <a:pt x="23259" y="0"/>
                    </a:cubicBez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8" name="任意多边形: 形状 127"/>
              <p:cNvSpPr/>
              <p:nvPr/>
            </p:nvSpPr>
            <p:spPr>
              <a:xfrm>
                <a:off x="7323993" y="1985364"/>
                <a:ext cx="312331" cy="39872"/>
              </a:xfrm>
              <a:custGeom>
                <a:avLst/>
                <a:gdLst>
                  <a:gd name="connsiteX0" fmla="*/ 292395 w 312331"/>
                  <a:gd name="connsiteY0" fmla="*/ 0 h 39872"/>
                  <a:gd name="connsiteX1" fmla="*/ 312331 w 312331"/>
                  <a:gd name="connsiteY1" fmla="*/ 0 h 39872"/>
                  <a:gd name="connsiteX2" fmla="*/ 312331 w 312331"/>
                  <a:gd name="connsiteY2" fmla="*/ 39872 h 39872"/>
                  <a:gd name="connsiteX3" fmla="*/ 292395 w 312331"/>
                  <a:gd name="connsiteY3" fmla="*/ 39872 h 39872"/>
                  <a:gd name="connsiteX4" fmla="*/ 19936 w 312331"/>
                  <a:gd name="connsiteY4" fmla="*/ 39872 h 39872"/>
                  <a:gd name="connsiteX5" fmla="*/ 0 w 312331"/>
                  <a:gd name="connsiteY5" fmla="*/ 39872 h 39872"/>
                  <a:gd name="connsiteX6" fmla="*/ 0 w 312331"/>
                  <a:gd name="connsiteY6" fmla="*/ 0 h 39872"/>
                  <a:gd name="connsiteX7" fmla="*/ 19936 w 312331"/>
                  <a:gd name="connsiteY7" fmla="*/ 0 h 398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12331" h="39872">
                    <a:moveTo>
                      <a:pt x="292395" y="0"/>
                    </a:moveTo>
                    <a:cubicBezTo>
                      <a:pt x="303406" y="0"/>
                      <a:pt x="312331" y="0"/>
                      <a:pt x="312331" y="0"/>
                    </a:cubicBezTo>
                    <a:lnTo>
                      <a:pt x="312331" y="39872"/>
                    </a:lnTo>
                    <a:cubicBezTo>
                      <a:pt x="312331" y="39872"/>
                      <a:pt x="303406" y="39872"/>
                      <a:pt x="292395" y="39872"/>
                    </a:cubicBezTo>
                    <a:lnTo>
                      <a:pt x="19936" y="39872"/>
                    </a:lnTo>
                    <a:cubicBezTo>
                      <a:pt x="8925" y="39872"/>
                      <a:pt x="0" y="39872"/>
                      <a:pt x="0" y="39872"/>
                    </a:cubicBezTo>
                    <a:lnTo>
                      <a:pt x="0" y="0"/>
                    </a:lnTo>
                    <a:cubicBezTo>
                      <a:pt x="0" y="0"/>
                      <a:pt x="8925" y="0"/>
                      <a:pt x="199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9" name="任意多边形: 形状 128"/>
              <p:cNvSpPr/>
              <p:nvPr/>
            </p:nvSpPr>
            <p:spPr>
              <a:xfrm>
                <a:off x="7357220" y="2071753"/>
                <a:ext cx="244150" cy="79744"/>
              </a:xfrm>
              <a:custGeom>
                <a:avLst/>
                <a:gdLst>
                  <a:gd name="connsiteX0" fmla="*/ -71 w 244150"/>
                  <a:gd name="connsiteY0" fmla="*/ -38 h 79744"/>
                  <a:gd name="connsiteX1" fmla="*/ 244080 w 244150"/>
                  <a:gd name="connsiteY1" fmla="*/ -38 h 79744"/>
                  <a:gd name="connsiteX2" fmla="*/ 126191 w 244150"/>
                  <a:gd name="connsiteY2" fmla="*/ 79706 h 79744"/>
                  <a:gd name="connsiteX3" fmla="*/ -71 w 244150"/>
                  <a:gd name="connsiteY3" fmla="*/ -38 h 797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4150" h="79744">
                    <a:moveTo>
                      <a:pt x="-71" y="-38"/>
                    </a:moveTo>
                    <a:lnTo>
                      <a:pt x="244080" y="-38"/>
                    </a:lnTo>
                    <a:cubicBezTo>
                      <a:pt x="244080" y="-38"/>
                      <a:pt x="239162" y="79706"/>
                      <a:pt x="126191" y="79706"/>
                    </a:cubicBezTo>
                    <a:cubicBezTo>
                      <a:pt x="13220" y="79706"/>
                      <a:pt x="19865" y="33189"/>
                      <a:pt x="-71" y="-38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130" name="图形 4"/>
            <p:cNvGrpSpPr/>
            <p:nvPr/>
          </p:nvGrpSpPr>
          <p:grpSpPr>
            <a:xfrm>
              <a:off x="7441272" y="2902422"/>
              <a:ext cx="937948" cy="544918"/>
              <a:chOff x="7441272" y="2902422"/>
              <a:chExt cx="937948" cy="544918"/>
            </a:xfrm>
          </p:grpSpPr>
          <p:sp>
            <p:nvSpPr>
              <p:cNvPr id="131" name="任意多边形: 形状 130"/>
              <p:cNvSpPr/>
              <p:nvPr/>
            </p:nvSpPr>
            <p:spPr>
              <a:xfrm>
                <a:off x="7494435" y="2902422"/>
                <a:ext cx="884785" cy="544918"/>
              </a:xfrm>
              <a:custGeom>
                <a:avLst/>
                <a:gdLst>
                  <a:gd name="connsiteX0" fmla="*/ 78888 w 884785"/>
                  <a:gd name="connsiteY0" fmla="*/ -38 h 544918"/>
                  <a:gd name="connsiteX1" fmla="*/ 860181 w 884785"/>
                  <a:gd name="connsiteY1" fmla="*/ -38 h 544918"/>
                  <a:gd name="connsiteX2" fmla="*/ 884715 w 884785"/>
                  <a:gd name="connsiteY2" fmla="*/ 24472 h 544918"/>
                  <a:gd name="connsiteX3" fmla="*/ 884570 w 884785"/>
                  <a:gd name="connsiteY3" fmla="*/ 27141 h 544918"/>
                  <a:gd name="connsiteX4" fmla="*/ 830144 w 884785"/>
                  <a:gd name="connsiteY4" fmla="*/ 523017 h 544918"/>
                  <a:gd name="connsiteX5" fmla="*/ 805756 w 884785"/>
                  <a:gd name="connsiteY5" fmla="*/ 544880 h 544918"/>
                  <a:gd name="connsiteX6" fmla="*/ 24462 w 884785"/>
                  <a:gd name="connsiteY6" fmla="*/ 544880 h 544918"/>
                  <a:gd name="connsiteX7" fmla="*/ -71 w 884785"/>
                  <a:gd name="connsiteY7" fmla="*/ 520371 h 544918"/>
                  <a:gd name="connsiteX8" fmla="*/ 74 w 884785"/>
                  <a:gd name="connsiteY8" fmla="*/ 517701 h 544918"/>
                  <a:gd name="connsiteX9" fmla="*/ 54499 w 884785"/>
                  <a:gd name="connsiteY9" fmla="*/ 21825 h 544918"/>
                  <a:gd name="connsiteX10" fmla="*/ 78888 w 884785"/>
                  <a:gd name="connsiteY10" fmla="*/ -38 h 5449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84785" h="544918">
                    <a:moveTo>
                      <a:pt x="78888" y="-38"/>
                    </a:moveTo>
                    <a:lnTo>
                      <a:pt x="860181" y="-38"/>
                    </a:lnTo>
                    <a:cubicBezTo>
                      <a:pt x="873724" y="-45"/>
                      <a:pt x="884708" y="10929"/>
                      <a:pt x="884715" y="24472"/>
                    </a:cubicBezTo>
                    <a:cubicBezTo>
                      <a:pt x="884715" y="25363"/>
                      <a:pt x="884667" y="26255"/>
                      <a:pt x="884570" y="27141"/>
                    </a:cubicBezTo>
                    <a:lnTo>
                      <a:pt x="830144" y="523017"/>
                    </a:lnTo>
                    <a:cubicBezTo>
                      <a:pt x="828758" y="535447"/>
                      <a:pt x="818263" y="544856"/>
                      <a:pt x="805756" y="544880"/>
                    </a:cubicBezTo>
                    <a:lnTo>
                      <a:pt x="24462" y="544880"/>
                    </a:lnTo>
                    <a:cubicBezTo>
                      <a:pt x="10920" y="544887"/>
                      <a:pt x="-64" y="533913"/>
                      <a:pt x="-71" y="520371"/>
                    </a:cubicBezTo>
                    <a:cubicBezTo>
                      <a:pt x="-71" y="519479"/>
                      <a:pt x="-23" y="518588"/>
                      <a:pt x="74" y="517701"/>
                    </a:cubicBezTo>
                    <a:lnTo>
                      <a:pt x="54499" y="21825"/>
                    </a:lnTo>
                    <a:cubicBezTo>
                      <a:pt x="55857" y="9380"/>
                      <a:pt x="66369" y="-44"/>
                      <a:pt x="78888" y="-38"/>
                    </a:cubicBezTo>
                    <a:close/>
                  </a:path>
                </a:pathLst>
              </a:custGeom>
              <a:solidFill>
                <a:srgbClr val="E1E6FB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2" name="任意多边形: 形状 131"/>
              <p:cNvSpPr/>
              <p:nvPr/>
            </p:nvSpPr>
            <p:spPr>
              <a:xfrm>
                <a:off x="7441272" y="2902422"/>
                <a:ext cx="884785" cy="544918"/>
              </a:xfrm>
              <a:custGeom>
                <a:avLst/>
                <a:gdLst>
                  <a:gd name="connsiteX0" fmla="*/ 78888 w 884785"/>
                  <a:gd name="connsiteY0" fmla="*/ -38 h 544918"/>
                  <a:gd name="connsiteX1" fmla="*/ 860181 w 884785"/>
                  <a:gd name="connsiteY1" fmla="*/ -38 h 544918"/>
                  <a:gd name="connsiteX2" fmla="*/ 884715 w 884785"/>
                  <a:gd name="connsiteY2" fmla="*/ 24472 h 544918"/>
                  <a:gd name="connsiteX3" fmla="*/ 884570 w 884785"/>
                  <a:gd name="connsiteY3" fmla="*/ 27141 h 544918"/>
                  <a:gd name="connsiteX4" fmla="*/ 830144 w 884785"/>
                  <a:gd name="connsiteY4" fmla="*/ 523017 h 544918"/>
                  <a:gd name="connsiteX5" fmla="*/ 805756 w 884785"/>
                  <a:gd name="connsiteY5" fmla="*/ 544880 h 544918"/>
                  <a:gd name="connsiteX6" fmla="*/ 24462 w 884785"/>
                  <a:gd name="connsiteY6" fmla="*/ 544880 h 544918"/>
                  <a:gd name="connsiteX7" fmla="*/ -71 w 884785"/>
                  <a:gd name="connsiteY7" fmla="*/ 520371 h 544918"/>
                  <a:gd name="connsiteX8" fmla="*/ 74 w 884785"/>
                  <a:gd name="connsiteY8" fmla="*/ 517701 h 544918"/>
                  <a:gd name="connsiteX9" fmla="*/ 54499 w 884785"/>
                  <a:gd name="connsiteY9" fmla="*/ 21825 h 544918"/>
                  <a:gd name="connsiteX10" fmla="*/ 78888 w 884785"/>
                  <a:gd name="connsiteY10" fmla="*/ -38 h 5449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84785" h="544918">
                    <a:moveTo>
                      <a:pt x="78888" y="-38"/>
                    </a:moveTo>
                    <a:lnTo>
                      <a:pt x="860181" y="-38"/>
                    </a:lnTo>
                    <a:cubicBezTo>
                      <a:pt x="873724" y="-45"/>
                      <a:pt x="884708" y="10929"/>
                      <a:pt x="884715" y="24472"/>
                    </a:cubicBezTo>
                    <a:cubicBezTo>
                      <a:pt x="884715" y="25363"/>
                      <a:pt x="884667" y="26255"/>
                      <a:pt x="884570" y="27141"/>
                    </a:cubicBezTo>
                    <a:lnTo>
                      <a:pt x="830144" y="523017"/>
                    </a:lnTo>
                    <a:cubicBezTo>
                      <a:pt x="828758" y="535447"/>
                      <a:pt x="818263" y="544856"/>
                      <a:pt x="805756" y="544880"/>
                    </a:cubicBezTo>
                    <a:lnTo>
                      <a:pt x="24462" y="544880"/>
                    </a:lnTo>
                    <a:cubicBezTo>
                      <a:pt x="10920" y="544887"/>
                      <a:pt x="-64" y="533913"/>
                      <a:pt x="-71" y="520371"/>
                    </a:cubicBezTo>
                    <a:cubicBezTo>
                      <a:pt x="-71" y="519479"/>
                      <a:pt x="-23" y="518588"/>
                      <a:pt x="74" y="517701"/>
                    </a:cubicBezTo>
                    <a:lnTo>
                      <a:pt x="54499" y="21825"/>
                    </a:lnTo>
                    <a:cubicBezTo>
                      <a:pt x="55857" y="9380"/>
                      <a:pt x="66369" y="-44"/>
                      <a:pt x="78888" y="-38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3" name="任意多边形: 形状 132"/>
              <p:cNvSpPr/>
              <p:nvPr/>
            </p:nvSpPr>
            <p:spPr>
              <a:xfrm>
                <a:off x="7510063" y="2904615"/>
                <a:ext cx="801694" cy="296847"/>
              </a:xfrm>
              <a:custGeom>
                <a:avLst/>
                <a:gdLst>
                  <a:gd name="connsiteX0" fmla="*/ 0 w 801694"/>
                  <a:gd name="connsiteY0" fmla="*/ 0 h 296847"/>
                  <a:gd name="connsiteX1" fmla="*/ 320439 w 801694"/>
                  <a:gd name="connsiteY1" fmla="*/ 296848 h 296847"/>
                  <a:gd name="connsiteX2" fmla="*/ 801695 w 801694"/>
                  <a:gd name="connsiteY2" fmla="*/ 0 h 296847"/>
                  <a:gd name="connsiteX3" fmla="*/ 0 w 801694"/>
                  <a:gd name="connsiteY3" fmla="*/ 0 h 296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01694" h="296847">
                    <a:moveTo>
                      <a:pt x="0" y="0"/>
                    </a:moveTo>
                    <a:lnTo>
                      <a:pt x="320439" y="296848"/>
                    </a:lnTo>
                    <a:lnTo>
                      <a:pt x="80169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134" name="图形 4"/>
            <p:cNvGrpSpPr/>
            <p:nvPr/>
          </p:nvGrpSpPr>
          <p:grpSpPr>
            <a:xfrm>
              <a:off x="5888186" y="4407461"/>
              <a:ext cx="1170345" cy="518337"/>
              <a:chOff x="5888186" y="4407461"/>
              <a:chExt cx="1170345" cy="518337"/>
            </a:xfrm>
          </p:grpSpPr>
          <p:sp>
            <p:nvSpPr>
              <p:cNvPr id="135" name="任意多边形: 形状 134"/>
              <p:cNvSpPr/>
              <p:nvPr/>
            </p:nvSpPr>
            <p:spPr>
              <a:xfrm>
                <a:off x="5968076" y="4738109"/>
                <a:ext cx="1090455" cy="187688"/>
              </a:xfrm>
              <a:custGeom>
                <a:avLst/>
                <a:gdLst>
                  <a:gd name="connsiteX0" fmla="*/ 990020 w 1090455"/>
                  <a:gd name="connsiteY0" fmla="*/ 187650 h 187688"/>
                  <a:gd name="connsiteX1" fmla="*/ 44586 w 1090455"/>
                  <a:gd name="connsiteY1" fmla="*/ 184461 h 187688"/>
                  <a:gd name="connsiteX2" fmla="*/ -71 w 1090455"/>
                  <a:gd name="connsiteY2" fmla="*/ 158544 h 187688"/>
                  <a:gd name="connsiteX3" fmla="*/ 395 w 1090455"/>
                  <a:gd name="connsiteY3" fmla="*/ 32282 h 187688"/>
                  <a:gd name="connsiteX4" fmla="*/ 44652 w 1090455"/>
                  <a:gd name="connsiteY4" fmla="*/ 11150 h 187688"/>
                  <a:gd name="connsiteX5" fmla="*/ 983973 w 1090455"/>
                  <a:gd name="connsiteY5" fmla="*/ 1714 h 187688"/>
                  <a:gd name="connsiteX6" fmla="*/ 1047967 w 1090455"/>
                  <a:gd name="connsiteY6" fmla="*/ 8359 h 187688"/>
                  <a:gd name="connsiteX7" fmla="*/ 1029892 w 1090455"/>
                  <a:gd name="connsiteY7" fmla="*/ 181537 h 187688"/>
                  <a:gd name="connsiteX8" fmla="*/ 990020 w 1090455"/>
                  <a:gd name="connsiteY8" fmla="*/ 187650 h 187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90455" h="187688">
                    <a:moveTo>
                      <a:pt x="990020" y="187650"/>
                    </a:moveTo>
                    <a:lnTo>
                      <a:pt x="44586" y="184461"/>
                    </a:lnTo>
                    <a:cubicBezTo>
                      <a:pt x="19865" y="184461"/>
                      <a:pt x="-137" y="183265"/>
                      <a:pt x="-71" y="158544"/>
                    </a:cubicBezTo>
                    <a:lnTo>
                      <a:pt x="395" y="32282"/>
                    </a:lnTo>
                    <a:cubicBezTo>
                      <a:pt x="395" y="7827"/>
                      <a:pt x="20331" y="11416"/>
                      <a:pt x="44652" y="11150"/>
                    </a:cubicBezTo>
                    <a:lnTo>
                      <a:pt x="983973" y="1714"/>
                    </a:lnTo>
                    <a:cubicBezTo>
                      <a:pt x="995735" y="2378"/>
                      <a:pt x="1015472" y="-5796"/>
                      <a:pt x="1047967" y="8359"/>
                    </a:cubicBezTo>
                    <a:cubicBezTo>
                      <a:pt x="1091694" y="27099"/>
                      <a:pt x="1123060" y="141997"/>
                      <a:pt x="1029892" y="181537"/>
                    </a:cubicBezTo>
                    <a:cubicBezTo>
                      <a:pt x="1016881" y="185101"/>
                      <a:pt x="1003502" y="187153"/>
                      <a:pt x="990020" y="187650"/>
                    </a:cubicBez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6" name="任意多边形: 形状 135"/>
              <p:cNvSpPr/>
              <p:nvPr/>
            </p:nvSpPr>
            <p:spPr>
              <a:xfrm>
                <a:off x="5968077" y="4765089"/>
                <a:ext cx="284155" cy="132399"/>
              </a:xfrm>
              <a:custGeom>
                <a:avLst/>
                <a:gdLst>
                  <a:gd name="connsiteX0" fmla="*/ 15480 w 284155"/>
                  <a:gd name="connsiteY0" fmla="*/ 131431 h 132399"/>
                  <a:gd name="connsiteX1" fmla="*/ 268468 w 284155"/>
                  <a:gd name="connsiteY1" fmla="*/ 132361 h 132399"/>
                  <a:gd name="connsiteX2" fmla="*/ 284084 w 284155"/>
                  <a:gd name="connsiteY2" fmla="*/ 116811 h 132399"/>
                  <a:gd name="connsiteX3" fmla="*/ 284084 w 284155"/>
                  <a:gd name="connsiteY3" fmla="*/ 16732 h 132399"/>
                  <a:gd name="connsiteX4" fmla="*/ 268534 w 284155"/>
                  <a:gd name="connsiteY4" fmla="*/ 1116 h 132399"/>
                  <a:gd name="connsiteX5" fmla="*/ 15612 w 284155"/>
                  <a:gd name="connsiteY5" fmla="*/ 252 h 132399"/>
                  <a:gd name="connsiteX6" fmla="*/ 62 w 284155"/>
                  <a:gd name="connsiteY6" fmla="*/ 983 h 132399"/>
                  <a:gd name="connsiteX7" fmla="*/ -71 w 284155"/>
                  <a:gd name="connsiteY7" fmla="*/ 130899 h 132399"/>
                  <a:gd name="connsiteX8" fmla="*/ 15480 w 284155"/>
                  <a:gd name="connsiteY8" fmla="*/ 131431 h 132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84155" h="132399">
                    <a:moveTo>
                      <a:pt x="15480" y="131431"/>
                    </a:moveTo>
                    <a:lnTo>
                      <a:pt x="268468" y="132361"/>
                    </a:lnTo>
                    <a:cubicBezTo>
                      <a:pt x="277066" y="132361"/>
                      <a:pt x="284048" y="125410"/>
                      <a:pt x="284084" y="116811"/>
                    </a:cubicBezTo>
                    <a:lnTo>
                      <a:pt x="284084" y="16732"/>
                    </a:lnTo>
                    <a:cubicBezTo>
                      <a:pt x="284084" y="8134"/>
                      <a:pt x="277133" y="1152"/>
                      <a:pt x="268534" y="1116"/>
                    </a:cubicBezTo>
                    <a:lnTo>
                      <a:pt x="15612" y="252"/>
                    </a:lnTo>
                    <a:cubicBezTo>
                      <a:pt x="10422" y="-305"/>
                      <a:pt x="5177" y="-59"/>
                      <a:pt x="62" y="983"/>
                    </a:cubicBezTo>
                    <a:lnTo>
                      <a:pt x="-71" y="130899"/>
                    </a:lnTo>
                    <a:cubicBezTo>
                      <a:pt x="5095" y="131431"/>
                      <a:pt x="10290" y="131608"/>
                      <a:pt x="15480" y="131431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7" name="任意多边形: 形状 136"/>
              <p:cNvSpPr/>
              <p:nvPr/>
            </p:nvSpPr>
            <p:spPr>
              <a:xfrm>
                <a:off x="5968196" y="4564424"/>
                <a:ext cx="1089717" cy="186069"/>
              </a:xfrm>
              <a:custGeom>
                <a:avLst/>
                <a:gdLst>
                  <a:gd name="connsiteX0" fmla="*/ 99490 w 1089717"/>
                  <a:gd name="connsiteY0" fmla="*/ -38 h 186069"/>
                  <a:gd name="connsiteX1" fmla="*/ 1044857 w 1089717"/>
                  <a:gd name="connsiteY1" fmla="*/ -38 h 186069"/>
                  <a:gd name="connsiteX2" fmla="*/ 1089647 w 1089717"/>
                  <a:gd name="connsiteY2" fmla="*/ 25746 h 186069"/>
                  <a:gd name="connsiteX3" fmla="*/ 1089647 w 1089717"/>
                  <a:gd name="connsiteY3" fmla="*/ 152007 h 186069"/>
                  <a:gd name="connsiteX4" fmla="*/ 1045455 w 1089717"/>
                  <a:gd name="connsiteY4" fmla="*/ 173273 h 186069"/>
                  <a:gd name="connsiteX5" fmla="*/ 106135 w 1089717"/>
                  <a:gd name="connsiteY5" fmla="*/ 186032 h 186069"/>
                  <a:gd name="connsiteX6" fmla="*/ 44201 w 1089717"/>
                  <a:gd name="connsiteY6" fmla="*/ 170282 h 186069"/>
                  <a:gd name="connsiteX7" fmla="*/ 59618 w 1089717"/>
                  <a:gd name="connsiteY7" fmla="*/ 6607 h 186069"/>
                  <a:gd name="connsiteX8" fmla="*/ 99490 w 1089717"/>
                  <a:gd name="connsiteY8" fmla="*/ -38 h 186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89717" h="186069">
                    <a:moveTo>
                      <a:pt x="99490" y="-38"/>
                    </a:moveTo>
                    <a:lnTo>
                      <a:pt x="1044857" y="-38"/>
                    </a:lnTo>
                    <a:cubicBezTo>
                      <a:pt x="1069578" y="-38"/>
                      <a:pt x="1089647" y="1025"/>
                      <a:pt x="1089647" y="25746"/>
                    </a:cubicBezTo>
                    <a:lnTo>
                      <a:pt x="1089647" y="152007"/>
                    </a:lnTo>
                    <a:cubicBezTo>
                      <a:pt x="1089647" y="176462"/>
                      <a:pt x="1069711" y="172940"/>
                      <a:pt x="1045455" y="173273"/>
                    </a:cubicBezTo>
                    <a:lnTo>
                      <a:pt x="106135" y="186032"/>
                    </a:lnTo>
                    <a:cubicBezTo>
                      <a:pt x="94440" y="185500"/>
                      <a:pt x="74637" y="180649"/>
                      <a:pt x="44201" y="170282"/>
                    </a:cubicBezTo>
                    <a:cubicBezTo>
                      <a:pt x="-855" y="154998"/>
                      <a:pt x="-33417" y="46479"/>
                      <a:pt x="59618" y="6607"/>
                    </a:cubicBezTo>
                    <a:cubicBezTo>
                      <a:pt x="72609" y="2864"/>
                      <a:pt x="85988" y="634"/>
                      <a:pt x="99490" y="-38"/>
                    </a:cubicBezTo>
                    <a:close/>
                  </a:path>
                </a:pathLst>
              </a:custGeom>
              <a:solidFill>
                <a:srgbClr val="EAEDFB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8" name="任意多边形: 形状 137"/>
              <p:cNvSpPr/>
              <p:nvPr/>
            </p:nvSpPr>
            <p:spPr>
              <a:xfrm>
                <a:off x="6773825" y="4590188"/>
                <a:ext cx="284088" cy="131653"/>
              </a:xfrm>
              <a:custGeom>
                <a:avLst/>
                <a:gdLst>
                  <a:gd name="connsiteX0" fmla="*/ 268468 w 284088"/>
                  <a:gd name="connsiteY0" fmla="*/ 115 h 131653"/>
                  <a:gd name="connsiteX1" fmla="*/ 15546 w 284088"/>
                  <a:gd name="connsiteY1" fmla="*/ 115 h 131653"/>
                  <a:gd name="connsiteX2" fmla="*/ -71 w 284088"/>
                  <a:gd name="connsiteY2" fmla="*/ 15665 h 131653"/>
                  <a:gd name="connsiteX3" fmla="*/ -71 w 284088"/>
                  <a:gd name="connsiteY3" fmla="*/ 115810 h 131653"/>
                  <a:gd name="connsiteX4" fmla="*/ 15546 w 284088"/>
                  <a:gd name="connsiteY4" fmla="*/ 131360 h 131653"/>
                  <a:gd name="connsiteX5" fmla="*/ 268468 w 284088"/>
                  <a:gd name="connsiteY5" fmla="*/ 131360 h 131653"/>
                  <a:gd name="connsiteX6" fmla="*/ 284018 w 284088"/>
                  <a:gd name="connsiteY6" fmla="*/ 130563 h 131653"/>
                  <a:gd name="connsiteX7" fmla="*/ 284018 w 284088"/>
                  <a:gd name="connsiteY7" fmla="*/ 447 h 131653"/>
                  <a:gd name="connsiteX8" fmla="*/ 268468 w 284088"/>
                  <a:gd name="connsiteY8" fmla="*/ 115 h 131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84088" h="131653">
                    <a:moveTo>
                      <a:pt x="268468" y="115"/>
                    </a:moveTo>
                    <a:lnTo>
                      <a:pt x="15546" y="115"/>
                    </a:lnTo>
                    <a:cubicBezTo>
                      <a:pt x="6947" y="115"/>
                      <a:pt x="-34" y="7066"/>
                      <a:pt x="-71" y="15665"/>
                    </a:cubicBezTo>
                    <a:lnTo>
                      <a:pt x="-71" y="115810"/>
                    </a:lnTo>
                    <a:cubicBezTo>
                      <a:pt x="-34" y="124409"/>
                      <a:pt x="6947" y="131360"/>
                      <a:pt x="15546" y="131360"/>
                    </a:cubicBezTo>
                    <a:lnTo>
                      <a:pt x="268468" y="131360"/>
                    </a:lnTo>
                    <a:cubicBezTo>
                      <a:pt x="273662" y="131877"/>
                      <a:pt x="278904" y="131608"/>
                      <a:pt x="284018" y="130563"/>
                    </a:cubicBezTo>
                    <a:lnTo>
                      <a:pt x="284018" y="447"/>
                    </a:lnTo>
                    <a:cubicBezTo>
                      <a:pt x="278851" y="-58"/>
                      <a:pt x="273652" y="-169"/>
                      <a:pt x="268468" y="115"/>
                    </a:cubicBezTo>
                    <a:close/>
                  </a:path>
                </a:pathLst>
              </a:custGeom>
              <a:solidFill>
                <a:srgbClr val="B0C0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9" name="任意多边形: 形状 138"/>
              <p:cNvSpPr/>
              <p:nvPr/>
            </p:nvSpPr>
            <p:spPr>
              <a:xfrm>
                <a:off x="5888186" y="4407461"/>
                <a:ext cx="1089717" cy="186003"/>
              </a:xfrm>
              <a:custGeom>
                <a:avLst/>
                <a:gdLst>
                  <a:gd name="connsiteX0" fmla="*/ 99490 w 1089717"/>
                  <a:gd name="connsiteY0" fmla="*/ -38 h 186003"/>
                  <a:gd name="connsiteX1" fmla="*/ 1044857 w 1089717"/>
                  <a:gd name="connsiteY1" fmla="*/ -38 h 186003"/>
                  <a:gd name="connsiteX2" fmla="*/ 1089647 w 1089717"/>
                  <a:gd name="connsiteY2" fmla="*/ 25679 h 186003"/>
                  <a:gd name="connsiteX3" fmla="*/ 1089647 w 1089717"/>
                  <a:gd name="connsiteY3" fmla="*/ 151941 h 186003"/>
                  <a:gd name="connsiteX4" fmla="*/ 1045455 w 1089717"/>
                  <a:gd name="connsiteY4" fmla="*/ 173206 h 186003"/>
                  <a:gd name="connsiteX5" fmla="*/ 106136 w 1089717"/>
                  <a:gd name="connsiteY5" fmla="*/ 185965 h 186003"/>
                  <a:gd name="connsiteX6" fmla="*/ 44201 w 1089717"/>
                  <a:gd name="connsiteY6" fmla="*/ 170149 h 186003"/>
                  <a:gd name="connsiteX7" fmla="*/ 59618 w 1089717"/>
                  <a:gd name="connsiteY7" fmla="*/ 6541 h 186003"/>
                  <a:gd name="connsiteX8" fmla="*/ 99490 w 1089717"/>
                  <a:gd name="connsiteY8" fmla="*/ -38 h 1860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89717" h="186003">
                    <a:moveTo>
                      <a:pt x="99490" y="-38"/>
                    </a:moveTo>
                    <a:lnTo>
                      <a:pt x="1044857" y="-38"/>
                    </a:lnTo>
                    <a:cubicBezTo>
                      <a:pt x="1069645" y="-38"/>
                      <a:pt x="1089647" y="959"/>
                      <a:pt x="1089647" y="25679"/>
                    </a:cubicBezTo>
                    <a:lnTo>
                      <a:pt x="1089647" y="151941"/>
                    </a:lnTo>
                    <a:cubicBezTo>
                      <a:pt x="1089647" y="176462"/>
                      <a:pt x="1069711" y="172874"/>
                      <a:pt x="1045455" y="173206"/>
                    </a:cubicBezTo>
                    <a:lnTo>
                      <a:pt x="106136" y="185965"/>
                    </a:lnTo>
                    <a:cubicBezTo>
                      <a:pt x="94440" y="185367"/>
                      <a:pt x="74636" y="180516"/>
                      <a:pt x="44201" y="170149"/>
                    </a:cubicBezTo>
                    <a:cubicBezTo>
                      <a:pt x="-855" y="154931"/>
                      <a:pt x="-33417" y="46413"/>
                      <a:pt x="59618" y="6541"/>
                    </a:cubicBezTo>
                    <a:cubicBezTo>
                      <a:pt x="72604" y="2788"/>
                      <a:pt x="85987" y="579"/>
                      <a:pt x="99490" y="-38"/>
                    </a:cubicBez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40" name="任意多边形: 形状 139"/>
              <p:cNvSpPr/>
              <p:nvPr/>
            </p:nvSpPr>
            <p:spPr>
              <a:xfrm>
                <a:off x="6693881" y="4433094"/>
                <a:ext cx="284022" cy="131566"/>
              </a:xfrm>
              <a:custGeom>
                <a:avLst/>
                <a:gdLst>
                  <a:gd name="connsiteX0" fmla="*/ 268402 w 284022"/>
                  <a:gd name="connsiteY0" fmla="*/ 46 h 131566"/>
                  <a:gd name="connsiteX1" fmla="*/ 15480 w 284022"/>
                  <a:gd name="connsiteY1" fmla="*/ 46 h 131566"/>
                  <a:gd name="connsiteX2" fmla="*/ -71 w 284022"/>
                  <a:gd name="connsiteY2" fmla="*/ 15596 h 131566"/>
                  <a:gd name="connsiteX3" fmla="*/ -71 w 284022"/>
                  <a:gd name="connsiteY3" fmla="*/ 15662 h 131566"/>
                  <a:gd name="connsiteX4" fmla="*/ -71 w 284022"/>
                  <a:gd name="connsiteY4" fmla="*/ 115742 h 131566"/>
                  <a:gd name="connsiteX5" fmla="*/ 15346 w 284022"/>
                  <a:gd name="connsiteY5" fmla="*/ 131292 h 131566"/>
                  <a:gd name="connsiteX6" fmla="*/ 15479 w 284022"/>
                  <a:gd name="connsiteY6" fmla="*/ 131292 h 131566"/>
                  <a:gd name="connsiteX7" fmla="*/ 268402 w 284022"/>
                  <a:gd name="connsiteY7" fmla="*/ 131292 h 131566"/>
                  <a:gd name="connsiteX8" fmla="*/ 283952 w 284022"/>
                  <a:gd name="connsiteY8" fmla="*/ 130561 h 131566"/>
                  <a:gd name="connsiteX9" fmla="*/ 283952 w 284022"/>
                  <a:gd name="connsiteY9" fmla="*/ 511 h 131566"/>
                  <a:gd name="connsiteX10" fmla="*/ 268402 w 284022"/>
                  <a:gd name="connsiteY10" fmla="*/ 46 h 1315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84022" h="131566">
                    <a:moveTo>
                      <a:pt x="268402" y="46"/>
                    </a:moveTo>
                    <a:lnTo>
                      <a:pt x="15480" y="46"/>
                    </a:lnTo>
                    <a:cubicBezTo>
                      <a:pt x="6892" y="46"/>
                      <a:pt x="-71" y="7008"/>
                      <a:pt x="-71" y="15596"/>
                    </a:cubicBezTo>
                    <a:cubicBezTo>
                      <a:pt x="-71" y="15618"/>
                      <a:pt x="-71" y="15640"/>
                      <a:pt x="-71" y="15662"/>
                    </a:cubicBezTo>
                    <a:lnTo>
                      <a:pt x="-71" y="115742"/>
                    </a:lnTo>
                    <a:cubicBezTo>
                      <a:pt x="-108" y="124293"/>
                      <a:pt x="6795" y="131255"/>
                      <a:pt x="15346" y="131292"/>
                    </a:cubicBezTo>
                    <a:cubicBezTo>
                      <a:pt x="15390" y="131292"/>
                      <a:pt x="15435" y="131292"/>
                      <a:pt x="15479" y="131292"/>
                    </a:cubicBezTo>
                    <a:lnTo>
                      <a:pt x="268402" y="131292"/>
                    </a:lnTo>
                    <a:cubicBezTo>
                      <a:pt x="273594" y="131769"/>
                      <a:pt x="278827" y="131523"/>
                      <a:pt x="283952" y="130561"/>
                    </a:cubicBezTo>
                    <a:lnTo>
                      <a:pt x="283952" y="511"/>
                    </a:lnTo>
                    <a:cubicBezTo>
                      <a:pt x="278785" y="2"/>
                      <a:pt x="273590" y="-154"/>
                      <a:pt x="268402" y="46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141" name="图形 4"/>
            <p:cNvGrpSpPr/>
            <p:nvPr/>
          </p:nvGrpSpPr>
          <p:grpSpPr>
            <a:xfrm>
              <a:off x="3801959" y="3726844"/>
              <a:ext cx="1145262" cy="2865009"/>
              <a:chOff x="3801959" y="3726844"/>
              <a:chExt cx="1145262" cy="2865009"/>
            </a:xfrm>
          </p:grpSpPr>
          <p:sp>
            <p:nvSpPr>
              <p:cNvPr id="142" name="任意多边形: 形状 141"/>
              <p:cNvSpPr/>
              <p:nvPr/>
            </p:nvSpPr>
            <p:spPr>
              <a:xfrm>
                <a:off x="3801959" y="3726844"/>
                <a:ext cx="892204" cy="892204"/>
              </a:xfrm>
              <a:custGeom>
                <a:avLst/>
                <a:gdLst>
                  <a:gd name="connsiteX0" fmla="*/ 892204 w 892204"/>
                  <a:gd name="connsiteY0" fmla="*/ 446102 h 892204"/>
                  <a:gd name="connsiteX1" fmla="*/ 446102 w 892204"/>
                  <a:gd name="connsiteY1" fmla="*/ 892205 h 892204"/>
                  <a:gd name="connsiteX2" fmla="*/ 0 w 892204"/>
                  <a:gd name="connsiteY2" fmla="*/ 446102 h 892204"/>
                  <a:gd name="connsiteX3" fmla="*/ 446102 w 892204"/>
                  <a:gd name="connsiteY3" fmla="*/ 0 h 892204"/>
                  <a:gd name="connsiteX4" fmla="*/ 892204 w 892204"/>
                  <a:gd name="connsiteY4" fmla="*/ 446102 h 892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2204" h="892204">
                    <a:moveTo>
                      <a:pt x="892204" y="446102"/>
                    </a:moveTo>
                    <a:cubicBezTo>
                      <a:pt x="892204" y="692478"/>
                      <a:pt x="692478" y="892205"/>
                      <a:pt x="446102" y="892205"/>
                    </a:cubicBezTo>
                    <a:cubicBezTo>
                      <a:pt x="199727" y="892205"/>
                      <a:pt x="0" y="692478"/>
                      <a:pt x="0" y="446102"/>
                    </a:cubicBezTo>
                    <a:cubicBezTo>
                      <a:pt x="0" y="199727"/>
                      <a:pt x="199727" y="0"/>
                      <a:pt x="446102" y="0"/>
                    </a:cubicBezTo>
                    <a:cubicBezTo>
                      <a:pt x="692478" y="0"/>
                      <a:pt x="892204" y="199727"/>
                      <a:pt x="892204" y="446102"/>
                    </a:cubicBezTo>
                    <a:close/>
                  </a:path>
                </a:pathLst>
              </a:custGeom>
              <a:noFill/>
              <a:ln w="26545" cap="flat">
                <a:solidFill>
                  <a:srgbClr val="E1E6FB"/>
                </a:solidFill>
                <a:custDash>
                  <a:ds d="879000" sp="879000"/>
                </a:custDash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43" name="任意多边形: 形状 142"/>
              <p:cNvSpPr/>
              <p:nvPr/>
            </p:nvSpPr>
            <p:spPr>
              <a:xfrm>
                <a:off x="4169247" y="4585955"/>
                <a:ext cx="157561" cy="49441"/>
              </a:xfrm>
              <a:custGeom>
                <a:avLst/>
                <a:gdLst>
                  <a:gd name="connsiteX0" fmla="*/ 132841 w 157561"/>
                  <a:gd name="connsiteY0" fmla="*/ 0 h 49441"/>
                  <a:gd name="connsiteX1" fmla="*/ 157561 w 157561"/>
                  <a:gd name="connsiteY1" fmla="*/ 0 h 49441"/>
                  <a:gd name="connsiteX2" fmla="*/ 157561 w 157561"/>
                  <a:gd name="connsiteY2" fmla="*/ 49441 h 49441"/>
                  <a:gd name="connsiteX3" fmla="*/ 132841 w 157561"/>
                  <a:gd name="connsiteY3" fmla="*/ 49441 h 49441"/>
                  <a:gd name="connsiteX4" fmla="*/ 24721 w 157561"/>
                  <a:gd name="connsiteY4" fmla="*/ 49441 h 49441"/>
                  <a:gd name="connsiteX5" fmla="*/ 0 w 157561"/>
                  <a:gd name="connsiteY5" fmla="*/ 49441 h 49441"/>
                  <a:gd name="connsiteX6" fmla="*/ 0 w 157561"/>
                  <a:gd name="connsiteY6" fmla="*/ 0 h 49441"/>
                  <a:gd name="connsiteX7" fmla="*/ 24721 w 157561"/>
                  <a:gd name="connsiteY7" fmla="*/ 0 h 494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57561" h="49441">
                    <a:moveTo>
                      <a:pt x="132841" y="0"/>
                    </a:moveTo>
                    <a:cubicBezTo>
                      <a:pt x="146493" y="0"/>
                      <a:pt x="157561" y="0"/>
                      <a:pt x="157561" y="0"/>
                    </a:cubicBezTo>
                    <a:lnTo>
                      <a:pt x="157561" y="49441"/>
                    </a:lnTo>
                    <a:cubicBezTo>
                      <a:pt x="157561" y="49441"/>
                      <a:pt x="146493" y="49441"/>
                      <a:pt x="132841" y="49441"/>
                    </a:cubicBezTo>
                    <a:lnTo>
                      <a:pt x="24721" y="49441"/>
                    </a:lnTo>
                    <a:cubicBezTo>
                      <a:pt x="11068" y="49441"/>
                      <a:pt x="0" y="49441"/>
                      <a:pt x="0" y="49441"/>
                    </a:cubicBezTo>
                    <a:lnTo>
                      <a:pt x="0" y="0"/>
                    </a:lnTo>
                    <a:cubicBezTo>
                      <a:pt x="0" y="0"/>
                      <a:pt x="11068" y="0"/>
                      <a:pt x="24721" y="0"/>
                    </a:cubicBezTo>
                    <a:close/>
                  </a:path>
                </a:pathLst>
              </a:custGeom>
              <a:solidFill>
                <a:srgbClr val="E1E6FB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44" name="任意多边形: 形状 143"/>
              <p:cNvSpPr/>
              <p:nvPr/>
            </p:nvSpPr>
            <p:spPr>
              <a:xfrm>
                <a:off x="3854989" y="3775222"/>
                <a:ext cx="790796" cy="790796"/>
              </a:xfrm>
              <a:custGeom>
                <a:avLst/>
                <a:gdLst>
                  <a:gd name="connsiteX0" fmla="*/ 790796 w 790796"/>
                  <a:gd name="connsiteY0" fmla="*/ 395398 h 790796"/>
                  <a:gd name="connsiteX1" fmla="*/ 395398 w 790796"/>
                  <a:gd name="connsiteY1" fmla="*/ 790796 h 790796"/>
                  <a:gd name="connsiteX2" fmla="*/ 0 w 790796"/>
                  <a:gd name="connsiteY2" fmla="*/ 395398 h 790796"/>
                  <a:gd name="connsiteX3" fmla="*/ 395398 w 790796"/>
                  <a:gd name="connsiteY3" fmla="*/ 0 h 790796"/>
                  <a:gd name="connsiteX4" fmla="*/ 790796 w 790796"/>
                  <a:gd name="connsiteY4" fmla="*/ 395398 h 7907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90796" h="790796">
                    <a:moveTo>
                      <a:pt x="790796" y="395398"/>
                    </a:moveTo>
                    <a:cubicBezTo>
                      <a:pt x="790796" y="613771"/>
                      <a:pt x="613771" y="790796"/>
                      <a:pt x="395398" y="790796"/>
                    </a:cubicBezTo>
                    <a:cubicBezTo>
                      <a:pt x="177026" y="790796"/>
                      <a:pt x="0" y="613771"/>
                      <a:pt x="0" y="395398"/>
                    </a:cubicBezTo>
                    <a:cubicBezTo>
                      <a:pt x="0" y="177026"/>
                      <a:pt x="177026" y="0"/>
                      <a:pt x="395398" y="0"/>
                    </a:cubicBezTo>
                    <a:cubicBezTo>
                      <a:pt x="613771" y="0"/>
                      <a:pt x="790796" y="177026"/>
                      <a:pt x="790796" y="395398"/>
                    </a:cubicBezTo>
                    <a:close/>
                  </a:path>
                </a:pathLst>
              </a:custGeom>
              <a:solidFill>
                <a:srgbClr val="E1E6FB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45" name="任意多边形: 形状 144"/>
              <p:cNvSpPr/>
              <p:nvPr/>
            </p:nvSpPr>
            <p:spPr>
              <a:xfrm>
                <a:off x="4234305" y="4619049"/>
                <a:ext cx="32030" cy="1901633"/>
              </a:xfrm>
              <a:custGeom>
                <a:avLst/>
                <a:gdLst>
                  <a:gd name="connsiteX0" fmla="*/ 0 w 32030"/>
                  <a:gd name="connsiteY0" fmla="*/ 0 h 1901633"/>
                  <a:gd name="connsiteX1" fmla="*/ 32031 w 32030"/>
                  <a:gd name="connsiteY1" fmla="*/ 0 h 1901633"/>
                  <a:gd name="connsiteX2" fmla="*/ 32031 w 32030"/>
                  <a:gd name="connsiteY2" fmla="*/ 1901633 h 1901633"/>
                  <a:gd name="connsiteX3" fmla="*/ 0 w 32030"/>
                  <a:gd name="connsiteY3" fmla="*/ 1901633 h 1901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030" h="1901633">
                    <a:moveTo>
                      <a:pt x="0" y="0"/>
                    </a:moveTo>
                    <a:lnTo>
                      <a:pt x="32031" y="0"/>
                    </a:lnTo>
                    <a:lnTo>
                      <a:pt x="32031" y="1901633"/>
                    </a:lnTo>
                    <a:lnTo>
                      <a:pt x="0" y="1901633"/>
                    </a:lnTo>
                    <a:close/>
                  </a:path>
                </a:pathLst>
              </a:custGeom>
              <a:solidFill>
                <a:srgbClr val="E1E6FB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46" name="任意多边形: 形状 145"/>
              <p:cNvSpPr/>
              <p:nvPr/>
            </p:nvSpPr>
            <p:spPr>
              <a:xfrm rot="-2700000">
                <a:off x="4120029" y="4864376"/>
                <a:ext cx="685268" cy="685268"/>
              </a:xfrm>
              <a:custGeom>
                <a:avLst/>
                <a:gdLst>
                  <a:gd name="connsiteX0" fmla="*/ 685198 w 685268"/>
                  <a:gd name="connsiteY0" fmla="*/ 342596 h 685268"/>
                  <a:gd name="connsiteX1" fmla="*/ 342563 w 685268"/>
                  <a:gd name="connsiteY1" fmla="*/ 685230 h 685268"/>
                  <a:gd name="connsiteX2" fmla="*/ -71 w 685268"/>
                  <a:gd name="connsiteY2" fmla="*/ 342596 h 685268"/>
                  <a:gd name="connsiteX3" fmla="*/ 342563 w 685268"/>
                  <a:gd name="connsiteY3" fmla="*/ -38 h 685268"/>
                  <a:gd name="connsiteX4" fmla="*/ 685198 w 685268"/>
                  <a:gd name="connsiteY4" fmla="*/ 342596 h 6852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85268" h="685268">
                    <a:moveTo>
                      <a:pt x="685198" y="342596"/>
                    </a:moveTo>
                    <a:cubicBezTo>
                      <a:pt x="685198" y="531828"/>
                      <a:pt x="531795" y="685230"/>
                      <a:pt x="342563" y="685230"/>
                    </a:cubicBezTo>
                    <a:cubicBezTo>
                      <a:pt x="153332" y="685230"/>
                      <a:pt x="-71" y="531827"/>
                      <a:pt x="-71" y="342596"/>
                    </a:cubicBezTo>
                    <a:cubicBezTo>
                      <a:pt x="-71" y="153364"/>
                      <a:pt x="153332" y="-38"/>
                      <a:pt x="342563" y="-38"/>
                    </a:cubicBezTo>
                    <a:cubicBezTo>
                      <a:pt x="531795" y="-38"/>
                      <a:pt x="685198" y="153364"/>
                      <a:pt x="685198" y="342596"/>
                    </a:cubicBezTo>
                    <a:close/>
                  </a:path>
                </a:pathLst>
              </a:custGeom>
              <a:noFill/>
              <a:ln w="26545" cap="flat">
                <a:solidFill>
                  <a:srgbClr val="E1E6FB"/>
                </a:solidFill>
                <a:custDash>
                  <a:ds d="867750" sp="867750"/>
                </a:custDash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47" name="任意多边形: 形状 146"/>
              <p:cNvSpPr/>
              <p:nvPr/>
            </p:nvSpPr>
            <p:spPr>
              <a:xfrm>
                <a:off x="4402167" y="5524278"/>
                <a:ext cx="121011" cy="37944"/>
              </a:xfrm>
              <a:custGeom>
                <a:avLst/>
                <a:gdLst>
                  <a:gd name="connsiteX0" fmla="*/ 103069 w 121011"/>
                  <a:gd name="connsiteY0" fmla="*/ 0 h 37944"/>
                  <a:gd name="connsiteX1" fmla="*/ 121012 w 121011"/>
                  <a:gd name="connsiteY1" fmla="*/ 0 h 37944"/>
                  <a:gd name="connsiteX2" fmla="*/ 121012 w 121011"/>
                  <a:gd name="connsiteY2" fmla="*/ 37945 h 37944"/>
                  <a:gd name="connsiteX3" fmla="*/ 103069 w 121011"/>
                  <a:gd name="connsiteY3" fmla="*/ 37945 h 37944"/>
                  <a:gd name="connsiteX4" fmla="*/ 17942 w 121011"/>
                  <a:gd name="connsiteY4" fmla="*/ 37945 h 37944"/>
                  <a:gd name="connsiteX5" fmla="*/ 0 w 121011"/>
                  <a:gd name="connsiteY5" fmla="*/ 37945 h 37944"/>
                  <a:gd name="connsiteX6" fmla="*/ 0 w 121011"/>
                  <a:gd name="connsiteY6" fmla="*/ 0 h 37944"/>
                  <a:gd name="connsiteX7" fmla="*/ 17942 w 121011"/>
                  <a:gd name="connsiteY7" fmla="*/ 0 h 379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011" h="37944">
                    <a:moveTo>
                      <a:pt x="103069" y="0"/>
                    </a:moveTo>
                    <a:cubicBezTo>
                      <a:pt x="112979" y="0"/>
                      <a:pt x="121012" y="0"/>
                      <a:pt x="121012" y="0"/>
                    </a:cubicBezTo>
                    <a:lnTo>
                      <a:pt x="121012" y="37945"/>
                    </a:lnTo>
                    <a:cubicBezTo>
                      <a:pt x="121012" y="37945"/>
                      <a:pt x="112979" y="37945"/>
                      <a:pt x="103069" y="37945"/>
                    </a:cubicBezTo>
                    <a:lnTo>
                      <a:pt x="17942" y="37945"/>
                    </a:lnTo>
                    <a:cubicBezTo>
                      <a:pt x="8033" y="37945"/>
                      <a:pt x="0" y="37945"/>
                      <a:pt x="0" y="37945"/>
                    </a:cubicBezTo>
                    <a:lnTo>
                      <a:pt x="0" y="0"/>
                    </a:lnTo>
                    <a:cubicBezTo>
                      <a:pt x="0" y="0"/>
                      <a:pt x="8033" y="0"/>
                      <a:pt x="17942" y="0"/>
                    </a:cubicBezTo>
                    <a:close/>
                  </a:path>
                </a:pathLst>
              </a:custGeom>
              <a:solidFill>
                <a:srgbClr val="E1E6FB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48" name="任意多边形: 形状 147"/>
              <p:cNvSpPr/>
              <p:nvPr/>
            </p:nvSpPr>
            <p:spPr>
              <a:xfrm>
                <a:off x="4173766" y="6520682"/>
                <a:ext cx="362304" cy="37944"/>
              </a:xfrm>
              <a:custGeom>
                <a:avLst/>
                <a:gdLst>
                  <a:gd name="connsiteX0" fmla="*/ 344362 w 362304"/>
                  <a:gd name="connsiteY0" fmla="*/ 0 h 37944"/>
                  <a:gd name="connsiteX1" fmla="*/ 362304 w 362304"/>
                  <a:gd name="connsiteY1" fmla="*/ 0 h 37944"/>
                  <a:gd name="connsiteX2" fmla="*/ 362304 w 362304"/>
                  <a:gd name="connsiteY2" fmla="*/ 37945 h 37944"/>
                  <a:gd name="connsiteX3" fmla="*/ 344362 w 362304"/>
                  <a:gd name="connsiteY3" fmla="*/ 37945 h 37944"/>
                  <a:gd name="connsiteX4" fmla="*/ 17942 w 362304"/>
                  <a:gd name="connsiteY4" fmla="*/ 37945 h 37944"/>
                  <a:gd name="connsiteX5" fmla="*/ 0 w 362304"/>
                  <a:gd name="connsiteY5" fmla="*/ 37945 h 37944"/>
                  <a:gd name="connsiteX6" fmla="*/ 0 w 362304"/>
                  <a:gd name="connsiteY6" fmla="*/ 0 h 37944"/>
                  <a:gd name="connsiteX7" fmla="*/ 17942 w 362304"/>
                  <a:gd name="connsiteY7" fmla="*/ 0 h 379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62304" h="37944">
                    <a:moveTo>
                      <a:pt x="344362" y="0"/>
                    </a:moveTo>
                    <a:cubicBezTo>
                      <a:pt x="354271" y="0"/>
                      <a:pt x="362304" y="0"/>
                      <a:pt x="362304" y="0"/>
                    </a:cubicBezTo>
                    <a:lnTo>
                      <a:pt x="362304" y="37945"/>
                    </a:lnTo>
                    <a:cubicBezTo>
                      <a:pt x="362304" y="37945"/>
                      <a:pt x="354271" y="37945"/>
                      <a:pt x="344362" y="37945"/>
                    </a:cubicBezTo>
                    <a:lnTo>
                      <a:pt x="17942" y="37945"/>
                    </a:lnTo>
                    <a:cubicBezTo>
                      <a:pt x="8033" y="37945"/>
                      <a:pt x="0" y="37945"/>
                      <a:pt x="0" y="37945"/>
                    </a:cubicBezTo>
                    <a:lnTo>
                      <a:pt x="0" y="0"/>
                    </a:lnTo>
                    <a:cubicBezTo>
                      <a:pt x="0" y="0"/>
                      <a:pt x="8033" y="0"/>
                      <a:pt x="17942" y="0"/>
                    </a:cubicBezTo>
                    <a:close/>
                  </a:path>
                </a:pathLst>
              </a:custGeom>
              <a:solidFill>
                <a:srgbClr val="E1E6FB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49" name="任意多边形: 形状 148"/>
              <p:cNvSpPr/>
              <p:nvPr/>
            </p:nvSpPr>
            <p:spPr>
              <a:xfrm>
                <a:off x="4082924" y="6553908"/>
                <a:ext cx="537276" cy="37944"/>
              </a:xfrm>
              <a:custGeom>
                <a:avLst/>
                <a:gdLst>
                  <a:gd name="connsiteX0" fmla="*/ 519334 w 537276"/>
                  <a:gd name="connsiteY0" fmla="*/ 0 h 37944"/>
                  <a:gd name="connsiteX1" fmla="*/ 537277 w 537276"/>
                  <a:gd name="connsiteY1" fmla="*/ 0 h 37944"/>
                  <a:gd name="connsiteX2" fmla="*/ 537277 w 537276"/>
                  <a:gd name="connsiteY2" fmla="*/ 37945 h 37944"/>
                  <a:gd name="connsiteX3" fmla="*/ 519334 w 537276"/>
                  <a:gd name="connsiteY3" fmla="*/ 37945 h 37944"/>
                  <a:gd name="connsiteX4" fmla="*/ 17942 w 537276"/>
                  <a:gd name="connsiteY4" fmla="*/ 37945 h 37944"/>
                  <a:gd name="connsiteX5" fmla="*/ 0 w 537276"/>
                  <a:gd name="connsiteY5" fmla="*/ 37945 h 37944"/>
                  <a:gd name="connsiteX6" fmla="*/ 0 w 537276"/>
                  <a:gd name="connsiteY6" fmla="*/ 0 h 37944"/>
                  <a:gd name="connsiteX7" fmla="*/ 17942 w 537276"/>
                  <a:gd name="connsiteY7" fmla="*/ 0 h 379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37276" h="37944">
                    <a:moveTo>
                      <a:pt x="519334" y="0"/>
                    </a:moveTo>
                    <a:cubicBezTo>
                      <a:pt x="529243" y="0"/>
                      <a:pt x="537277" y="0"/>
                      <a:pt x="537277" y="0"/>
                    </a:cubicBezTo>
                    <a:lnTo>
                      <a:pt x="537277" y="37945"/>
                    </a:lnTo>
                    <a:cubicBezTo>
                      <a:pt x="537277" y="37945"/>
                      <a:pt x="529243" y="37945"/>
                      <a:pt x="519334" y="37945"/>
                    </a:cubicBezTo>
                    <a:lnTo>
                      <a:pt x="17942" y="37945"/>
                    </a:lnTo>
                    <a:cubicBezTo>
                      <a:pt x="8033" y="37945"/>
                      <a:pt x="0" y="37945"/>
                      <a:pt x="0" y="37945"/>
                    </a:cubicBezTo>
                    <a:lnTo>
                      <a:pt x="0" y="0"/>
                    </a:lnTo>
                    <a:cubicBezTo>
                      <a:pt x="0" y="0"/>
                      <a:pt x="8033" y="0"/>
                      <a:pt x="17942" y="0"/>
                    </a:cubicBezTo>
                    <a:close/>
                  </a:path>
                </a:pathLst>
              </a:custGeom>
              <a:solidFill>
                <a:srgbClr val="E1E6FB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50" name="任意多边形: 形状 149"/>
              <p:cNvSpPr/>
              <p:nvPr/>
            </p:nvSpPr>
            <p:spPr>
              <a:xfrm>
                <a:off x="4160808" y="4901542"/>
                <a:ext cx="607384" cy="607384"/>
              </a:xfrm>
              <a:custGeom>
                <a:avLst/>
                <a:gdLst>
                  <a:gd name="connsiteX0" fmla="*/ 607385 w 607384"/>
                  <a:gd name="connsiteY0" fmla="*/ 303692 h 607384"/>
                  <a:gd name="connsiteX1" fmla="*/ 303692 w 607384"/>
                  <a:gd name="connsiteY1" fmla="*/ 607385 h 607384"/>
                  <a:gd name="connsiteX2" fmla="*/ 0 w 607384"/>
                  <a:gd name="connsiteY2" fmla="*/ 303692 h 607384"/>
                  <a:gd name="connsiteX3" fmla="*/ 303692 w 607384"/>
                  <a:gd name="connsiteY3" fmla="*/ 0 h 607384"/>
                  <a:gd name="connsiteX4" fmla="*/ 607385 w 607384"/>
                  <a:gd name="connsiteY4" fmla="*/ 303692 h 607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7384" h="607384">
                    <a:moveTo>
                      <a:pt x="607385" y="303692"/>
                    </a:moveTo>
                    <a:cubicBezTo>
                      <a:pt x="607385" y="471417"/>
                      <a:pt x="471417" y="607385"/>
                      <a:pt x="303692" y="607385"/>
                    </a:cubicBezTo>
                    <a:cubicBezTo>
                      <a:pt x="135968" y="607385"/>
                      <a:pt x="0" y="471417"/>
                      <a:pt x="0" y="303692"/>
                    </a:cubicBezTo>
                    <a:cubicBezTo>
                      <a:pt x="0" y="135967"/>
                      <a:pt x="135968" y="0"/>
                      <a:pt x="303692" y="0"/>
                    </a:cubicBezTo>
                    <a:cubicBezTo>
                      <a:pt x="471417" y="0"/>
                      <a:pt x="607385" y="135967"/>
                      <a:pt x="607385" y="303692"/>
                    </a:cubicBezTo>
                    <a:close/>
                  </a:path>
                </a:pathLst>
              </a:custGeom>
              <a:solidFill>
                <a:srgbClr val="E1E6FB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51" name="任意多边形: 形状 150"/>
              <p:cNvSpPr/>
              <p:nvPr/>
            </p:nvSpPr>
            <p:spPr>
              <a:xfrm>
                <a:off x="4447421" y="4619049"/>
                <a:ext cx="32030" cy="1901633"/>
              </a:xfrm>
              <a:custGeom>
                <a:avLst/>
                <a:gdLst>
                  <a:gd name="connsiteX0" fmla="*/ 0 w 32030"/>
                  <a:gd name="connsiteY0" fmla="*/ 0 h 1901633"/>
                  <a:gd name="connsiteX1" fmla="*/ 32031 w 32030"/>
                  <a:gd name="connsiteY1" fmla="*/ 0 h 1901633"/>
                  <a:gd name="connsiteX2" fmla="*/ 32031 w 32030"/>
                  <a:gd name="connsiteY2" fmla="*/ 1901633 h 1901633"/>
                  <a:gd name="connsiteX3" fmla="*/ 0 w 32030"/>
                  <a:gd name="connsiteY3" fmla="*/ 1901633 h 1901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030" h="1901633">
                    <a:moveTo>
                      <a:pt x="0" y="0"/>
                    </a:moveTo>
                    <a:lnTo>
                      <a:pt x="32031" y="0"/>
                    </a:lnTo>
                    <a:lnTo>
                      <a:pt x="32031" y="1901633"/>
                    </a:lnTo>
                    <a:lnTo>
                      <a:pt x="0" y="1901633"/>
                    </a:lnTo>
                    <a:close/>
                  </a:path>
                </a:pathLst>
              </a:custGeom>
              <a:solidFill>
                <a:srgbClr val="E1E6FB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152" name="图形 4"/>
            <p:cNvGrpSpPr/>
            <p:nvPr/>
          </p:nvGrpSpPr>
          <p:grpSpPr>
            <a:xfrm>
              <a:off x="6727507" y="4396323"/>
              <a:ext cx="2609122" cy="2175261"/>
              <a:chOff x="6727507" y="4396323"/>
              <a:chExt cx="2609122" cy="2175261"/>
            </a:xfrm>
          </p:grpSpPr>
          <p:sp>
            <p:nvSpPr>
              <p:cNvPr id="153" name="任意多边形: 形状 152"/>
              <p:cNvSpPr/>
              <p:nvPr/>
            </p:nvSpPr>
            <p:spPr>
              <a:xfrm>
                <a:off x="6744093" y="4396323"/>
                <a:ext cx="2592535" cy="1857959"/>
              </a:xfrm>
              <a:custGeom>
                <a:avLst/>
                <a:gdLst>
                  <a:gd name="connsiteX0" fmla="*/ 16835 w 2592535"/>
                  <a:gd name="connsiteY0" fmla="*/ 1408682 h 1857959"/>
                  <a:gd name="connsiteX1" fmla="*/ 24591 w 2592535"/>
                  <a:gd name="connsiteY1" fmla="*/ 1507998 h 1857959"/>
                  <a:gd name="connsiteX2" fmla="*/ 32120 w 2592535"/>
                  <a:gd name="connsiteY2" fmla="*/ 1513613 h 1857959"/>
                  <a:gd name="connsiteX3" fmla="*/ 1587131 w 2592535"/>
                  <a:gd name="connsiteY3" fmla="*/ 1722675 h 1857959"/>
                  <a:gd name="connsiteX4" fmla="*/ 2591775 w 2592535"/>
                  <a:gd name="connsiteY4" fmla="*/ 109583 h 1857959"/>
                  <a:gd name="connsiteX5" fmla="*/ 1621554 w 2592535"/>
                  <a:gd name="connsiteY5" fmla="*/ 7710 h 1857959"/>
                  <a:gd name="connsiteX6" fmla="*/ 1012840 w 2592535"/>
                  <a:gd name="connsiteY6" fmla="*/ 1171576 h 1857959"/>
                  <a:gd name="connsiteX7" fmla="*/ 289494 w 2592535"/>
                  <a:gd name="connsiteY7" fmla="*/ 1154365 h 1857959"/>
                  <a:gd name="connsiteX8" fmla="*/ 16835 w 2592535"/>
                  <a:gd name="connsiteY8" fmla="*/ 1408683 h 18579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592535" h="1857959">
                    <a:moveTo>
                      <a:pt x="16835" y="1408682"/>
                    </a:moveTo>
                    <a:cubicBezTo>
                      <a:pt x="-8448" y="1438249"/>
                      <a:pt x="-4976" y="1482714"/>
                      <a:pt x="24591" y="1507998"/>
                    </a:cubicBezTo>
                    <a:cubicBezTo>
                      <a:pt x="26973" y="1510035"/>
                      <a:pt x="29488" y="1511911"/>
                      <a:pt x="32120" y="1513613"/>
                    </a:cubicBezTo>
                    <a:cubicBezTo>
                      <a:pt x="250220" y="1654693"/>
                      <a:pt x="983468" y="2070227"/>
                      <a:pt x="1587131" y="1722675"/>
                    </a:cubicBezTo>
                    <a:cubicBezTo>
                      <a:pt x="2304829" y="1309335"/>
                      <a:pt x="2608987" y="212918"/>
                      <a:pt x="2591775" y="109583"/>
                    </a:cubicBezTo>
                    <a:cubicBezTo>
                      <a:pt x="2574563" y="6248"/>
                      <a:pt x="2218639" y="-13821"/>
                      <a:pt x="1621554" y="7710"/>
                    </a:cubicBezTo>
                    <a:cubicBezTo>
                      <a:pt x="1024470" y="29241"/>
                      <a:pt x="1695982" y="1074023"/>
                      <a:pt x="1012840" y="1171576"/>
                    </a:cubicBezTo>
                    <a:cubicBezTo>
                      <a:pt x="329699" y="1269130"/>
                      <a:pt x="507794" y="987899"/>
                      <a:pt x="289494" y="1154365"/>
                    </a:cubicBezTo>
                    <a:cubicBezTo>
                      <a:pt x="190036" y="1229455"/>
                      <a:pt x="98658" y="1314686"/>
                      <a:pt x="16835" y="1408683"/>
                    </a:cubicBez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54" name="任意多边形: 形状 153"/>
              <p:cNvSpPr/>
              <p:nvPr/>
            </p:nvSpPr>
            <p:spPr>
              <a:xfrm>
                <a:off x="7157527" y="4669154"/>
                <a:ext cx="1102868" cy="1007236"/>
              </a:xfrm>
              <a:custGeom>
                <a:avLst/>
                <a:gdLst>
                  <a:gd name="connsiteX0" fmla="*/ -71 w 1102868"/>
                  <a:gd name="connsiteY0" fmla="*/ 830432 h 1007236"/>
                  <a:gd name="connsiteX1" fmla="*/ 927022 w 1102868"/>
                  <a:gd name="connsiteY1" fmla="*/ 548137 h 1007236"/>
                  <a:gd name="connsiteX2" fmla="*/ 1102193 w 1102868"/>
                  <a:gd name="connsiteY2" fmla="*/ 345521 h 1007236"/>
                  <a:gd name="connsiteX3" fmla="*/ 882897 w 1102868"/>
                  <a:gd name="connsiteY3" fmla="*/ 935296 h 1007236"/>
                  <a:gd name="connsiteX4" fmla="*/ 293322 w 1102868"/>
                  <a:gd name="connsiteY4" fmla="*/ 977826 h 1007236"/>
                  <a:gd name="connsiteX5" fmla="*/ -71 w 1102868"/>
                  <a:gd name="connsiteY5" fmla="*/ 830432 h 10072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02868" h="1007236">
                    <a:moveTo>
                      <a:pt x="-71" y="830432"/>
                    </a:moveTo>
                    <a:cubicBezTo>
                      <a:pt x="-71" y="830432"/>
                      <a:pt x="900972" y="1068136"/>
                      <a:pt x="927022" y="548137"/>
                    </a:cubicBezTo>
                    <a:cubicBezTo>
                      <a:pt x="963106" y="-176737"/>
                      <a:pt x="1113490" y="-116929"/>
                      <a:pt x="1102193" y="345521"/>
                    </a:cubicBezTo>
                    <a:cubicBezTo>
                      <a:pt x="1090896" y="807971"/>
                      <a:pt x="1097874" y="843922"/>
                      <a:pt x="882897" y="935296"/>
                    </a:cubicBezTo>
                    <a:cubicBezTo>
                      <a:pt x="697691" y="1014043"/>
                      <a:pt x="542389" y="1027932"/>
                      <a:pt x="293322" y="977826"/>
                    </a:cubicBezTo>
                    <a:cubicBezTo>
                      <a:pt x="89708" y="936890"/>
                      <a:pt x="-71" y="830432"/>
                      <a:pt x="-71" y="830432"/>
                    </a:cubicBezTo>
                    <a:close/>
                  </a:path>
                </a:pathLst>
              </a:custGeom>
              <a:solidFill>
                <a:srgbClr val="B0C0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55" name="任意多边形: 形状 154"/>
              <p:cNvSpPr/>
              <p:nvPr/>
            </p:nvSpPr>
            <p:spPr>
              <a:xfrm rot="2257800">
                <a:off x="6898168" y="5950993"/>
                <a:ext cx="48577" cy="355924"/>
              </a:xfrm>
              <a:custGeom>
                <a:avLst/>
                <a:gdLst>
                  <a:gd name="connsiteX0" fmla="*/ -71 w 48577"/>
                  <a:gd name="connsiteY0" fmla="*/ -38 h 355924"/>
                  <a:gd name="connsiteX1" fmla="*/ 48507 w 48577"/>
                  <a:gd name="connsiteY1" fmla="*/ -38 h 355924"/>
                  <a:gd name="connsiteX2" fmla="*/ 48507 w 48577"/>
                  <a:gd name="connsiteY2" fmla="*/ 355887 h 355924"/>
                  <a:gd name="connsiteX3" fmla="*/ -71 w 48577"/>
                  <a:gd name="connsiteY3" fmla="*/ 355887 h 3559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577" h="355924">
                    <a:moveTo>
                      <a:pt x="-71" y="-38"/>
                    </a:moveTo>
                    <a:lnTo>
                      <a:pt x="48507" y="-38"/>
                    </a:lnTo>
                    <a:lnTo>
                      <a:pt x="48507" y="355887"/>
                    </a:lnTo>
                    <a:lnTo>
                      <a:pt x="-71" y="355887"/>
                    </a:ln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56" name="任意多边形: 形状 155"/>
              <p:cNvSpPr/>
              <p:nvPr/>
            </p:nvSpPr>
            <p:spPr>
              <a:xfrm>
                <a:off x="6727507" y="6230413"/>
                <a:ext cx="135830" cy="135830"/>
              </a:xfrm>
              <a:custGeom>
                <a:avLst/>
                <a:gdLst>
                  <a:gd name="connsiteX0" fmla="*/ 135831 w 135830"/>
                  <a:gd name="connsiteY0" fmla="*/ 67916 h 135830"/>
                  <a:gd name="connsiteX1" fmla="*/ 67915 w 135830"/>
                  <a:gd name="connsiteY1" fmla="*/ 135831 h 135830"/>
                  <a:gd name="connsiteX2" fmla="*/ 0 w 135830"/>
                  <a:gd name="connsiteY2" fmla="*/ 67916 h 135830"/>
                  <a:gd name="connsiteX3" fmla="*/ 67915 w 135830"/>
                  <a:gd name="connsiteY3" fmla="*/ 0 h 135830"/>
                  <a:gd name="connsiteX4" fmla="*/ 135831 w 135830"/>
                  <a:gd name="connsiteY4" fmla="*/ 67916 h 1358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5830" h="135830">
                    <a:moveTo>
                      <a:pt x="135831" y="67916"/>
                    </a:moveTo>
                    <a:cubicBezTo>
                      <a:pt x="135831" y="105424"/>
                      <a:pt x="105424" y="135831"/>
                      <a:pt x="67915" y="135831"/>
                    </a:cubicBezTo>
                    <a:cubicBezTo>
                      <a:pt x="30407" y="135831"/>
                      <a:pt x="0" y="105424"/>
                      <a:pt x="0" y="67916"/>
                    </a:cubicBezTo>
                    <a:cubicBezTo>
                      <a:pt x="0" y="30407"/>
                      <a:pt x="30407" y="0"/>
                      <a:pt x="67915" y="0"/>
                    </a:cubicBezTo>
                    <a:cubicBezTo>
                      <a:pt x="105424" y="0"/>
                      <a:pt x="135831" y="30407"/>
                      <a:pt x="135831" y="67916"/>
                    </a:cubicBezTo>
                    <a:close/>
                  </a:path>
                </a:pathLst>
              </a:custGeom>
              <a:solidFill>
                <a:srgbClr val="B0C0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57" name="任意多边形: 形状 156"/>
              <p:cNvSpPr/>
              <p:nvPr/>
            </p:nvSpPr>
            <p:spPr>
              <a:xfrm rot="1800000">
                <a:off x="7380807" y="6139883"/>
                <a:ext cx="48577" cy="355924"/>
              </a:xfrm>
              <a:custGeom>
                <a:avLst/>
                <a:gdLst>
                  <a:gd name="connsiteX0" fmla="*/ -71 w 48577"/>
                  <a:gd name="connsiteY0" fmla="*/ -38 h 355924"/>
                  <a:gd name="connsiteX1" fmla="*/ 48507 w 48577"/>
                  <a:gd name="connsiteY1" fmla="*/ -38 h 355924"/>
                  <a:gd name="connsiteX2" fmla="*/ 48507 w 48577"/>
                  <a:gd name="connsiteY2" fmla="*/ 355887 h 355924"/>
                  <a:gd name="connsiteX3" fmla="*/ -71 w 48577"/>
                  <a:gd name="connsiteY3" fmla="*/ 355887 h 3559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577" h="355924">
                    <a:moveTo>
                      <a:pt x="-71" y="-38"/>
                    </a:moveTo>
                    <a:lnTo>
                      <a:pt x="48507" y="-38"/>
                    </a:lnTo>
                    <a:lnTo>
                      <a:pt x="48507" y="355887"/>
                    </a:lnTo>
                    <a:lnTo>
                      <a:pt x="-71" y="355887"/>
                    </a:ln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58" name="任意多边形: 形状 157"/>
              <p:cNvSpPr/>
              <p:nvPr/>
            </p:nvSpPr>
            <p:spPr>
              <a:xfrm>
                <a:off x="7237272" y="6435754"/>
                <a:ext cx="135830" cy="135830"/>
              </a:xfrm>
              <a:custGeom>
                <a:avLst/>
                <a:gdLst>
                  <a:gd name="connsiteX0" fmla="*/ 135831 w 135830"/>
                  <a:gd name="connsiteY0" fmla="*/ 67915 h 135830"/>
                  <a:gd name="connsiteX1" fmla="*/ 67916 w 135830"/>
                  <a:gd name="connsiteY1" fmla="*/ 135831 h 135830"/>
                  <a:gd name="connsiteX2" fmla="*/ 0 w 135830"/>
                  <a:gd name="connsiteY2" fmla="*/ 67915 h 135830"/>
                  <a:gd name="connsiteX3" fmla="*/ 67916 w 135830"/>
                  <a:gd name="connsiteY3" fmla="*/ 0 h 135830"/>
                  <a:gd name="connsiteX4" fmla="*/ 135831 w 135830"/>
                  <a:gd name="connsiteY4" fmla="*/ 67915 h 1358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5830" h="135830">
                    <a:moveTo>
                      <a:pt x="135831" y="67915"/>
                    </a:moveTo>
                    <a:cubicBezTo>
                      <a:pt x="135831" y="105424"/>
                      <a:pt x="105424" y="135831"/>
                      <a:pt x="67916" y="135831"/>
                    </a:cubicBezTo>
                    <a:cubicBezTo>
                      <a:pt x="30407" y="135831"/>
                      <a:pt x="0" y="105424"/>
                      <a:pt x="0" y="67915"/>
                    </a:cubicBezTo>
                    <a:cubicBezTo>
                      <a:pt x="0" y="30407"/>
                      <a:pt x="30407" y="0"/>
                      <a:pt x="67916" y="0"/>
                    </a:cubicBezTo>
                    <a:cubicBezTo>
                      <a:pt x="105424" y="0"/>
                      <a:pt x="135831" y="30407"/>
                      <a:pt x="135831" y="67915"/>
                    </a:cubicBezTo>
                    <a:close/>
                  </a:path>
                </a:pathLst>
              </a:custGeom>
              <a:solidFill>
                <a:srgbClr val="B0C0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59" name="任意多边形: 形状 158"/>
              <p:cNvSpPr/>
              <p:nvPr/>
            </p:nvSpPr>
            <p:spPr>
              <a:xfrm rot="-2385000">
                <a:off x="8417000" y="6051030"/>
                <a:ext cx="48577" cy="432811"/>
              </a:xfrm>
              <a:custGeom>
                <a:avLst/>
                <a:gdLst>
                  <a:gd name="connsiteX0" fmla="*/ -71 w 48577"/>
                  <a:gd name="connsiteY0" fmla="*/ -39 h 432811"/>
                  <a:gd name="connsiteX1" fmla="*/ 48507 w 48577"/>
                  <a:gd name="connsiteY1" fmla="*/ -39 h 432811"/>
                  <a:gd name="connsiteX2" fmla="*/ 48507 w 48577"/>
                  <a:gd name="connsiteY2" fmla="*/ 432773 h 432811"/>
                  <a:gd name="connsiteX3" fmla="*/ -71 w 48577"/>
                  <a:gd name="connsiteY3" fmla="*/ 432773 h 4328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577" h="432811">
                    <a:moveTo>
                      <a:pt x="-71" y="-39"/>
                    </a:moveTo>
                    <a:lnTo>
                      <a:pt x="48507" y="-39"/>
                    </a:lnTo>
                    <a:lnTo>
                      <a:pt x="48507" y="432773"/>
                    </a:lnTo>
                    <a:lnTo>
                      <a:pt x="-71" y="432773"/>
                    </a:ln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60" name="任意多边形: 形状 159"/>
              <p:cNvSpPr/>
              <p:nvPr/>
            </p:nvSpPr>
            <p:spPr>
              <a:xfrm>
                <a:off x="8530324" y="6397543"/>
                <a:ext cx="135830" cy="135830"/>
              </a:xfrm>
              <a:custGeom>
                <a:avLst/>
                <a:gdLst>
                  <a:gd name="connsiteX0" fmla="*/ 135831 w 135830"/>
                  <a:gd name="connsiteY0" fmla="*/ 67915 h 135830"/>
                  <a:gd name="connsiteX1" fmla="*/ 67916 w 135830"/>
                  <a:gd name="connsiteY1" fmla="*/ 135831 h 135830"/>
                  <a:gd name="connsiteX2" fmla="*/ 0 w 135830"/>
                  <a:gd name="connsiteY2" fmla="*/ 67915 h 135830"/>
                  <a:gd name="connsiteX3" fmla="*/ 67916 w 135830"/>
                  <a:gd name="connsiteY3" fmla="*/ 0 h 135830"/>
                  <a:gd name="connsiteX4" fmla="*/ 135831 w 135830"/>
                  <a:gd name="connsiteY4" fmla="*/ 67915 h 1358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5830" h="135830">
                    <a:moveTo>
                      <a:pt x="135831" y="67915"/>
                    </a:moveTo>
                    <a:cubicBezTo>
                      <a:pt x="135831" y="105424"/>
                      <a:pt x="105424" y="135831"/>
                      <a:pt x="67916" y="135831"/>
                    </a:cubicBezTo>
                    <a:cubicBezTo>
                      <a:pt x="30407" y="135831"/>
                      <a:pt x="0" y="105424"/>
                      <a:pt x="0" y="67915"/>
                    </a:cubicBezTo>
                    <a:cubicBezTo>
                      <a:pt x="0" y="30407"/>
                      <a:pt x="30407" y="0"/>
                      <a:pt x="67916" y="0"/>
                    </a:cubicBezTo>
                    <a:cubicBezTo>
                      <a:pt x="105424" y="0"/>
                      <a:pt x="135831" y="30407"/>
                      <a:pt x="135831" y="67915"/>
                    </a:cubicBezTo>
                    <a:close/>
                  </a:path>
                </a:pathLst>
              </a:custGeom>
              <a:solidFill>
                <a:srgbClr val="B0C0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61" name="任意多边形: 形状 160"/>
              <p:cNvSpPr/>
              <p:nvPr/>
            </p:nvSpPr>
            <p:spPr>
              <a:xfrm rot="-2385000">
                <a:off x="7900566" y="5894884"/>
                <a:ext cx="48577" cy="432811"/>
              </a:xfrm>
              <a:custGeom>
                <a:avLst/>
                <a:gdLst>
                  <a:gd name="connsiteX0" fmla="*/ -71 w 48577"/>
                  <a:gd name="connsiteY0" fmla="*/ -39 h 432811"/>
                  <a:gd name="connsiteX1" fmla="*/ 48507 w 48577"/>
                  <a:gd name="connsiteY1" fmla="*/ -39 h 432811"/>
                  <a:gd name="connsiteX2" fmla="*/ 48507 w 48577"/>
                  <a:gd name="connsiteY2" fmla="*/ 432773 h 432811"/>
                  <a:gd name="connsiteX3" fmla="*/ -71 w 48577"/>
                  <a:gd name="connsiteY3" fmla="*/ 432773 h 4328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577" h="432811">
                    <a:moveTo>
                      <a:pt x="-71" y="-39"/>
                    </a:moveTo>
                    <a:lnTo>
                      <a:pt x="48507" y="-39"/>
                    </a:lnTo>
                    <a:lnTo>
                      <a:pt x="48507" y="432773"/>
                    </a:lnTo>
                    <a:lnTo>
                      <a:pt x="-71" y="432773"/>
                    </a:ln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62" name="任意多边形: 形状 161"/>
              <p:cNvSpPr/>
              <p:nvPr/>
            </p:nvSpPr>
            <p:spPr>
              <a:xfrm>
                <a:off x="8013913" y="6241444"/>
                <a:ext cx="135830" cy="135830"/>
              </a:xfrm>
              <a:custGeom>
                <a:avLst/>
                <a:gdLst>
                  <a:gd name="connsiteX0" fmla="*/ 135831 w 135830"/>
                  <a:gd name="connsiteY0" fmla="*/ 67915 h 135830"/>
                  <a:gd name="connsiteX1" fmla="*/ 67916 w 135830"/>
                  <a:gd name="connsiteY1" fmla="*/ 135831 h 135830"/>
                  <a:gd name="connsiteX2" fmla="*/ 0 w 135830"/>
                  <a:gd name="connsiteY2" fmla="*/ 67915 h 135830"/>
                  <a:gd name="connsiteX3" fmla="*/ 67916 w 135830"/>
                  <a:gd name="connsiteY3" fmla="*/ 0 h 135830"/>
                  <a:gd name="connsiteX4" fmla="*/ 135831 w 135830"/>
                  <a:gd name="connsiteY4" fmla="*/ 67915 h 1358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5830" h="135830">
                    <a:moveTo>
                      <a:pt x="135831" y="67915"/>
                    </a:moveTo>
                    <a:cubicBezTo>
                      <a:pt x="135831" y="105424"/>
                      <a:pt x="105424" y="135831"/>
                      <a:pt x="67916" y="135831"/>
                    </a:cubicBezTo>
                    <a:cubicBezTo>
                      <a:pt x="30407" y="135831"/>
                      <a:pt x="0" y="105424"/>
                      <a:pt x="0" y="67915"/>
                    </a:cubicBezTo>
                    <a:cubicBezTo>
                      <a:pt x="0" y="30407"/>
                      <a:pt x="30407" y="0"/>
                      <a:pt x="67916" y="0"/>
                    </a:cubicBezTo>
                    <a:cubicBezTo>
                      <a:pt x="105424" y="0"/>
                      <a:pt x="135831" y="30407"/>
                      <a:pt x="135831" y="67915"/>
                    </a:cubicBezTo>
                    <a:close/>
                  </a:path>
                </a:pathLst>
              </a:custGeom>
              <a:solidFill>
                <a:srgbClr val="B0C0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p:sp>
        <p:nvSpPr>
          <p:cNvPr id="167" name="文本框 166"/>
          <p:cNvSpPr txBox="1"/>
          <p:nvPr/>
        </p:nvSpPr>
        <p:spPr>
          <a:xfrm>
            <a:off x="815391" y="428193"/>
            <a:ext cx="172354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000" dirty="0">
                <a:latin typeface="Aa厚底黑" panose="00020600040101010101" pitchFamily="18" charset="-122"/>
                <a:ea typeface="Aa厚底黑" panose="00020600040101010101" pitchFamily="18" charset="-122"/>
                <a:cs typeface="+mn-ea"/>
                <a:sym typeface="+mn-lt"/>
              </a:rPr>
              <a:t>目录</a:t>
            </a:r>
            <a:endParaRPr lang="zh-CN" altLang="en-US" sz="6000" dirty="0">
              <a:solidFill>
                <a:srgbClr val="6887EA"/>
              </a:solidFill>
              <a:latin typeface="Aa厚底黑" panose="00020600040101010101" pitchFamily="18" charset="-122"/>
              <a:ea typeface="Aa厚底黑" panose="00020600040101010101" pitchFamily="18" charset="-122"/>
              <a:cs typeface="+mn-ea"/>
              <a:sym typeface="+mn-lt"/>
            </a:endParaRPr>
          </a:p>
        </p:txBody>
      </p:sp>
      <p:sp>
        <p:nvSpPr>
          <p:cNvPr id="207" name="任意多边形: 形状 206"/>
          <p:cNvSpPr/>
          <p:nvPr/>
        </p:nvSpPr>
        <p:spPr>
          <a:xfrm>
            <a:off x="10623564" y="0"/>
            <a:ext cx="1568436" cy="1346746"/>
          </a:xfrm>
          <a:custGeom>
            <a:avLst/>
            <a:gdLst>
              <a:gd name="connsiteX0" fmla="*/ 0 w 1568436"/>
              <a:gd name="connsiteY0" fmla="*/ 0 h 1346746"/>
              <a:gd name="connsiteX1" fmla="*/ 1568436 w 1568436"/>
              <a:gd name="connsiteY1" fmla="*/ 0 h 1346746"/>
              <a:gd name="connsiteX2" fmla="*/ 1568436 w 1568436"/>
              <a:gd name="connsiteY2" fmla="*/ 1322686 h 1346746"/>
              <a:gd name="connsiteX3" fmla="*/ 1460104 w 1568436"/>
              <a:gd name="connsiteY3" fmla="*/ 1342634 h 1346746"/>
              <a:gd name="connsiteX4" fmla="*/ 569146 w 1568436"/>
              <a:gd name="connsiteY4" fmla="*/ 590244 h 1346746"/>
              <a:gd name="connsiteX5" fmla="*/ 19559 w 1568436"/>
              <a:gd name="connsiteY5" fmla="*/ 53592 h 13467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8436" h="1346746">
                <a:moveTo>
                  <a:pt x="0" y="0"/>
                </a:moveTo>
                <a:lnTo>
                  <a:pt x="1568436" y="0"/>
                </a:lnTo>
                <a:lnTo>
                  <a:pt x="1568436" y="1322686"/>
                </a:lnTo>
                <a:lnTo>
                  <a:pt x="1460104" y="1342634"/>
                </a:lnTo>
                <a:cubicBezTo>
                  <a:pt x="987440" y="1396727"/>
                  <a:pt x="1043059" y="904962"/>
                  <a:pt x="569146" y="590244"/>
                </a:cubicBezTo>
                <a:cubicBezTo>
                  <a:pt x="264488" y="387925"/>
                  <a:pt x="141153" y="356313"/>
                  <a:pt x="19559" y="53592"/>
                </a:cubicBezTo>
                <a:close/>
              </a:path>
            </a:pathLst>
          </a:custGeom>
          <a:solidFill>
            <a:srgbClr val="BAC5F4">
              <a:alpha val="15000"/>
            </a:srgbClr>
          </a:solidFill>
          <a:ln w="663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05" name="任意多边形: 形状 204"/>
          <p:cNvSpPr/>
          <p:nvPr/>
        </p:nvSpPr>
        <p:spPr>
          <a:xfrm rot="7957286">
            <a:off x="10280787" y="5745697"/>
            <a:ext cx="2039760" cy="1680324"/>
          </a:xfrm>
          <a:custGeom>
            <a:avLst/>
            <a:gdLst>
              <a:gd name="connsiteX0" fmla="*/ 35493 w 2039760"/>
              <a:gd name="connsiteY0" fmla="*/ 615884 h 1680324"/>
              <a:gd name="connsiteX1" fmla="*/ 0 w 2039760"/>
              <a:gd name="connsiteY1" fmla="*/ 567387 h 1680324"/>
              <a:gd name="connsiteX2" fmla="*/ 616566 w 2039760"/>
              <a:gd name="connsiteY2" fmla="*/ 0 h 1680324"/>
              <a:gd name="connsiteX3" fmla="*/ 2039760 w 2039760"/>
              <a:gd name="connsiteY3" fmla="*/ 1546550 h 1680324"/>
              <a:gd name="connsiteX4" fmla="*/ 2012855 w 2039760"/>
              <a:gd name="connsiteY4" fmla="*/ 1546602 h 1680324"/>
              <a:gd name="connsiteX5" fmla="*/ 1585210 w 2039760"/>
              <a:gd name="connsiteY5" fmla="*/ 1617501 h 1680324"/>
              <a:gd name="connsiteX6" fmla="*/ 456254 w 2039760"/>
              <a:gd name="connsiteY6" fmla="*/ 923821 h 1680324"/>
              <a:gd name="connsiteX7" fmla="*/ 35493 w 2039760"/>
              <a:gd name="connsiteY7" fmla="*/ 615884 h 1680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39760" h="1680324">
                <a:moveTo>
                  <a:pt x="35493" y="615884"/>
                </a:moveTo>
                <a:lnTo>
                  <a:pt x="0" y="567387"/>
                </a:lnTo>
                <a:lnTo>
                  <a:pt x="616566" y="0"/>
                </a:lnTo>
                <a:lnTo>
                  <a:pt x="2039760" y="1546550"/>
                </a:lnTo>
                <a:lnTo>
                  <a:pt x="2012855" y="1546602"/>
                </a:lnTo>
                <a:cubicBezTo>
                  <a:pt x="1867793" y="1550965"/>
                  <a:pt x="1723465" y="1569328"/>
                  <a:pt x="1585210" y="1617501"/>
                </a:cubicBezTo>
                <a:cubicBezTo>
                  <a:pt x="847850" y="1874422"/>
                  <a:pt x="997869" y="1283500"/>
                  <a:pt x="456254" y="923821"/>
                </a:cubicBezTo>
                <a:cubicBezTo>
                  <a:pt x="253149" y="788942"/>
                  <a:pt x="130632" y="729932"/>
                  <a:pt x="35493" y="615884"/>
                </a:cubicBezTo>
                <a:close/>
              </a:path>
            </a:pathLst>
          </a:custGeom>
          <a:solidFill>
            <a:srgbClr val="BAC5F4">
              <a:alpha val="15000"/>
            </a:srgbClr>
          </a:solidFill>
          <a:ln w="663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17" name="任意多边形: 形状 216"/>
          <p:cNvSpPr/>
          <p:nvPr/>
        </p:nvSpPr>
        <p:spPr>
          <a:xfrm rot="16542789">
            <a:off x="-250926" y="118551"/>
            <a:ext cx="1629309" cy="1272091"/>
          </a:xfrm>
          <a:custGeom>
            <a:avLst/>
            <a:gdLst>
              <a:gd name="connsiteX0" fmla="*/ 1509385 w 1629309"/>
              <a:gd name="connsiteY0" fmla="*/ 0 h 1272091"/>
              <a:gd name="connsiteX1" fmla="*/ 1629309 w 1629309"/>
              <a:gd name="connsiteY1" fmla="*/ 1198700 h 1272091"/>
              <a:gd name="connsiteX2" fmla="*/ 1591174 w 1629309"/>
              <a:gd name="connsiteY2" fmla="*/ 1209269 h 1272091"/>
              <a:gd name="connsiteX3" fmla="*/ 462218 w 1629309"/>
              <a:gd name="connsiteY3" fmla="*/ 515589 h 1272091"/>
              <a:gd name="connsiteX4" fmla="*/ 41457 w 1629309"/>
              <a:gd name="connsiteY4" fmla="*/ 207652 h 1272091"/>
              <a:gd name="connsiteX5" fmla="*/ 0 w 1629309"/>
              <a:gd name="connsiteY5" fmla="*/ 151007 h 1272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29309" h="1272091">
                <a:moveTo>
                  <a:pt x="1509385" y="0"/>
                </a:moveTo>
                <a:lnTo>
                  <a:pt x="1629309" y="1198700"/>
                </a:lnTo>
                <a:lnTo>
                  <a:pt x="1591174" y="1209269"/>
                </a:lnTo>
                <a:cubicBezTo>
                  <a:pt x="853814" y="1466189"/>
                  <a:pt x="1003833" y="875267"/>
                  <a:pt x="462218" y="515589"/>
                </a:cubicBezTo>
                <a:cubicBezTo>
                  <a:pt x="259113" y="380709"/>
                  <a:pt x="136596" y="321700"/>
                  <a:pt x="41457" y="207652"/>
                </a:cubicBezTo>
                <a:lnTo>
                  <a:pt x="0" y="151007"/>
                </a:lnTo>
                <a:close/>
              </a:path>
            </a:pathLst>
          </a:custGeom>
          <a:solidFill>
            <a:srgbClr val="BAC5F4">
              <a:alpha val="15000"/>
            </a:srgbClr>
          </a:solidFill>
          <a:ln w="663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15" name="任意多边形: 形状 214"/>
          <p:cNvSpPr/>
          <p:nvPr/>
        </p:nvSpPr>
        <p:spPr>
          <a:xfrm rot="3513166">
            <a:off x="45786" y="5448181"/>
            <a:ext cx="2080441" cy="2184401"/>
          </a:xfrm>
          <a:custGeom>
            <a:avLst/>
            <a:gdLst>
              <a:gd name="connsiteX0" fmla="*/ 252666 w 2080441"/>
              <a:gd name="connsiteY0" fmla="*/ 1071377 h 2184401"/>
              <a:gd name="connsiteX1" fmla="*/ 1448320 w 2080441"/>
              <a:gd name="connsiteY1" fmla="*/ 346956 h 2184401"/>
              <a:gd name="connsiteX2" fmla="*/ 1922327 w 2080441"/>
              <a:gd name="connsiteY2" fmla="*/ 33587 h 2184401"/>
              <a:gd name="connsiteX3" fmla="*/ 2080441 w 2080441"/>
              <a:gd name="connsiteY3" fmla="*/ 0 h 2184401"/>
              <a:gd name="connsiteX4" fmla="*/ 744605 w 2080441"/>
              <a:gd name="connsiteY4" fmla="*/ 2184401 h 2184401"/>
              <a:gd name="connsiteX5" fmla="*/ 0 w 2080441"/>
              <a:gd name="connsiteY5" fmla="*/ 1729049 h 2184401"/>
              <a:gd name="connsiteX6" fmla="*/ 2517 w 2080441"/>
              <a:gd name="connsiteY6" fmla="*/ 1708531 h 2184401"/>
              <a:gd name="connsiteX7" fmla="*/ 252666 w 2080441"/>
              <a:gd name="connsiteY7" fmla="*/ 1071377 h 2184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80441" h="2184401">
                <a:moveTo>
                  <a:pt x="252666" y="1071377"/>
                </a:moveTo>
                <a:cubicBezTo>
                  <a:pt x="608406" y="519379"/>
                  <a:pt x="885786" y="912048"/>
                  <a:pt x="1448320" y="346956"/>
                </a:cubicBezTo>
                <a:cubicBezTo>
                  <a:pt x="1619221" y="175250"/>
                  <a:pt x="1765407" y="81808"/>
                  <a:pt x="1922327" y="33587"/>
                </a:cubicBezTo>
                <a:lnTo>
                  <a:pt x="2080441" y="0"/>
                </a:lnTo>
                <a:lnTo>
                  <a:pt x="744605" y="2184401"/>
                </a:lnTo>
                <a:lnTo>
                  <a:pt x="0" y="1729049"/>
                </a:lnTo>
                <a:lnTo>
                  <a:pt x="2517" y="1708531"/>
                </a:lnTo>
                <a:cubicBezTo>
                  <a:pt x="46357" y="1460913"/>
                  <a:pt x="137582" y="1249835"/>
                  <a:pt x="252666" y="1071377"/>
                </a:cubicBezTo>
                <a:close/>
              </a:path>
            </a:pathLst>
          </a:custGeom>
          <a:solidFill>
            <a:srgbClr val="BAC5F4">
              <a:alpha val="15000"/>
            </a:srgbClr>
          </a:solidFill>
          <a:ln w="663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19" name="任意多边形: 形状 218"/>
          <p:cNvSpPr/>
          <p:nvPr/>
        </p:nvSpPr>
        <p:spPr>
          <a:xfrm rot="14984251" flipH="1">
            <a:off x="4375877" y="-983498"/>
            <a:ext cx="1109497" cy="2234110"/>
          </a:xfrm>
          <a:custGeom>
            <a:avLst/>
            <a:gdLst>
              <a:gd name="connsiteX0" fmla="*/ 0 w 1109497"/>
              <a:gd name="connsiteY0" fmla="*/ 0 h 2234110"/>
              <a:gd name="connsiteX1" fmla="*/ 824760 w 1109497"/>
              <a:gd name="connsiteY1" fmla="*/ 2234110 h 2234110"/>
              <a:gd name="connsiteX2" fmla="*/ 859904 w 1109497"/>
              <a:gd name="connsiteY2" fmla="*/ 2190409 h 2234110"/>
              <a:gd name="connsiteX3" fmla="*/ 101111 w 1109497"/>
              <a:gd name="connsiteY3" fmla="*/ 23487 h 2234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09497" h="2234110">
                <a:moveTo>
                  <a:pt x="0" y="0"/>
                </a:moveTo>
                <a:lnTo>
                  <a:pt x="824760" y="2234110"/>
                </a:lnTo>
                <a:lnTo>
                  <a:pt x="859904" y="2190409"/>
                </a:lnTo>
                <a:cubicBezTo>
                  <a:pt x="1327241" y="1710093"/>
                  <a:pt x="1172987" y="318457"/>
                  <a:pt x="101111" y="23487"/>
                </a:cubicBezTo>
                <a:close/>
              </a:path>
            </a:pathLst>
          </a:custGeom>
          <a:solidFill>
            <a:srgbClr val="BAC5F4">
              <a:alpha val="10000"/>
            </a:srgbClr>
          </a:solidFill>
          <a:ln w="663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21" name="任意多边形: 形状 220"/>
          <p:cNvSpPr/>
          <p:nvPr/>
        </p:nvSpPr>
        <p:spPr>
          <a:xfrm rot="14984251" flipH="1">
            <a:off x="5057476" y="4840333"/>
            <a:ext cx="1588854" cy="3893052"/>
          </a:xfrm>
          <a:custGeom>
            <a:avLst/>
            <a:gdLst>
              <a:gd name="connsiteX0" fmla="*/ 427626 w 1588854"/>
              <a:gd name="connsiteY0" fmla="*/ 2661154 h 3893052"/>
              <a:gd name="connsiteX1" fmla="*/ 977213 w 1588854"/>
              <a:gd name="connsiteY1" fmla="*/ 3197805 h 3893052"/>
              <a:gd name="connsiteX2" fmla="*/ 1567732 w 1588854"/>
              <a:gd name="connsiteY2" fmla="*/ 3879743 h 3893052"/>
              <a:gd name="connsiteX3" fmla="*/ 1588854 w 1588854"/>
              <a:gd name="connsiteY3" fmla="*/ 3893052 h 3893052"/>
              <a:gd name="connsiteX4" fmla="*/ 151668 w 1588854"/>
              <a:gd name="connsiteY4" fmla="*/ 0 h 3893052"/>
              <a:gd name="connsiteX5" fmla="*/ 126780 w 1588854"/>
              <a:gd name="connsiteY5" fmla="*/ 54016 h 3893052"/>
              <a:gd name="connsiteX6" fmla="*/ 62570 w 1588854"/>
              <a:gd name="connsiteY6" fmla="*/ 1254919 h 3893052"/>
              <a:gd name="connsiteX7" fmla="*/ 427626 w 1588854"/>
              <a:gd name="connsiteY7" fmla="*/ 2661154 h 3893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88854" h="3893052">
                <a:moveTo>
                  <a:pt x="427626" y="2661154"/>
                </a:moveTo>
                <a:cubicBezTo>
                  <a:pt x="549219" y="2963875"/>
                  <a:pt x="672554" y="2995487"/>
                  <a:pt x="977213" y="3197805"/>
                </a:cubicBezTo>
                <a:cubicBezTo>
                  <a:pt x="1315722" y="3422604"/>
                  <a:pt x="1384061" y="3737733"/>
                  <a:pt x="1567732" y="3879743"/>
                </a:cubicBezTo>
                <a:lnTo>
                  <a:pt x="1588854" y="3893052"/>
                </a:lnTo>
                <a:lnTo>
                  <a:pt x="151668" y="0"/>
                </a:lnTo>
                <a:lnTo>
                  <a:pt x="126780" y="54016"/>
                </a:lnTo>
                <a:cubicBezTo>
                  <a:pt x="-1235" y="372103"/>
                  <a:pt x="-49101" y="767995"/>
                  <a:pt x="62570" y="1254919"/>
                </a:cubicBezTo>
                <a:cubicBezTo>
                  <a:pt x="239532" y="2026253"/>
                  <a:pt x="333052" y="2425705"/>
                  <a:pt x="427626" y="2661154"/>
                </a:cubicBezTo>
                <a:close/>
              </a:path>
            </a:pathLst>
          </a:custGeom>
          <a:solidFill>
            <a:srgbClr val="BAC5F4">
              <a:alpha val="10000"/>
            </a:srgbClr>
          </a:solidFill>
          <a:ln w="663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429349" y="958787"/>
            <a:ext cx="19512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CONTENTS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85" name="组合 184"/>
          <p:cNvGrpSpPr/>
          <p:nvPr/>
        </p:nvGrpSpPr>
        <p:grpSpPr>
          <a:xfrm>
            <a:off x="2528834" y="485773"/>
            <a:ext cx="519166" cy="401977"/>
            <a:chOff x="2528834" y="480178"/>
            <a:chExt cx="608462" cy="426624"/>
          </a:xfrm>
        </p:grpSpPr>
        <p:sp>
          <p:nvSpPr>
            <p:cNvPr id="168" name="矩形: 圆角 167"/>
            <p:cNvSpPr/>
            <p:nvPr/>
          </p:nvSpPr>
          <p:spPr>
            <a:xfrm>
              <a:off x="2528834" y="480178"/>
              <a:ext cx="122686" cy="426624"/>
            </a:xfrm>
            <a:prstGeom prst="roundRect">
              <a:avLst>
                <a:gd name="adj" fmla="val 50000"/>
              </a:avLst>
            </a:prstGeom>
            <a:solidFill>
              <a:srgbClr val="B0C0F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3" name="矩形: 圆角 182"/>
            <p:cNvSpPr/>
            <p:nvPr/>
          </p:nvSpPr>
          <p:spPr>
            <a:xfrm>
              <a:off x="2771722" y="480178"/>
              <a:ext cx="122686" cy="426624"/>
            </a:xfrm>
            <a:prstGeom prst="roundRect">
              <a:avLst>
                <a:gd name="adj" fmla="val 50000"/>
              </a:avLst>
            </a:prstGeom>
            <a:solidFill>
              <a:srgbClr val="BAC5F4">
                <a:alpha val="51000"/>
              </a:srgbClr>
            </a:solidFill>
            <a:ln w="66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184" name="矩形: 圆角 183"/>
            <p:cNvSpPr/>
            <p:nvPr/>
          </p:nvSpPr>
          <p:spPr>
            <a:xfrm>
              <a:off x="3014610" y="480178"/>
              <a:ext cx="122686" cy="426624"/>
            </a:xfrm>
            <a:prstGeom prst="roundRect">
              <a:avLst>
                <a:gd name="adj" fmla="val 50000"/>
              </a:avLst>
            </a:prstGeom>
            <a:solidFill>
              <a:srgbClr val="BAC5F4">
                <a:alpha val="27000"/>
              </a:srgbClr>
            </a:solidFill>
            <a:ln w="66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solidFill>
                  <a:schemeClr val="tx1"/>
                </a:solidFill>
                <a:cs typeface="+mn-ea"/>
              </a:endParaRPr>
            </a:p>
          </p:txBody>
        </p:sp>
      </p:grpSp>
      <p:grpSp>
        <p:nvGrpSpPr>
          <p:cNvPr id="164" name="组合 163"/>
          <p:cNvGrpSpPr/>
          <p:nvPr/>
        </p:nvGrpSpPr>
        <p:grpSpPr>
          <a:xfrm>
            <a:off x="902835" y="1974450"/>
            <a:ext cx="5196889" cy="616350"/>
            <a:chOff x="902835" y="1974450"/>
            <a:chExt cx="5196889" cy="616350"/>
          </a:xfrm>
        </p:grpSpPr>
        <p:sp>
          <p:nvSpPr>
            <p:cNvPr id="3" name="椭圆 2"/>
            <p:cNvSpPr/>
            <p:nvPr/>
          </p:nvSpPr>
          <p:spPr>
            <a:xfrm>
              <a:off x="902835" y="1974450"/>
              <a:ext cx="5196889" cy="597932"/>
            </a:xfrm>
            <a:custGeom>
              <a:avLst/>
              <a:gdLst>
                <a:gd name="connsiteX0" fmla="*/ 0 w 5082540"/>
                <a:gd name="connsiteY0" fmla="*/ 395730 h 791459"/>
                <a:gd name="connsiteX1" fmla="*/ 2541270 w 5082540"/>
                <a:gd name="connsiteY1" fmla="*/ 0 h 791459"/>
                <a:gd name="connsiteX2" fmla="*/ 5082540 w 5082540"/>
                <a:gd name="connsiteY2" fmla="*/ 395730 h 791459"/>
                <a:gd name="connsiteX3" fmla="*/ 2541270 w 5082540"/>
                <a:gd name="connsiteY3" fmla="*/ 791460 h 791459"/>
                <a:gd name="connsiteX4" fmla="*/ 0 w 5082540"/>
                <a:gd name="connsiteY4" fmla="*/ 395730 h 791459"/>
                <a:gd name="connsiteX0-1" fmla="*/ 145828 w 5228368"/>
                <a:gd name="connsiteY0-2" fmla="*/ 395730 h 715260"/>
                <a:gd name="connsiteX1-3" fmla="*/ 2687098 w 5228368"/>
                <a:gd name="connsiteY1-4" fmla="*/ 0 h 715260"/>
                <a:gd name="connsiteX2-5" fmla="*/ 5228368 w 5228368"/>
                <a:gd name="connsiteY2-6" fmla="*/ 395730 h 715260"/>
                <a:gd name="connsiteX3-7" fmla="*/ 1208818 w 5228368"/>
                <a:gd name="connsiteY3-8" fmla="*/ 715260 h 715260"/>
                <a:gd name="connsiteX4-9" fmla="*/ 145828 w 5228368"/>
                <a:gd name="connsiteY4-10" fmla="*/ 395730 h 715260"/>
                <a:gd name="connsiteX0-11" fmla="*/ 220894 w 5303434"/>
                <a:gd name="connsiteY0-12" fmla="*/ 334770 h 654300"/>
                <a:gd name="connsiteX1-13" fmla="*/ 3775624 w 5303434"/>
                <a:gd name="connsiteY1-14" fmla="*/ 0 h 654300"/>
                <a:gd name="connsiteX2-15" fmla="*/ 5303434 w 5303434"/>
                <a:gd name="connsiteY2-16" fmla="*/ 334770 h 654300"/>
                <a:gd name="connsiteX3-17" fmla="*/ 1283884 w 5303434"/>
                <a:gd name="connsiteY3-18" fmla="*/ 654300 h 654300"/>
                <a:gd name="connsiteX4-19" fmla="*/ 220894 w 5303434"/>
                <a:gd name="connsiteY4-20" fmla="*/ 334770 h 654300"/>
                <a:gd name="connsiteX0-21" fmla="*/ 131008 w 5213548"/>
                <a:gd name="connsiteY0-22" fmla="*/ 165594 h 664455"/>
                <a:gd name="connsiteX1-23" fmla="*/ 3685738 w 5213548"/>
                <a:gd name="connsiteY1-24" fmla="*/ 6084 h 664455"/>
                <a:gd name="connsiteX2-25" fmla="*/ 5213548 w 5213548"/>
                <a:gd name="connsiteY2-26" fmla="*/ 340854 h 664455"/>
                <a:gd name="connsiteX3-27" fmla="*/ 1193998 w 5213548"/>
                <a:gd name="connsiteY3-28" fmla="*/ 660384 h 664455"/>
                <a:gd name="connsiteX4-29" fmla="*/ 131008 w 5213548"/>
                <a:gd name="connsiteY4-30" fmla="*/ 165594 h 664455"/>
                <a:gd name="connsiteX0-31" fmla="*/ 106935 w 5189475"/>
                <a:gd name="connsiteY0-32" fmla="*/ 217356 h 716217"/>
                <a:gd name="connsiteX1-33" fmla="*/ 3661665 w 5189475"/>
                <a:gd name="connsiteY1-34" fmla="*/ 57846 h 716217"/>
                <a:gd name="connsiteX2-35" fmla="*/ 5189475 w 5189475"/>
                <a:gd name="connsiteY2-36" fmla="*/ 392616 h 716217"/>
                <a:gd name="connsiteX3-37" fmla="*/ 1169925 w 5189475"/>
                <a:gd name="connsiteY3-38" fmla="*/ 712146 h 716217"/>
                <a:gd name="connsiteX4-39" fmla="*/ 106935 w 5189475"/>
                <a:gd name="connsiteY4-40" fmla="*/ 217356 h 716217"/>
                <a:gd name="connsiteX0-41" fmla="*/ 106935 w 5189475"/>
                <a:gd name="connsiteY0-42" fmla="*/ 217356 h 743830"/>
                <a:gd name="connsiteX1-43" fmla="*/ 3661665 w 5189475"/>
                <a:gd name="connsiteY1-44" fmla="*/ 57846 h 743830"/>
                <a:gd name="connsiteX2-45" fmla="*/ 5189475 w 5189475"/>
                <a:gd name="connsiteY2-46" fmla="*/ 392616 h 743830"/>
                <a:gd name="connsiteX3-47" fmla="*/ 1169925 w 5189475"/>
                <a:gd name="connsiteY3-48" fmla="*/ 712146 h 743830"/>
                <a:gd name="connsiteX4-49" fmla="*/ 106935 w 5189475"/>
                <a:gd name="connsiteY4-50" fmla="*/ 217356 h 743830"/>
                <a:gd name="connsiteX0-51" fmla="*/ 106935 w 5194775"/>
                <a:gd name="connsiteY0-52" fmla="*/ 217356 h 743830"/>
                <a:gd name="connsiteX1-53" fmla="*/ 3661665 w 5194775"/>
                <a:gd name="connsiteY1-54" fmla="*/ 57846 h 743830"/>
                <a:gd name="connsiteX2-55" fmla="*/ 5189475 w 5194775"/>
                <a:gd name="connsiteY2-56" fmla="*/ 392616 h 743830"/>
                <a:gd name="connsiteX3-57" fmla="*/ 1169925 w 5194775"/>
                <a:gd name="connsiteY3-58" fmla="*/ 712146 h 743830"/>
                <a:gd name="connsiteX4-59" fmla="*/ 106935 w 5194775"/>
                <a:gd name="connsiteY4-60" fmla="*/ 217356 h 743830"/>
                <a:gd name="connsiteX0-61" fmla="*/ 107430 w 5193674"/>
                <a:gd name="connsiteY0-62" fmla="*/ 187556 h 714030"/>
                <a:gd name="connsiteX1-63" fmla="*/ 3304020 w 5193674"/>
                <a:gd name="connsiteY1-64" fmla="*/ 5186 h 714030"/>
                <a:gd name="connsiteX2-65" fmla="*/ 5189970 w 5193674"/>
                <a:gd name="connsiteY2-66" fmla="*/ 362816 h 714030"/>
                <a:gd name="connsiteX3-67" fmla="*/ 1170420 w 5193674"/>
                <a:gd name="connsiteY3-68" fmla="*/ 682346 h 714030"/>
                <a:gd name="connsiteX4-69" fmla="*/ 107430 w 5193674"/>
                <a:gd name="connsiteY4-70" fmla="*/ 187556 h 714030"/>
                <a:gd name="connsiteX0-71" fmla="*/ 89779 w 5176023"/>
                <a:gd name="connsiteY0-72" fmla="*/ 218381 h 744855"/>
                <a:gd name="connsiteX1-73" fmla="*/ 3286369 w 5176023"/>
                <a:gd name="connsiteY1-74" fmla="*/ 36011 h 744855"/>
                <a:gd name="connsiteX2-75" fmla="*/ 5172319 w 5176023"/>
                <a:gd name="connsiteY2-76" fmla="*/ 393641 h 744855"/>
                <a:gd name="connsiteX3-77" fmla="*/ 1152769 w 5176023"/>
                <a:gd name="connsiteY3-78" fmla="*/ 713171 h 744855"/>
                <a:gd name="connsiteX4-79" fmla="*/ 89779 w 5176023"/>
                <a:gd name="connsiteY4-80" fmla="*/ 218381 h 744855"/>
                <a:gd name="connsiteX0-81" fmla="*/ 86611 w 5210975"/>
                <a:gd name="connsiteY0-82" fmla="*/ 245965 h 723357"/>
                <a:gd name="connsiteX1-83" fmla="*/ 3321301 w 5210975"/>
                <a:gd name="connsiteY1-84" fmla="*/ 17875 h 723357"/>
                <a:gd name="connsiteX2-85" fmla="*/ 5207251 w 5210975"/>
                <a:gd name="connsiteY2-86" fmla="*/ 375505 h 723357"/>
                <a:gd name="connsiteX3-87" fmla="*/ 1187701 w 5210975"/>
                <a:gd name="connsiteY3-88" fmla="*/ 695035 h 723357"/>
                <a:gd name="connsiteX4-89" fmla="*/ 86611 w 5210975"/>
                <a:gd name="connsiteY4-90" fmla="*/ 245965 h 723357"/>
                <a:gd name="connsiteX0-91" fmla="*/ 43224 w 5167588"/>
                <a:gd name="connsiteY0-92" fmla="*/ 255515 h 732907"/>
                <a:gd name="connsiteX1-93" fmla="*/ 3277914 w 5167588"/>
                <a:gd name="connsiteY1-94" fmla="*/ 27425 h 732907"/>
                <a:gd name="connsiteX2-95" fmla="*/ 5163864 w 5167588"/>
                <a:gd name="connsiteY2-96" fmla="*/ 385055 h 732907"/>
                <a:gd name="connsiteX3-97" fmla="*/ 1144314 w 5167588"/>
                <a:gd name="connsiteY3-98" fmla="*/ 704585 h 732907"/>
                <a:gd name="connsiteX4-99" fmla="*/ 43224 w 5167588"/>
                <a:gd name="connsiteY4-100" fmla="*/ 255515 h 732907"/>
                <a:gd name="connsiteX0-101" fmla="*/ 28682 w 5153046"/>
                <a:gd name="connsiteY0-102" fmla="*/ 257665 h 735057"/>
                <a:gd name="connsiteX1-103" fmla="*/ 3263372 w 5153046"/>
                <a:gd name="connsiteY1-104" fmla="*/ 29575 h 735057"/>
                <a:gd name="connsiteX2-105" fmla="*/ 5149322 w 5153046"/>
                <a:gd name="connsiteY2-106" fmla="*/ 387205 h 735057"/>
                <a:gd name="connsiteX3-107" fmla="*/ 1129772 w 5153046"/>
                <a:gd name="connsiteY3-108" fmla="*/ 706735 h 735057"/>
                <a:gd name="connsiteX4-109" fmla="*/ 28682 w 5153046"/>
                <a:gd name="connsiteY4-110" fmla="*/ 257665 h 735057"/>
                <a:gd name="connsiteX0-111" fmla="*/ 45765 w 5170129"/>
                <a:gd name="connsiteY0-112" fmla="*/ 259882 h 737274"/>
                <a:gd name="connsiteX1-113" fmla="*/ 3280455 w 5170129"/>
                <a:gd name="connsiteY1-114" fmla="*/ 31792 h 737274"/>
                <a:gd name="connsiteX2-115" fmla="*/ 5166405 w 5170129"/>
                <a:gd name="connsiteY2-116" fmla="*/ 389422 h 737274"/>
                <a:gd name="connsiteX3-117" fmla="*/ 1146855 w 5170129"/>
                <a:gd name="connsiteY3-118" fmla="*/ 708952 h 737274"/>
                <a:gd name="connsiteX4-119" fmla="*/ 45765 w 5170129"/>
                <a:gd name="connsiteY4-120" fmla="*/ 259882 h 737274"/>
                <a:gd name="connsiteX0-121" fmla="*/ 72525 w 5196889"/>
                <a:gd name="connsiteY0-122" fmla="*/ 266896 h 744288"/>
                <a:gd name="connsiteX1-123" fmla="*/ 3307215 w 5196889"/>
                <a:gd name="connsiteY1-124" fmla="*/ 38806 h 744288"/>
                <a:gd name="connsiteX2-125" fmla="*/ 5193165 w 5196889"/>
                <a:gd name="connsiteY2-126" fmla="*/ 396436 h 744288"/>
                <a:gd name="connsiteX3-127" fmla="*/ 1173615 w 5196889"/>
                <a:gd name="connsiteY3-128" fmla="*/ 715966 h 744288"/>
                <a:gd name="connsiteX4-129" fmla="*/ 72525 w 5196889"/>
                <a:gd name="connsiteY4-130" fmla="*/ 266896 h 74428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5196889" h="744288">
                  <a:moveTo>
                    <a:pt x="72525" y="266896"/>
                  </a:moveTo>
                  <a:cubicBezTo>
                    <a:pt x="344305" y="-112664"/>
                    <a:pt x="2453775" y="17216"/>
                    <a:pt x="3307215" y="38806"/>
                  </a:cubicBezTo>
                  <a:cubicBezTo>
                    <a:pt x="4160655" y="60396"/>
                    <a:pt x="5269365" y="25480"/>
                    <a:pt x="5193165" y="396436"/>
                  </a:cubicBezTo>
                  <a:cubicBezTo>
                    <a:pt x="5155065" y="851212"/>
                    <a:pt x="2027055" y="737556"/>
                    <a:pt x="1173615" y="715966"/>
                  </a:cubicBezTo>
                  <a:cubicBezTo>
                    <a:pt x="320175" y="694376"/>
                    <a:pt x="-199255" y="646456"/>
                    <a:pt x="72525" y="266896"/>
                  </a:cubicBezTo>
                  <a:close/>
                </a:path>
              </a:pathLst>
            </a:custGeom>
            <a:solidFill>
              <a:srgbClr val="B0C0F4"/>
            </a:solidFill>
            <a:ln w="66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4" name="椭圆 3"/>
            <p:cNvSpPr/>
            <p:nvPr/>
          </p:nvSpPr>
          <p:spPr>
            <a:xfrm>
              <a:off x="1544273" y="1974450"/>
              <a:ext cx="616350" cy="616350"/>
            </a:xfrm>
            <a:prstGeom prst="ellipse">
              <a:avLst/>
            </a:prstGeom>
            <a:solidFill>
              <a:srgbClr val="6887EA"/>
            </a:solidFill>
            <a:ln w="66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2557990" y="2111161"/>
              <a:ext cx="269250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solidFill>
                    <a:schemeClr val="bg1"/>
                  </a:solidFill>
                </a:rPr>
                <a:t>单击此处添加标题文本</a:t>
              </a:r>
              <a:endParaRPr lang="zh-CN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601045" y="2050707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solidFill>
                    <a:schemeClr val="bg1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rPr>
                <a:t>01</a:t>
              </a:r>
              <a:endParaRPr lang="zh-CN" altLang="en-US" sz="2400" dirty="0">
                <a:solidFill>
                  <a:schemeClr val="bg1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</a:endParaRPr>
            </a:p>
          </p:txBody>
        </p:sp>
      </p:grpSp>
      <p:grpSp>
        <p:nvGrpSpPr>
          <p:cNvPr id="166" name="组合 165"/>
          <p:cNvGrpSpPr/>
          <p:nvPr/>
        </p:nvGrpSpPr>
        <p:grpSpPr>
          <a:xfrm>
            <a:off x="902835" y="2955319"/>
            <a:ext cx="5196889" cy="616350"/>
            <a:chOff x="902835" y="1974450"/>
            <a:chExt cx="5196889" cy="616350"/>
          </a:xfrm>
        </p:grpSpPr>
        <p:sp>
          <p:nvSpPr>
            <p:cNvPr id="173" name="椭圆 2" descr="D:\51PPT模板网\51pptmoban.com\图片.jpg"/>
            <p:cNvSpPr/>
            <p:nvPr/>
          </p:nvSpPr>
          <p:spPr>
            <a:xfrm>
              <a:off x="902835" y="1974450"/>
              <a:ext cx="5196889" cy="597932"/>
            </a:xfrm>
            <a:custGeom>
              <a:avLst/>
              <a:gdLst>
                <a:gd name="connsiteX0" fmla="*/ 0 w 5082540"/>
                <a:gd name="connsiteY0" fmla="*/ 395730 h 791459"/>
                <a:gd name="connsiteX1" fmla="*/ 2541270 w 5082540"/>
                <a:gd name="connsiteY1" fmla="*/ 0 h 791459"/>
                <a:gd name="connsiteX2" fmla="*/ 5082540 w 5082540"/>
                <a:gd name="connsiteY2" fmla="*/ 395730 h 791459"/>
                <a:gd name="connsiteX3" fmla="*/ 2541270 w 5082540"/>
                <a:gd name="connsiteY3" fmla="*/ 791460 h 791459"/>
                <a:gd name="connsiteX4" fmla="*/ 0 w 5082540"/>
                <a:gd name="connsiteY4" fmla="*/ 395730 h 791459"/>
                <a:gd name="connsiteX0-1" fmla="*/ 145828 w 5228368"/>
                <a:gd name="connsiteY0-2" fmla="*/ 395730 h 715260"/>
                <a:gd name="connsiteX1-3" fmla="*/ 2687098 w 5228368"/>
                <a:gd name="connsiteY1-4" fmla="*/ 0 h 715260"/>
                <a:gd name="connsiteX2-5" fmla="*/ 5228368 w 5228368"/>
                <a:gd name="connsiteY2-6" fmla="*/ 395730 h 715260"/>
                <a:gd name="connsiteX3-7" fmla="*/ 1208818 w 5228368"/>
                <a:gd name="connsiteY3-8" fmla="*/ 715260 h 715260"/>
                <a:gd name="connsiteX4-9" fmla="*/ 145828 w 5228368"/>
                <a:gd name="connsiteY4-10" fmla="*/ 395730 h 715260"/>
                <a:gd name="connsiteX0-11" fmla="*/ 220894 w 5303434"/>
                <a:gd name="connsiteY0-12" fmla="*/ 334770 h 654300"/>
                <a:gd name="connsiteX1-13" fmla="*/ 3775624 w 5303434"/>
                <a:gd name="connsiteY1-14" fmla="*/ 0 h 654300"/>
                <a:gd name="connsiteX2-15" fmla="*/ 5303434 w 5303434"/>
                <a:gd name="connsiteY2-16" fmla="*/ 334770 h 654300"/>
                <a:gd name="connsiteX3-17" fmla="*/ 1283884 w 5303434"/>
                <a:gd name="connsiteY3-18" fmla="*/ 654300 h 654300"/>
                <a:gd name="connsiteX4-19" fmla="*/ 220894 w 5303434"/>
                <a:gd name="connsiteY4-20" fmla="*/ 334770 h 654300"/>
                <a:gd name="connsiteX0-21" fmla="*/ 131008 w 5213548"/>
                <a:gd name="connsiteY0-22" fmla="*/ 165594 h 664455"/>
                <a:gd name="connsiteX1-23" fmla="*/ 3685738 w 5213548"/>
                <a:gd name="connsiteY1-24" fmla="*/ 6084 h 664455"/>
                <a:gd name="connsiteX2-25" fmla="*/ 5213548 w 5213548"/>
                <a:gd name="connsiteY2-26" fmla="*/ 340854 h 664455"/>
                <a:gd name="connsiteX3-27" fmla="*/ 1193998 w 5213548"/>
                <a:gd name="connsiteY3-28" fmla="*/ 660384 h 664455"/>
                <a:gd name="connsiteX4-29" fmla="*/ 131008 w 5213548"/>
                <a:gd name="connsiteY4-30" fmla="*/ 165594 h 664455"/>
                <a:gd name="connsiteX0-31" fmla="*/ 106935 w 5189475"/>
                <a:gd name="connsiteY0-32" fmla="*/ 217356 h 716217"/>
                <a:gd name="connsiteX1-33" fmla="*/ 3661665 w 5189475"/>
                <a:gd name="connsiteY1-34" fmla="*/ 57846 h 716217"/>
                <a:gd name="connsiteX2-35" fmla="*/ 5189475 w 5189475"/>
                <a:gd name="connsiteY2-36" fmla="*/ 392616 h 716217"/>
                <a:gd name="connsiteX3-37" fmla="*/ 1169925 w 5189475"/>
                <a:gd name="connsiteY3-38" fmla="*/ 712146 h 716217"/>
                <a:gd name="connsiteX4-39" fmla="*/ 106935 w 5189475"/>
                <a:gd name="connsiteY4-40" fmla="*/ 217356 h 716217"/>
                <a:gd name="connsiteX0-41" fmla="*/ 106935 w 5189475"/>
                <a:gd name="connsiteY0-42" fmla="*/ 217356 h 743830"/>
                <a:gd name="connsiteX1-43" fmla="*/ 3661665 w 5189475"/>
                <a:gd name="connsiteY1-44" fmla="*/ 57846 h 743830"/>
                <a:gd name="connsiteX2-45" fmla="*/ 5189475 w 5189475"/>
                <a:gd name="connsiteY2-46" fmla="*/ 392616 h 743830"/>
                <a:gd name="connsiteX3-47" fmla="*/ 1169925 w 5189475"/>
                <a:gd name="connsiteY3-48" fmla="*/ 712146 h 743830"/>
                <a:gd name="connsiteX4-49" fmla="*/ 106935 w 5189475"/>
                <a:gd name="connsiteY4-50" fmla="*/ 217356 h 743830"/>
                <a:gd name="connsiteX0-51" fmla="*/ 106935 w 5194775"/>
                <a:gd name="connsiteY0-52" fmla="*/ 217356 h 743830"/>
                <a:gd name="connsiteX1-53" fmla="*/ 3661665 w 5194775"/>
                <a:gd name="connsiteY1-54" fmla="*/ 57846 h 743830"/>
                <a:gd name="connsiteX2-55" fmla="*/ 5189475 w 5194775"/>
                <a:gd name="connsiteY2-56" fmla="*/ 392616 h 743830"/>
                <a:gd name="connsiteX3-57" fmla="*/ 1169925 w 5194775"/>
                <a:gd name="connsiteY3-58" fmla="*/ 712146 h 743830"/>
                <a:gd name="connsiteX4-59" fmla="*/ 106935 w 5194775"/>
                <a:gd name="connsiteY4-60" fmla="*/ 217356 h 743830"/>
                <a:gd name="connsiteX0-61" fmla="*/ 107430 w 5193674"/>
                <a:gd name="connsiteY0-62" fmla="*/ 187556 h 714030"/>
                <a:gd name="connsiteX1-63" fmla="*/ 3304020 w 5193674"/>
                <a:gd name="connsiteY1-64" fmla="*/ 5186 h 714030"/>
                <a:gd name="connsiteX2-65" fmla="*/ 5189970 w 5193674"/>
                <a:gd name="connsiteY2-66" fmla="*/ 362816 h 714030"/>
                <a:gd name="connsiteX3-67" fmla="*/ 1170420 w 5193674"/>
                <a:gd name="connsiteY3-68" fmla="*/ 682346 h 714030"/>
                <a:gd name="connsiteX4-69" fmla="*/ 107430 w 5193674"/>
                <a:gd name="connsiteY4-70" fmla="*/ 187556 h 714030"/>
                <a:gd name="connsiteX0-71" fmla="*/ 89779 w 5176023"/>
                <a:gd name="connsiteY0-72" fmla="*/ 218381 h 744855"/>
                <a:gd name="connsiteX1-73" fmla="*/ 3286369 w 5176023"/>
                <a:gd name="connsiteY1-74" fmla="*/ 36011 h 744855"/>
                <a:gd name="connsiteX2-75" fmla="*/ 5172319 w 5176023"/>
                <a:gd name="connsiteY2-76" fmla="*/ 393641 h 744855"/>
                <a:gd name="connsiteX3-77" fmla="*/ 1152769 w 5176023"/>
                <a:gd name="connsiteY3-78" fmla="*/ 713171 h 744855"/>
                <a:gd name="connsiteX4-79" fmla="*/ 89779 w 5176023"/>
                <a:gd name="connsiteY4-80" fmla="*/ 218381 h 744855"/>
                <a:gd name="connsiteX0-81" fmla="*/ 86611 w 5210975"/>
                <a:gd name="connsiteY0-82" fmla="*/ 245965 h 723357"/>
                <a:gd name="connsiteX1-83" fmla="*/ 3321301 w 5210975"/>
                <a:gd name="connsiteY1-84" fmla="*/ 17875 h 723357"/>
                <a:gd name="connsiteX2-85" fmla="*/ 5207251 w 5210975"/>
                <a:gd name="connsiteY2-86" fmla="*/ 375505 h 723357"/>
                <a:gd name="connsiteX3-87" fmla="*/ 1187701 w 5210975"/>
                <a:gd name="connsiteY3-88" fmla="*/ 695035 h 723357"/>
                <a:gd name="connsiteX4-89" fmla="*/ 86611 w 5210975"/>
                <a:gd name="connsiteY4-90" fmla="*/ 245965 h 723357"/>
                <a:gd name="connsiteX0-91" fmla="*/ 43224 w 5167588"/>
                <a:gd name="connsiteY0-92" fmla="*/ 255515 h 732907"/>
                <a:gd name="connsiteX1-93" fmla="*/ 3277914 w 5167588"/>
                <a:gd name="connsiteY1-94" fmla="*/ 27425 h 732907"/>
                <a:gd name="connsiteX2-95" fmla="*/ 5163864 w 5167588"/>
                <a:gd name="connsiteY2-96" fmla="*/ 385055 h 732907"/>
                <a:gd name="connsiteX3-97" fmla="*/ 1144314 w 5167588"/>
                <a:gd name="connsiteY3-98" fmla="*/ 704585 h 732907"/>
                <a:gd name="connsiteX4-99" fmla="*/ 43224 w 5167588"/>
                <a:gd name="connsiteY4-100" fmla="*/ 255515 h 732907"/>
                <a:gd name="connsiteX0-101" fmla="*/ 28682 w 5153046"/>
                <a:gd name="connsiteY0-102" fmla="*/ 257665 h 735057"/>
                <a:gd name="connsiteX1-103" fmla="*/ 3263372 w 5153046"/>
                <a:gd name="connsiteY1-104" fmla="*/ 29575 h 735057"/>
                <a:gd name="connsiteX2-105" fmla="*/ 5149322 w 5153046"/>
                <a:gd name="connsiteY2-106" fmla="*/ 387205 h 735057"/>
                <a:gd name="connsiteX3-107" fmla="*/ 1129772 w 5153046"/>
                <a:gd name="connsiteY3-108" fmla="*/ 706735 h 735057"/>
                <a:gd name="connsiteX4-109" fmla="*/ 28682 w 5153046"/>
                <a:gd name="connsiteY4-110" fmla="*/ 257665 h 735057"/>
                <a:gd name="connsiteX0-111" fmla="*/ 45765 w 5170129"/>
                <a:gd name="connsiteY0-112" fmla="*/ 259882 h 737274"/>
                <a:gd name="connsiteX1-113" fmla="*/ 3280455 w 5170129"/>
                <a:gd name="connsiteY1-114" fmla="*/ 31792 h 737274"/>
                <a:gd name="connsiteX2-115" fmla="*/ 5166405 w 5170129"/>
                <a:gd name="connsiteY2-116" fmla="*/ 389422 h 737274"/>
                <a:gd name="connsiteX3-117" fmla="*/ 1146855 w 5170129"/>
                <a:gd name="connsiteY3-118" fmla="*/ 708952 h 737274"/>
                <a:gd name="connsiteX4-119" fmla="*/ 45765 w 5170129"/>
                <a:gd name="connsiteY4-120" fmla="*/ 259882 h 737274"/>
                <a:gd name="connsiteX0-121" fmla="*/ 72525 w 5196889"/>
                <a:gd name="connsiteY0-122" fmla="*/ 266896 h 744288"/>
                <a:gd name="connsiteX1-123" fmla="*/ 3307215 w 5196889"/>
                <a:gd name="connsiteY1-124" fmla="*/ 38806 h 744288"/>
                <a:gd name="connsiteX2-125" fmla="*/ 5193165 w 5196889"/>
                <a:gd name="connsiteY2-126" fmla="*/ 396436 h 744288"/>
                <a:gd name="connsiteX3-127" fmla="*/ 1173615 w 5196889"/>
                <a:gd name="connsiteY3-128" fmla="*/ 715966 h 744288"/>
                <a:gd name="connsiteX4-129" fmla="*/ 72525 w 5196889"/>
                <a:gd name="connsiteY4-130" fmla="*/ 266896 h 74428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5196889" h="744288">
                  <a:moveTo>
                    <a:pt x="72525" y="266896"/>
                  </a:moveTo>
                  <a:cubicBezTo>
                    <a:pt x="344305" y="-112664"/>
                    <a:pt x="2453775" y="17216"/>
                    <a:pt x="3307215" y="38806"/>
                  </a:cubicBezTo>
                  <a:cubicBezTo>
                    <a:pt x="4160655" y="60396"/>
                    <a:pt x="5269365" y="25480"/>
                    <a:pt x="5193165" y="396436"/>
                  </a:cubicBezTo>
                  <a:cubicBezTo>
                    <a:pt x="5155065" y="851212"/>
                    <a:pt x="2027055" y="737556"/>
                    <a:pt x="1173615" y="715966"/>
                  </a:cubicBezTo>
                  <a:cubicBezTo>
                    <a:pt x="320175" y="694376"/>
                    <a:pt x="-199255" y="646456"/>
                    <a:pt x="72525" y="266896"/>
                  </a:cubicBezTo>
                  <a:close/>
                </a:path>
              </a:pathLst>
            </a:custGeom>
            <a:solidFill>
              <a:srgbClr val="B0C0F4"/>
            </a:solidFill>
            <a:ln w="66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174" name="椭圆 173"/>
            <p:cNvSpPr/>
            <p:nvPr/>
          </p:nvSpPr>
          <p:spPr>
            <a:xfrm>
              <a:off x="1544273" y="1974450"/>
              <a:ext cx="616350" cy="616350"/>
            </a:xfrm>
            <a:prstGeom prst="ellipse">
              <a:avLst/>
            </a:prstGeom>
            <a:solidFill>
              <a:srgbClr val="6887EA"/>
            </a:solidFill>
            <a:ln w="66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175" name="文本框 174"/>
            <p:cNvSpPr txBox="1"/>
            <p:nvPr/>
          </p:nvSpPr>
          <p:spPr>
            <a:xfrm>
              <a:off x="2557990" y="2111161"/>
              <a:ext cx="269250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solidFill>
                    <a:schemeClr val="bg1"/>
                  </a:solidFill>
                </a:rPr>
                <a:t>单击此处添加标题文本</a:t>
              </a:r>
              <a:endParaRPr lang="zh-CN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176" name="文本框 175"/>
            <p:cNvSpPr txBox="1"/>
            <p:nvPr/>
          </p:nvSpPr>
          <p:spPr>
            <a:xfrm>
              <a:off x="1601045" y="2050707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solidFill>
                    <a:schemeClr val="bg1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rPr>
                <a:t>02</a:t>
              </a:r>
              <a:endParaRPr lang="zh-CN" altLang="en-US" sz="2400" dirty="0">
                <a:solidFill>
                  <a:schemeClr val="bg1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</a:endParaRPr>
            </a:p>
          </p:txBody>
        </p:sp>
      </p:grpSp>
      <p:grpSp>
        <p:nvGrpSpPr>
          <p:cNvPr id="177" name="组合 176"/>
          <p:cNvGrpSpPr/>
          <p:nvPr/>
        </p:nvGrpSpPr>
        <p:grpSpPr>
          <a:xfrm>
            <a:off x="902835" y="3936188"/>
            <a:ext cx="5196889" cy="616350"/>
            <a:chOff x="902835" y="1974450"/>
            <a:chExt cx="5196889" cy="616350"/>
          </a:xfrm>
        </p:grpSpPr>
        <p:sp>
          <p:nvSpPr>
            <p:cNvPr id="178" name="椭圆 2"/>
            <p:cNvSpPr/>
            <p:nvPr/>
          </p:nvSpPr>
          <p:spPr>
            <a:xfrm>
              <a:off x="902835" y="1974450"/>
              <a:ext cx="5196889" cy="597932"/>
            </a:xfrm>
            <a:custGeom>
              <a:avLst/>
              <a:gdLst>
                <a:gd name="connsiteX0" fmla="*/ 0 w 5082540"/>
                <a:gd name="connsiteY0" fmla="*/ 395730 h 791459"/>
                <a:gd name="connsiteX1" fmla="*/ 2541270 w 5082540"/>
                <a:gd name="connsiteY1" fmla="*/ 0 h 791459"/>
                <a:gd name="connsiteX2" fmla="*/ 5082540 w 5082540"/>
                <a:gd name="connsiteY2" fmla="*/ 395730 h 791459"/>
                <a:gd name="connsiteX3" fmla="*/ 2541270 w 5082540"/>
                <a:gd name="connsiteY3" fmla="*/ 791460 h 791459"/>
                <a:gd name="connsiteX4" fmla="*/ 0 w 5082540"/>
                <a:gd name="connsiteY4" fmla="*/ 395730 h 791459"/>
                <a:gd name="connsiteX0-1" fmla="*/ 145828 w 5228368"/>
                <a:gd name="connsiteY0-2" fmla="*/ 395730 h 715260"/>
                <a:gd name="connsiteX1-3" fmla="*/ 2687098 w 5228368"/>
                <a:gd name="connsiteY1-4" fmla="*/ 0 h 715260"/>
                <a:gd name="connsiteX2-5" fmla="*/ 5228368 w 5228368"/>
                <a:gd name="connsiteY2-6" fmla="*/ 395730 h 715260"/>
                <a:gd name="connsiteX3-7" fmla="*/ 1208818 w 5228368"/>
                <a:gd name="connsiteY3-8" fmla="*/ 715260 h 715260"/>
                <a:gd name="connsiteX4-9" fmla="*/ 145828 w 5228368"/>
                <a:gd name="connsiteY4-10" fmla="*/ 395730 h 715260"/>
                <a:gd name="connsiteX0-11" fmla="*/ 220894 w 5303434"/>
                <a:gd name="connsiteY0-12" fmla="*/ 334770 h 654300"/>
                <a:gd name="connsiteX1-13" fmla="*/ 3775624 w 5303434"/>
                <a:gd name="connsiteY1-14" fmla="*/ 0 h 654300"/>
                <a:gd name="connsiteX2-15" fmla="*/ 5303434 w 5303434"/>
                <a:gd name="connsiteY2-16" fmla="*/ 334770 h 654300"/>
                <a:gd name="connsiteX3-17" fmla="*/ 1283884 w 5303434"/>
                <a:gd name="connsiteY3-18" fmla="*/ 654300 h 654300"/>
                <a:gd name="connsiteX4-19" fmla="*/ 220894 w 5303434"/>
                <a:gd name="connsiteY4-20" fmla="*/ 334770 h 654300"/>
                <a:gd name="connsiteX0-21" fmla="*/ 131008 w 5213548"/>
                <a:gd name="connsiteY0-22" fmla="*/ 165594 h 664455"/>
                <a:gd name="connsiteX1-23" fmla="*/ 3685738 w 5213548"/>
                <a:gd name="connsiteY1-24" fmla="*/ 6084 h 664455"/>
                <a:gd name="connsiteX2-25" fmla="*/ 5213548 w 5213548"/>
                <a:gd name="connsiteY2-26" fmla="*/ 340854 h 664455"/>
                <a:gd name="connsiteX3-27" fmla="*/ 1193998 w 5213548"/>
                <a:gd name="connsiteY3-28" fmla="*/ 660384 h 664455"/>
                <a:gd name="connsiteX4-29" fmla="*/ 131008 w 5213548"/>
                <a:gd name="connsiteY4-30" fmla="*/ 165594 h 664455"/>
                <a:gd name="connsiteX0-31" fmla="*/ 106935 w 5189475"/>
                <a:gd name="connsiteY0-32" fmla="*/ 217356 h 716217"/>
                <a:gd name="connsiteX1-33" fmla="*/ 3661665 w 5189475"/>
                <a:gd name="connsiteY1-34" fmla="*/ 57846 h 716217"/>
                <a:gd name="connsiteX2-35" fmla="*/ 5189475 w 5189475"/>
                <a:gd name="connsiteY2-36" fmla="*/ 392616 h 716217"/>
                <a:gd name="connsiteX3-37" fmla="*/ 1169925 w 5189475"/>
                <a:gd name="connsiteY3-38" fmla="*/ 712146 h 716217"/>
                <a:gd name="connsiteX4-39" fmla="*/ 106935 w 5189475"/>
                <a:gd name="connsiteY4-40" fmla="*/ 217356 h 716217"/>
                <a:gd name="connsiteX0-41" fmla="*/ 106935 w 5189475"/>
                <a:gd name="connsiteY0-42" fmla="*/ 217356 h 743830"/>
                <a:gd name="connsiteX1-43" fmla="*/ 3661665 w 5189475"/>
                <a:gd name="connsiteY1-44" fmla="*/ 57846 h 743830"/>
                <a:gd name="connsiteX2-45" fmla="*/ 5189475 w 5189475"/>
                <a:gd name="connsiteY2-46" fmla="*/ 392616 h 743830"/>
                <a:gd name="connsiteX3-47" fmla="*/ 1169925 w 5189475"/>
                <a:gd name="connsiteY3-48" fmla="*/ 712146 h 743830"/>
                <a:gd name="connsiteX4-49" fmla="*/ 106935 w 5189475"/>
                <a:gd name="connsiteY4-50" fmla="*/ 217356 h 743830"/>
                <a:gd name="connsiteX0-51" fmla="*/ 106935 w 5194775"/>
                <a:gd name="connsiteY0-52" fmla="*/ 217356 h 743830"/>
                <a:gd name="connsiteX1-53" fmla="*/ 3661665 w 5194775"/>
                <a:gd name="connsiteY1-54" fmla="*/ 57846 h 743830"/>
                <a:gd name="connsiteX2-55" fmla="*/ 5189475 w 5194775"/>
                <a:gd name="connsiteY2-56" fmla="*/ 392616 h 743830"/>
                <a:gd name="connsiteX3-57" fmla="*/ 1169925 w 5194775"/>
                <a:gd name="connsiteY3-58" fmla="*/ 712146 h 743830"/>
                <a:gd name="connsiteX4-59" fmla="*/ 106935 w 5194775"/>
                <a:gd name="connsiteY4-60" fmla="*/ 217356 h 743830"/>
                <a:gd name="connsiteX0-61" fmla="*/ 107430 w 5193674"/>
                <a:gd name="connsiteY0-62" fmla="*/ 187556 h 714030"/>
                <a:gd name="connsiteX1-63" fmla="*/ 3304020 w 5193674"/>
                <a:gd name="connsiteY1-64" fmla="*/ 5186 h 714030"/>
                <a:gd name="connsiteX2-65" fmla="*/ 5189970 w 5193674"/>
                <a:gd name="connsiteY2-66" fmla="*/ 362816 h 714030"/>
                <a:gd name="connsiteX3-67" fmla="*/ 1170420 w 5193674"/>
                <a:gd name="connsiteY3-68" fmla="*/ 682346 h 714030"/>
                <a:gd name="connsiteX4-69" fmla="*/ 107430 w 5193674"/>
                <a:gd name="connsiteY4-70" fmla="*/ 187556 h 714030"/>
                <a:gd name="connsiteX0-71" fmla="*/ 89779 w 5176023"/>
                <a:gd name="connsiteY0-72" fmla="*/ 218381 h 744855"/>
                <a:gd name="connsiteX1-73" fmla="*/ 3286369 w 5176023"/>
                <a:gd name="connsiteY1-74" fmla="*/ 36011 h 744855"/>
                <a:gd name="connsiteX2-75" fmla="*/ 5172319 w 5176023"/>
                <a:gd name="connsiteY2-76" fmla="*/ 393641 h 744855"/>
                <a:gd name="connsiteX3-77" fmla="*/ 1152769 w 5176023"/>
                <a:gd name="connsiteY3-78" fmla="*/ 713171 h 744855"/>
                <a:gd name="connsiteX4-79" fmla="*/ 89779 w 5176023"/>
                <a:gd name="connsiteY4-80" fmla="*/ 218381 h 744855"/>
                <a:gd name="connsiteX0-81" fmla="*/ 86611 w 5210975"/>
                <a:gd name="connsiteY0-82" fmla="*/ 245965 h 723357"/>
                <a:gd name="connsiteX1-83" fmla="*/ 3321301 w 5210975"/>
                <a:gd name="connsiteY1-84" fmla="*/ 17875 h 723357"/>
                <a:gd name="connsiteX2-85" fmla="*/ 5207251 w 5210975"/>
                <a:gd name="connsiteY2-86" fmla="*/ 375505 h 723357"/>
                <a:gd name="connsiteX3-87" fmla="*/ 1187701 w 5210975"/>
                <a:gd name="connsiteY3-88" fmla="*/ 695035 h 723357"/>
                <a:gd name="connsiteX4-89" fmla="*/ 86611 w 5210975"/>
                <a:gd name="connsiteY4-90" fmla="*/ 245965 h 723357"/>
                <a:gd name="connsiteX0-91" fmla="*/ 43224 w 5167588"/>
                <a:gd name="connsiteY0-92" fmla="*/ 255515 h 732907"/>
                <a:gd name="connsiteX1-93" fmla="*/ 3277914 w 5167588"/>
                <a:gd name="connsiteY1-94" fmla="*/ 27425 h 732907"/>
                <a:gd name="connsiteX2-95" fmla="*/ 5163864 w 5167588"/>
                <a:gd name="connsiteY2-96" fmla="*/ 385055 h 732907"/>
                <a:gd name="connsiteX3-97" fmla="*/ 1144314 w 5167588"/>
                <a:gd name="connsiteY3-98" fmla="*/ 704585 h 732907"/>
                <a:gd name="connsiteX4-99" fmla="*/ 43224 w 5167588"/>
                <a:gd name="connsiteY4-100" fmla="*/ 255515 h 732907"/>
                <a:gd name="connsiteX0-101" fmla="*/ 28682 w 5153046"/>
                <a:gd name="connsiteY0-102" fmla="*/ 257665 h 735057"/>
                <a:gd name="connsiteX1-103" fmla="*/ 3263372 w 5153046"/>
                <a:gd name="connsiteY1-104" fmla="*/ 29575 h 735057"/>
                <a:gd name="connsiteX2-105" fmla="*/ 5149322 w 5153046"/>
                <a:gd name="connsiteY2-106" fmla="*/ 387205 h 735057"/>
                <a:gd name="connsiteX3-107" fmla="*/ 1129772 w 5153046"/>
                <a:gd name="connsiteY3-108" fmla="*/ 706735 h 735057"/>
                <a:gd name="connsiteX4-109" fmla="*/ 28682 w 5153046"/>
                <a:gd name="connsiteY4-110" fmla="*/ 257665 h 735057"/>
                <a:gd name="connsiteX0-111" fmla="*/ 45765 w 5170129"/>
                <a:gd name="connsiteY0-112" fmla="*/ 259882 h 737274"/>
                <a:gd name="connsiteX1-113" fmla="*/ 3280455 w 5170129"/>
                <a:gd name="connsiteY1-114" fmla="*/ 31792 h 737274"/>
                <a:gd name="connsiteX2-115" fmla="*/ 5166405 w 5170129"/>
                <a:gd name="connsiteY2-116" fmla="*/ 389422 h 737274"/>
                <a:gd name="connsiteX3-117" fmla="*/ 1146855 w 5170129"/>
                <a:gd name="connsiteY3-118" fmla="*/ 708952 h 737274"/>
                <a:gd name="connsiteX4-119" fmla="*/ 45765 w 5170129"/>
                <a:gd name="connsiteY4-120" fmla="*/ 259882 h 737274"/>
                <a:gd name="connsiteX0-121" fmla="*/ 72525 w 5196889"/>
                <a:gd name="connsiteY0-122" fmla="*/ 266896 h 744288"/>
                <a:gd name="connsiteX1-123" fmla="*/ 3307215 w 5196889"/>
                <a:gd name="connsiteY1-124" fmla="*/ 38806 h 744288"/>
                <a:gd name="connsiteX2-125" fmla="*/ 5193165 w 5196889"/>
                <a:gd name="connsiteY2-126" fmla="*/ 396436 h 744288"/>
                <a:gd name="connsiteX3-127" fmla="*/ 1173615 w 5196889"/>
                <a:gd name="connsiteY3-128" fmla="*/ 715966 h 744288"/>
                <a:gd name="connsiteX4-129" fmla="*/ 72525 w 5196889"/>
                <a:gd name="connsiteY4-130" fmla="*/ 266896 h 74428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5196889" h="744288">
                  <a:moveTo>
                    <a:pt x="72525" y="266896"/>
                  </a:moveTo>
                  <a:cubicBezTo>
                    <a:pt x="344305" y="-112664"/>
                    <a:pt x="2453775" y="17216"/>
                    <a:pt x="3307215" y="38806"/>
                  </a:cubicBezTo>
                  <a:cubicBezTo>
                    <a:pt x="4160655" y="60396"/>
                    <a:pt x="5269365" y="25480"/>
                    <a:pt x="5193165" y="396436"/>
                  </a:cubicBezTo>
                  <a:cubicBezTo>
                    <a:pt x="5155065" y="851212"/>
                    <a:pt x="2027055" y="737556"/>
                    <a:pt x="1173615" y="715966"/>
                  </a:cubicBezTo>
                  <a:cubicBezTo>
                    <a:pt x="320175" y="694376"/>
                    <a:pt x="-199255" y="646456"/>
                    <a:pt x="72525" y="266896"/>
                  </a:cubicBezTo>
                  <a:close/>
                </a:path>
              </a:pathLst>
            </a:custGeom>
            <a:solidFill>
              <a:srgbClr val="B0C0F4"/>
            </a:solidFill>
            <a:ln w="66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179" name="椭圆 178"/>
            <p:cNvSpPr/>
            <p:nvPr/>
          </p:nvSpPr>
          <p:spPr>
            <a:xfrm>
              <a:off x="1544273" y="1974450"/>
              <a:ext cx="616350" cy="616350"/>
            </a:xfrm>
            <a:prstGeom prst="ellipse">
              <a:avLst/>
            </a:prstGeom>
            <a:solidFill>
              <a:srgbClr val="6887EA"/>
            </a:solidFill>
            <a:ln w="66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180" name="文本框 179"/>
            <p:cNvSpPr txBox="1"/>
            <p:nvPr/>
          </p:nvSpPr>
          <p:spPr>
            <a:xfrm>
              <a:off x="2557990" y="2111161"/>
              <a:ext cx="269250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solidFill>
                    <a:schemeClr val="bg1"/>
                  </a:solidFill>
                </a:rPr>
                <a:t>单击此处添加标题文本</a:t>
              </a:r>
              <a:endParaRPr lang="zh-CN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181" name="文本框 180"/>
            <p:cNvSpPr txBox="1"/>
            <p:nvPr/>
          </p:nvSpPr>
          <p:spPr>
            <a:xfrm>
              <a:off x="1601045" y="2050707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solidFill>
                    <a:schemeClr val="bg1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rPr>
                <a:t>03</a:t>
              </a:r>
              <a:endParaRPr lang="zh-CN" altLang="en-US" sz="2400" dirty="0">
                <a:solidFill>
                  <a:schemeClr val="bg1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</a:endParaRPr>
            </a:p>
          </p:txBody>
        </p:sp>
      </p:grpSp>
      <p:grpSp>
        <p:nvGrpSpPr>
          <p:cNvPr id="182" name="组合 181"/>
          <p:cNvGrpSpPr/>
          <p:nvPr/>
        </p:nvGrpSpPr>
        <p:grpSpPr>
          <a:xfrm>
            <a:off x="902835" y="4917057"/>
            <a:ext cx="5196889" cy="616350"/>
            <a:chOff x="902835" y="1974450"/>
            <a:chExt cx="5196889" cy="616350"/>
          </a:xfrm>
        </p:grpSpPr>
        <p:sp>
          <p:nvSpPr>
            <p:cNvPr id="186" name="椭圆 2"/>
            <p:cNvSpPr/>
            <p:nvPr/>
          </p:nvSpPr>
          <p:spPr>
            <a:xfrm>
              <a:off x="902835" y="1974450"/>
              <a:ext cx="5196889" cy="597932"/>
            </a:xfrm>
            <a:custGeom>
              <a:avLst/>
              <a:gdLst>
                <a:gd name="connsiteX0" fmla="*/ 0 w 5082540"/>
                <a:gd name="connsiteY0" fmla="*/ 395730 h 791459"/>
                <a:gd name="connsiteX1" fmla="*/ 2541270 w 5082540"/>
                <a:gd name="connsiteY1" fmla="*/ 0 h 791459"/>
                <a:gd name="connsiteX2" fmla="*/ 5082540 w 5082540"/>
                <a:gd name="connsiteY2" fmla="*/ 395730 h 791459"/>
                <a:gd name="connsiteX3" fmla="*/ 2541270 w 5082540"/>
                <a:gd name="connsiteY3" fmla="*/ 791460 h 791459"/>
                <a:gd name="connsiteX4" fmla="*/ 0 w 5082540"/>
                <a:gd name="connsiteY4" fmla="*/ 395730 h 791459"/>
                <a:gd name="connsiteX0-1" fmla="*/ 145828 w 5228368"/>
                <a:gd name="connsiteY0-2" fmla="*/ 395730 h 715260"/>
                <a:gd name="connsiteX1-3" fmla="*/ 2687098 w 5228368"/>
                <a:gd name="connsiteY1-4" fmla="*/ 0 h 715260"/>
                <a:gd name="connsiteX2-5" fmla="*/ 5228368 w 5228368"/>
                <a:gd name="connsiteY2-6" fmla="*/ 395730 h 715260"/>
                <a:gd name="connsiteX3-7" fmla="*/ 1208818 w 5228368"/>
                <a:gd name="connsiteY3-8" fmla="*/ 715260 h 715260"/>
                <a:gd name="connsiteX4-9" fmla="*/ 145828 w 5228368"/>
                <a:gd name="connsiteY4-10" fmla="*/ 395730 h 715260"/>
                <a:gd name="connsiteX0-11" fmla="*/ 220894 w 5303434"/>
                <a:gd name="connsiteY0-12" fmla="*/ 334770 h 654300"/>
                <a:gd name="connsiteX1-13" fmla="*/ 3775624 w 5303434"/>
                <a:gd name="connsiteY1-14" fmla="*/ 0 h 654300"/>
                <a:gd name="connsiteX2-15" fmla="*/ 5303434 w 5303434"/>
                <a:gd name="connsiteY2-16" fmla="*/ 334770 h 654300"/>
                <a:gd name="connsiteX3-17" fmla="*/ 1283884 w 5303434"/>
                <a:gd name="connsiteY3-18" fmla="*/ 654300 h 654300"/>
                <a:gd name="connsiteX4-19" fmla="*/ 220894 w 5303434"/>
                <a:gd name="connsiteY4-20" fmla="*/ 334770 h 654300"/>
                <a:gd name="connsiteX0-21" fmla="*/ 131008 w 5213548"/>
                <a:gd name="connsiteY0-22" fmla="*/ 165594 h 664455"/>
                <a:gd name="connsiteX1-23" fmla="*/ 3685738 w 5213548"/>
                <a:gd name="connsiteY1-24" fmla="*/ 6084 h 664455"/>
                <a:gd name="connsiteX2-25" fmla="*/ 5213548 w 5213548"/>
                <a:gd name="connsiteY2-26" fmla="*/ 340854 h 664455"/>
                <a:gd name="connsiteX3-27" fmla="*/ 1193998 w 5213548"/>
                <a:gd name="connsiteY3-28" fmla="*/ 660384 h 664455"/>
                <a:gd name="connsiteX4-29" fmla="*/ 131008 w 5213548"/>
                <a:gd name="connsiteY4-30" fmla="*/ 165594 h 664455"/>
                <a:gd name="connsiteX0-31" fmla="*/ 106935 w 5189475"/>
                <a:gd name="connsiteY0-32" fmla="*/ 217356 h 716217"/>
                <a:gd name="connsiteX1-33" fmla="*/ 3661665 w 5189475"/>
                <a:gd name="connsiteY1-34" fmla="*/ 57846 h 716217"/>
                <a:gd name="connsiteX2-35" fmla="*/ 5189475 w 5189475"/>
                <a:gd name="connsiteY2-36" fmla="*/ 392616 h 716217"/>
                <a:gd name="connsiteX3-37" fmla="*/ 1169925 w 5189475"/>
                <a:gd name="connsiteY3-38" fmla="*/ 712146 h 716217"/>
                <a:gd name="connsiteX4-39" fmla="*/ 106935 w 5189475"/>
                <a:gd name="connsiteY4-40" fmla="*/ 217356 h 716217"/>
                <a:gd name="connsiteX0-41" fmla="*/ 106935 w 5189475"/>
                <a:gd name="connsiteY0-42" fmla="*/ 217356 h 743830"/>
                <a:gd name="connsiteX1-43" fmla="*/ 3661665 w 5189475"/>
                <a:gd name="connsiteY1-44" fmla="*/ 57846 h 743830"/>
                <a:gd name="connsiteX2-45" fmla="*/ 5189475 w 5189475"/>
                <a:gd name="connsiteY2-46" fmla="*/ 392616 h 743830"/>
                <a:gd name="connsiteX3-47" fmla="*/ 1169925 w 5189475"/>
                <a:gd name="connsiteY3-48" fmla="*/ 712146 h 743830"/>
                <a:gd name="connsiteX4-49" fmla="*/ 106935 w 5189475"/>
                <a:gd name="connsiteY4-50" fmla="*/ 217356 h 743830"/>
                <a:gd name="connsiteX0-51" fmla="*/ 106935 w 5194775"/>
                <a:gd name="connsiteY0-52" fmla="*/ 217356 h 743830"/>
                <a:gd name="connsiteX1-53" fmla="*/ 3661665 w 5194775"/>
                <a:gd name="connsiteY1-54" fmla="*/ 57846 h 743830"/>
                <a:gd name="connsiteX2-55" fmla="*/ 5189475 w 5194775"/>
                <a:gd name="connsiteY2-56" fmla="*/ 392616 h 743830"/>
                <a:gd name="connsiteX3-57" fmla="*/ 1169925 w 5194775"/>
                <a:gd name="connsiteY3-58" fmla="*/ 712146 h 743830"/>
                <a:gd name="connsiteX4-59" fmla="*/ 106935 w 5194775"/>
                <a:gd name="connsiteY4-60" fmla="*/ 217356 h 743830"/>
                <a:gd name="connsiteX0-61" fmla="*/ 107430 w 5193674"/>
                <a:gd name="connsiteY0-62" fmla="*/ 187556 h 714030"/>
                <a:gd name="connsiteX1-63" fmla="*/ 3304020 w 5193674"/>
                <a:gd name="connsiteY1-64" fmla="*/ 5186 h 714030"/>
                <a:gd name="connsiteX2-65" fmla="*/ 5189970 w 5193674"/>
                <a:gd name="connsiteY2-66" fmla="*/ 362816 h 714030"/>
                <a:gd name="connsiteX3-67" fmla="*/ 1170420 w 5193674"/>
                <a:gd name="connsiteY3-68" fmla="*/ 682346 h 714030"/>
                <a:gd name="connsiteX4-69" fmla="*/ 107430 w 5193674"/>
                <a:gd name="connsiteY4-70" fmla="*/ 187556 h 714030"/>
                <a:gd name="connsiteX0-71" fmla="*/ 89779 w 5176023"/>
                <a:gd name="connsiteY0-72" fmla="*/ 218381 h 744855"/>
                <a:gd name="connsiteX1-73" fmla="*/ 3286369 w 5176023"/>
                <a:gd name="connsiteY1-74" fmla="*/ 36011 h 744855"/>
                <a:gd name="connsiteX2-75" fmla="*/ 5172319 w 5176023"/>
                <a:gd name="connsiteY2-76" fmla="*/ 393641 h 744855"/>
                <a:gd name="connsiteX3-77" fmla="*/ 1152769 w 5176023"/>
                <a:gd name="connsiteY3-78" fmla="*/ 713171 h 744855"/>
                <a:gd name="connsiteX4-79" fmla="*/ 89779 w 5176023"/>
                <a:gd name="connsiteY4-80" fmla="*/ 218381 h 744855"/>
                <a:gd name="connsiteX0-81" fmla="*/ 86611 w 5210975"/>
                <a:gd name="connsiteY0-82" fmla="*/ 245965 h 723357"/>
                <a:gd name="connsiteX1-83" fmla="*/ 3321301 w 5210975"/>
                <a:gd name="connsiteY1-84" fmla="*/ 17875 h 723357"/>
                <a:gd name="connsiteX2-85" fmla="*/ 5207251 w 5210975"/>
                <a:gd name="connsiteY2-86" fmla="*/ 375505 h 723357"/>
                <a:gd name="connsiteX3-87" fmla="*/ 1187701 w 5210975"/>
                <a:gd name="connsiteY3-88" fmla="*/ 695035 h 723357"/>
                <a:gd name="connsiteX4-89" fmla="*/ 86611 w 5210975"/>
                <a:gd name="connsiteY4-90" fmla="*/ 245965 h 723357"/>
                <a:gd name="connsiteX0-91" fmla="*/ 43224 w 5167588"/>
                <a:gd name="connsiteY0-92" fmla="*/ 255515 h 732907"/>
                <a:gd name="connsiteX1-93" fmla="*/ 3277914 w 5167588"/>
                <a:gd name="connsiteY1-94" fmla="*/ 27425 h 732907"/>
                <a:gd name="connsiteX2-95" fmla="*/ 5163864 w 5167588"/>
                <a:gd name="connsiteY2-96" fmla="*/ 385055 h 732907"/>
                <a:gd name="connsiteX3-97" fmla="*/ 1144314 w 5167588"/>
                <a:gd name="connsiteY3-98" fmla="*/ 704585 h 732907"/>
                <a:gd name="connsiteX4-99" fmla="*/ 43224 w 5167588"/>
                <a:gd name="connsiteY4-100" fmla="*/ 255515 h 732907"/>
                <a:gd name="connsiteX0-101" fmla="*/ 28682 w 5153046"/>
                <a:gd name="connsiteY0-102" fmla="*/ 257665 h 735057"/>
                <a:gd name="connsiteX1-103" fmla="*/ 3263372 w 5153046"/>
                <a:gd name="connsiteY1-104" fmla="*/ 29575 h 735057"/>
                <a:gd name="connsiteX2-105" fmla="*/ 5149322 w 5153046"/>
                <a:gd name="connsiteY2-106" fmla="*/ 387205 h 735057"/>
                <a:gd name="connsiteX3-107" fmla="*/ 1129772 w 5153046"/>
                <a:gd name="connsiteY3-108" fmla="*/ 706735 h 735057"/>
                <a:gd name="connsiteX4-109" fmla="*/ 28682 w 5153046"/>
                <a:gd name="connsiteY4-110" fmla="*/ 257665 h 735057"/>
                <a:gd name="connsiteX0-111" fmla="*/ 45765 w 5170129"/>
                <a:gd name="connsiteY0-112" fmla="*/ 259882 h 737274"/>
                <a:gd name="connsiteX1-113" fmla="*/ 3280455 w 5170129"/>
                <a:gd name="connsiteY1-114" fmla="*/ 31792 h 737274"/>
                <a:gd name="connsiteX2-115" fmla="*/ 5166405 w 5170129"/>
                <a:gd name="connsiteY2-116" fmla="*/ 389422 h 737274"/>
                <a:gd name="connsiteX3-117" fmla="*/ 1146855 w 5170129"/>
                <a:gd name="connsiteY3-118" fmla="*/ 708952 h 737274"/>
                <a:gd name="connsiteX4-119" fmla="*/ 45765 w 5170129"/>
                <a:gd name="connsiteY4-120" fmla="*/ 259882 h 737274"/>
                <a:gd name="connsiteX0-121" fmla="*/ 72525 w 5196889"/>
                <a:gd name="connsiteY0-122" fmla="*/ 266896 h 744288"/>
                <a:gd name="connsiteX1-123" fmla="*/ 3307215 w 5196889"/>
                <a:gd name="connsiteY1-124" fmla="*/ 38806 h 744288"/>
                <a:gd name="connsiteX2-125" fmla="*/ 5193165 w 5196889"/>
                <a:gd name="connsiteY2-126" fmla="*/ 396436 h 744288"/>
                <a:gd name="connsiteX3-127" fmla="*/ 1173615 w 5196889"/>
                <a:gd name="connsiteY3-128" fmla="*/ 715966 h 744288"/>
                <a:gd name="connsiteX4-129" fmla="*/ 72525 w 5196889"/>
                <a:gd name="connsiteY4-130" fmla="*/ 266896 h 74428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5196889" h="744288">
                  <a:moveTo>
                    <a:pt x="72525" y="266896"/>
                  </a:moveTo>
                  <a:cubicBezTo>
                    <a:pt x="344305" y="-112664"/>
                    <a:pt x="2453775" y="17216"/>
                    <a:pt x="3307215" y="38806"/>
                  </a:cubicBezTo>
                  <a:cubicBezTo>
                    <a:pt x="4160655" y="60396"/>
                    <a:pt x="5269365" y="25480"/>
                    <a:pt x="5193165" y="396436"/>
                  </a:cubicBezTo>
                  <a:cubicBezTo>
                    <a:pt x="5155065" y="851212"/>
                    <a:pt x="2027055" y="737556"/>
                    <a:pt x="1173615" y="715966"/>
                  </a:cubicBezTo>
                  <a:cubicBezTo>
                    <a:pt x="320175" y="694376"/>
                    <a:pt x="-199255" y="646456"/>
                    <a:pt x="72525" y="266896"/>
                  </a:cubicBezTo>
                  <a:close/>
                </a:path>
              </a:pathLst>
            </a:custGeom>
            <a:solidFill>
              <a:srgbClr val="B0C0F4"/>
            </a:solidFill>
            <a:ln w="66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187" name="椭圆 186"/>
            <p:cNvSpPr/>
            <p:nvPr/>
          </p:nvSpPr>
          <p:spPr>
            <a:xfrm>
              <a:off x="1544273" y="1974450"/>
              <a:ext cx="616350" cy="616350"/>
            </a:xfrm>
            <a:prstGeom prst="ellipse">
              <a:avLst/>
            </a:prstGeom>
            <a:solidFill>
              <a:srgbClr val="6887EA"/>
            </a:solidFill>
            <a:ln w="66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188" name="文本框 187"/>
            <p:cNvSpPr txBox="1"/>
            <p:nvPr/>
          </p:nvSpPr>
          <p:spPr>
            <a:xfrm>
              <a:off x="2557990" y="2111161"/>
              <a:ext cx="269250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solidFill>
                    <a:schemeClr val="bg1"/>
                  </a:solidFill>
                </a:rPr>
                <a:t>单击此处添加标题文本</a:t>
              </a:r>
              <a:endParaRPr lang="zh-CN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189" name="文本框 188"/>
            <p:cNvSpPr txBox="1"/>
            <p:nvPr/>
          </p:nvSpPr>
          <p:spPr>
            <a:xfrm>
              <a:off x="1601045" y="2050707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solidFill>
                    <a:schemeClr val="bg1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rPr>
                <a:t>04</a:t>
              </a:r>
              <a:endParaRPr lang="zh-CN" altLang="en-US" sz="2400" dirty="0">
                <a:solidFill>
                  <a:schemeClr val="bg1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组合 162" descr="D:\51PPT模板网\51pptmoban.com\图片.jpg"/>
          <p:cNvGrpSpPr/>
          <p:nvPr/>
        </p:nvGrpSpPr>
        <p:grpSpPr>
          <a:xfrm>
            <a:off x="6612252" y="790554"/>
            <a:ext cx="4990363" cy="5276891"/>
            <a:chOff x="2853053" y="-82"/>
            <a:chExt cx="6483576" cy="6855838"/>
          </a:xfrm>
        </p:grpSpPr>
        <p:grpSp>
          <p:nvGrpSpPr>
            <p:cNvPr id="7" name="图形 4"/>
            <p:cNvGrpSpPr/>
            <p:nvPr/>
          </p:nvGrpSpPr>
          <p:grpSpPr>
            <a:xfrm>
              <a:off x="2853053" y="-82"/>
              <a:ext cx="6434220" cy="6855838"/>
              <a:chOff x="2853053" y="-82"/>
              <a:chExt cx="6434220" cy="6855838"/>
            </a:xfrm>
            <a:solidFill>
              <a:srgbClr val="F8F8FF"/>
            </a:solidFill>
          </p:grpSpPr>
          <p:sp>
            <p:nvSpPr>
              <p:cNvPr id="8" name="任意多边形: 形状 7"/>
              <p:cNvSpPr/>
              <p:nvPr/>
            </p:nvSpPr>
            <p:spPr>
              <a:xfrm>
                <a:off x="3261008" y="-82"/>
                <a:ext cx="5660976" cy="6855838"/>
              </a:xfrm>
              <a:custGeom>
                <a:avLst/>
                <a:gdLst>
                  <a:gd name="connsiteX0" fmla="*/ 1915271 w 5660976"/>
                  <a:gd name="connsiteY0" fmla="*/ 467079 h 6855838"/>
                  <a:gd name="connsiteX1" fmla="*/ 361855 w 5660976"/>
                  <a:gd name="connsiteY1" fmla="*/ 1408260 h 6855838"/>
                  <a:gd name="connsiteX2" fmla="*/ 81222 w 5660976"/>
                  <a:gd name="connsiteY2" fmla="*/ 3348702 h 6855838"/>
                  <a:gd name="connsiteX3" fmla="*/ 1269543 w 5660976"/>
                  <a:gd name="connsiteY3" fmla="*/ 5872938 h 6855838"/>
                  <a:gd name="connsiteX4" fmla="*/ 2736304 w 5660976"/>
                  <a:gd name="connsiteY4" fmla="*/ 6774180 h 6855838"/>
                  <a:gd name="connsiteX5" fmla="*/ 5231500 w 5660976"/>
                  <a:gd name="connsiteY5" fmla="*/ 5961986 h 6855838"/>
                  <a:gd name="connsiteX6" fmla="*/ 5336629 w 5660976"/>
                  <a:gd name="connsiteY6" fmla="*/ 2923134 h 6855838"/>
                  <a:gd name="connsiteX7" fmla="*/ 3879902 w 5660976"/>
                  <a:gd name="connsiteY7" fmla="*/ 37524 h 6855838"/>
                  <a:gd name="connsiteX8" fmla="*/ 1915271 w 5660976"/>
                  <a:gd name="connsiteY8" fmla="*/ 467079 h 6855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660976" h="6855838">
                    <a:moveTo>
                      <a:pt x="1915271" y="467079"/>
                    </a:moveTo>
                    <a:cubicBezTo>
                      <a:pt x="1184416" y="1201257"/>
                      <a:pt x="824039" y="691094"/>
                      <a:pt x="361855" y="1408260"/>
                    </a:cubicBezTo>
                    <a:cubicBezTo>
                      <a:pt x="62814" y="1871972"/>
                      <a:pt x="-112225" y="2505208"/>
                      <a:pt x="81222" y="3348702"/>
                    </a:cubicBezTo>
                    <a:cubicBezTo>
                      <a:pt x="606736" y="5639288"/>
                      <a:pt x="565867" y="5405637"/>
                      <a:pt x="1269543" y="5872938"/>
                    </a:cubicBezTo>
                    <a:cubicBezTo>
                      <a:pt x="1973219" y="6340239"/>
                      <a:pt x="1778311" y="7107976"/>
                      <a:pt x="2736304" y="6774180"/>
                    </a:cubicBezTo>
                    <a:cubicBezTo>
                      <a:pt x="3694298" y="6440384"/>
                      <a:pt x="4876705" y="7208188"/>
                      <a:pt x="5231500" y="5961986"/>
                    </a:cubicBezTo>
                    <a:cubicBezTo>
                      <a:pt x="5586295" y="4715783"/>
                      <a:pt x="4666645" y="3611725"/>
                      <a:pt x="5336629" y="2923134"/>
                    </a:cubicBezTo>
                    <a:cubicBezTo>
                      <a:pt x="6006613" y="2234543"/>
                      <a:pt x="5693285" y="104310"/>
                      <a:pt x="3879902" y="37524"/>
                    </a:cubicBezTo>
                    <a:cubicBezTo>
                      <a:pt x="2871138" y="376"/>
                      <a:pt x="2507372" y="-127812"/>
                      <a:pt x="1915271" y="467079"/>
                    </a:cubicBezTo>
                    <a:close/>
                  </a:path>
                </a:pathLst>
              </a:custGeom>
              <a:solidFill>
                <a:srgbClr val="F8F8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" name="任意多边形: 形状 8"/>
              <p:cNvSpPr/>
              <p:nvPr/>
            </p:nvSpPr>
            <p:spPr>
              <a:xfrm>
                <a:off x="2853053" y="981534"/>
                <a:ext cx="6434220" cy="4686805"/>
              </a:xfrm>
              <a:custGeom>
                <a:avLst/>
                <a:gdLst>
                  <a:gd name="connsiteX0" fmla="*/ 2176762 w 6434220"/>
                  <a:gd name="connsiteY0" fmla="*/ 319321 h 4686805"/>
                  <a:gd name="connsiteX1" fmla="*/ 411226 w 6434220"/>
                  <a:gd name="connsiteY1" fmla="*/ 962723 h 4686805"/>
                  <a:gd name="connsiteX2" fmla="*/ 92249 w 6434220"/>
                  <a:gd name="connsiteY2" fmla="*/ 2289135 h 4686805"/>
                  <a:gd name="connsiteX3" fmla="*/ 1442850 w 6434220"/>
                  <a:gd name="connsiteY3" fmla="*/ 4014799 h 4686805"/>
                  <a:gd name="connsiteX4" fmla="*/ 3109902 w 6434220"/>
                  <a:gd name="connsiteY4" fmla="*/ 4630956 h 4686805"/>
                  <a:gd name="connsiteX5" fmla="*/ 5945871 w 6434220"/>
                  <a:gd name="connsiteY5" fmla="*/ 4075671 h 4686805"/>
                  <a:gd name="connsiteX6" fmla="*/ 6065488 w 6434220"/>
                  <a:gd name="connsiteY6" fmla="*/ 1998202 h 4686805"/>
                  <a:gd name="connsiteX7" fmla="*/ 4410065 w 6434220"/>
                  <a:gd name="connsiteY7" fmla="*/ 25463 h 4686805"/>
                  <a:gd name="connsiteX8" fmla="*/ 2176762 w 6434220"/>
                  <a:gd name="connsiteY8" fmla="*/ 319321 h 46868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434220" h="4686805">
                    <a:moveTo>
                      <a:pt x="2176762" y="319321"/>
                    </a:moveTo>
                    <a:cubicBezTo>
                      <a:pt x="1346094" y="821111"/>
                      <a:pt x="936541" y="472164"/>
                      <a:pt x="411226" y="962723"/>
                    </a:cubicBezTo>
                    <a:cubicBezTo>
                      <a:pt x="71649" y="1279706"/>
                      <a:pt x="-127579" y="1712651"/>
                      <a:pt x="92249" y="2289135"/>
                    </a:cubicBezTo>
                    <a:cubicBezTo>
                      <a:pt x="689600" y="3855111"/>
                      <a:pt x="643149" y="3695158"/>
                      <a:pt x="1442850" y="4014799"/>
                    </a:cubicBezTo>
                    <a:cubicBezTo>
                      <a:pt x="2242551" y="4334441"/>
                      <a:pt x="2020995" y="4859157"/>
                      <a:pt x="3109902" y="4630956"/>
                    </a:cubicBezTo>
                    <a:cubicBezTo>
                      <a:pt x="4198809" y="4402755"/>
                      <a:pt x="5542698" y="4927605"/>
                      <a:pt x="5945871" y="4075671"/>
                    </a:cubicBezTo>
                    <a:cubicBezTo>
                      <a:pt x="6349045" y="3223737"/>
                      <a:pt x="5303798" y="2468958"/>
                      <a:pt x="6065488" y="1998202"/>
                    </a:cubicBezTo>
                    <a:cubicBezTo>
                      <a:pt x="6827177" y="1527445"/>
                      <a:pt x="6470854" y="71050"/>
                      <a:pt x="4410065" y="25463"/>
                    </a:cubicBezTo>
                    <a:cubicBezTo>
                      <a:pt x="3263144" y="344"/>
                      <a:pt x="2849737" y="-87375"/>
                      <a:pt x="2176762" y="319321"/>
                    </a:cubicBezTo>
                    <a:close/>
                  </a:path>
                </a:pathLst>
              </a:custGeom>
              <a:solidFill>
                <a:srgbClr val="F8F8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10" name="图形 4"/>
            <p:cNvGrpSpPr/>
            <p:nvPr/>
          </p:nvGrpSpPr>
          <p:grpSpPr>
            <a:xfrm>
              <a:off x="4303683" y="1789326"/>
              <a:ext cx="3532002" cy="2458779"/>
              <a:chOff x="4303683" y="1789326"/>
              <a:chExt cx="3532002" cy="2458779"/>
            </a:xfrm>
          </p:grpSpPr>
          <p:sp>
            <p:nvSpPr>
              <p:cNvPr id="11" name="任意多边形: 形状 10"/>
              <p:cNvSpPr/>
              <p:nvPr/>
            </p:nvSpPr>
            <p:spPr>
              <a:xfrm>
                <a:off x="4549560" y="1789326"/>
                <a:ext cx="3286124" cy="2266063"/>
              </a:xfrm>
              <a:custGeom>
                <a:avLst/>
                <a:gdLst>
                  <a:gd name="connsiteX0" fmla="*/ 0 w 3286124"/>
                  <a:gd name="connsiteY0" fmla="*/ 93035 h 2266063"/>
                  <a:gd name="connsiteX1" fmla="*/ 0 w 3286124"/>
                  <a:gd name="connsiteY1" fmla="*/ 2266064 h 2266063"/>
                  <a:gd name="connsiteX2" fmla="*/ 3282802 w 3286124"/>
                  <a:gd name="connsiteY2" fmla="*/ 2266064 h 2266063"/>
                  <a:gd name="connsiteX3" fmla="*/ 3286125 w 3286124"/>
                  <a:gd name="connsiteY3" fmla="*/ 3323 h 2266063"/>
                  <a:gd name="connsiteX4" fmla="*/ 0 w 3286124"/>
                  <a:gd name="connsiteY4" fmla="*/ 0 h 2266063"/>
                  <a:gd name="connsiteX5" fmla="*/ 0 w 3286124"/>
                  <a:gd name="connsiteY5" fmla="*/ 93035 h 22660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286124" h="2266063">
                    <a:moveTo>
                      <a:pt x="0" y="93035"/>
                    </a:moveTo>
                    <a:lnTo>
                      <a:pt x="0" y="2266064"/>
                    </a:lnTo>
                    <a:lnTo>
                      <a:pt x="3282802" y="2266064"/>
                    </a:lnTo>
                    <a:lnTo>
                      <a:pt x="3286125" y="3323"/>
                    </a:lnTo>
                    <a:lnTo>
                      <a:pt x="0" y="0"/>
                    </a:lnTo>
                    <a:lnTo>
                      <a:pt x="0" y="93035"/>
                    </a:lnTo>
                    <a:close/>
                  </a:path>
                </a:pathLst>
              </a:custGeom>
              <a:solidFill>
                <a:srgbClr val="E1E6FB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" name="任意多边形: 形状 11"/>
              <p:cNvSpPr/>
              <p:nvPr/>
            </p:nvSpPr>
            <p:spPr>
              <a:xfrm>
                <a:off x="4303683" y="1982041"/>
                <a:ext cx="3286124" cy="2266063"/>
              </a:xfrm>
              <a:custGeom>
                <a:avLst/>
                <a:gdLst>
                  <a:gd name="connsiteX0" fmla="*/ 0 w 3286124"/>
                  <a:gd name="connsiteY0" fmla="*/ 93035 h 2266063"/>
                  <a:gd name="connsiteX1" fmla="*/ 0 w 3286124"/>
                  <a:gd name="connsiteY1" fmla="*/ 2266064 h 2266063"/>
                  <a:gd name="connsiteX2" fmla="*/ 3282802 w 3286124"/>
                  <a:gd name="connsiteY2" fmla="*/ 2266064 h 2266063"/>
                  <a:gd name="connsiteX3" fmla="*/ 3286125 w 3286124"/>
                  <a:gd name="connsiteY3" fmla="*/ 3323 h 2266063"/>
                  <a:gd name="connsiteX4" fmla="*/ 0 w 3286124"/>
                  <a:gd name="connsiteY4" fmla="*/ 0 h 2266063"/>
                  <a:gd name="connsiteX5" fmla="*/ 0 w 3286124"/>
                  <a:gd name="connsiteY5" fmla="*/ 93035 h 22660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286124" h="2266063">
                    <a:moveTo>
                      <a:pt x="0" y="93035"/>
                    </a:moveTo>
                    <a:lnTo>
                      <a:pt x="0" y="2266064"/>
                    </a:lnTo>
                    <a:lnTo>
                      <a:pt x="3282802" y="2266064"/>
                    </a:lnTo>
                    <a:lnTo>
                      <a:pt x="3286125" y="3323"/>
                    </a:lnTo>
                    <a:lnTo>
                      <a:pt x="0" y="0"/>
                    </a:lnTo>
                    <a:lnTo>
                      <a:pt x="0" y="93035"/>
                    </a:lnTo>
                    <a:close/>
                  </a:path>
                </a:pathLst>
              </a:custGeom>
              <a:solidFill>
                <a:srgbClr val="EAEDFB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" name="任意多边形: 形状 12"/>
              <p:cNvSpPr/>
              <p:nvPr/>
            </p:nvSpPr>
            <p:spPr>
              <a:xfrm>
                <a:off x="4400040" y="2158143"/>
                <a:ext cx="99680" cy="99680"/>
              </a:xfrm>
              <a:custGeom>
                <a:avLst/>
                <a:gdLst>
                  <a:gd name="connsiteX0" fmla="*/ 49840 w 99680"/>
                  <a:gd name="connsiteY0" fmla="*/ 0 h 99680"/>
                  <a:gd name="connsiteX1" fmla="*/ 99680 w 99680"/>
                  <a:gd name="connsiteY1" fmla="*/ 0 h 99680"/>
                  <a:gd name="connsiteX2" fmla="*/ 99680 w 99680"/>
                  <a:gd name="connsiteY2" fmla="*/ 99680 h 99680"/>
                  <a:gd name="connsiteX3" fmla="*/ 49840 w 99680"/>
                  <a:gd name="connsiteY3" fmla="*/ 99680 h 99680"/>
                  <a:gd name="connsiteX4" fmla="*/ 49840 w 99680"/>
                  <a:gd name="connsiteY4" fmla="*/ 99680 h 99680"/>
                  <a:gd name="connsiteX5" fmla="*/ 0 w 99680"/>
                  <a:gd name="connsiteY5" fmla="*/ 99680 h 99680"/>
                  <a:gd name="connsiteX6" fmla="*/ 0 w 99680"/>
                  <a:gd name="connsiteY6" fmla="*/ 0 h 99680"/>
                  <a:gd name="connsiteX7" fmla="*/ 49840 w 99680"/>
                  <a:gd name="connsiteY7" fmla="*/ 0 h 99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9680" h="99680">
                    <a:moveTo>
                      <a:pt x="49840" y="0"/>
                    </a:moveTo>
                    <a:cubicBezTo>
                      <a:pt x="77366" y="0"/>
                      <a:pt x="99680" y="0"/>
                      <a:pt x="99680" y="0"/>
                    </a:cubicBezTo>
                    <a:lnTo>
                      <a:pt x="99680" y="99680"/>
                    </a:lnTo>
                    <a:cubicBezTo>
                      <a:pt x="99680" y="99680"/>
                      <a:pt x="77366" y="99680"/>
                      <a:pt x="49840" y="99680"/>
                    </a:cubicBezTo>
                    <a:lnTo>
                      <a:pt x="49840" y="99680"/>
                    </a:lnTo>
                    <a:cubicBezTo>
                      <a:pt x="22314" y="99680"/>
                      <a:pt x="0" y="99680"/>
                      <a:pt x="0" y="99680"/>
                    </a:cubicBezTo>
                    <a:lnTo>
                      <a:pt x="0" y="0"/>
                    </a:lnTo>
                    <a:cubicBezTo>
                      <a:pt x="0" y="0"/>
                      <a:pt x="22314" y="0"/>
                      <a:pt x="49840" y="0"/>
                    </a:cubicBez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4" name="任意多边形: 形状 13"/>
              <p:cNvSpPr/>
              <p:nvPr/>
            </p:nvSpPr>
            <p:spPr>
              <a:xfrm>
                <a:off x="4552883" y="2158143"/>
                <a:ext cx="99680" cy="99680"/>
              </a:xfrm>
              <a:custGeom>
                <a:avLst/>
                <a:gdLst>
                  <a:gd name="connsiteX0" fmla="*/ 49840 w 99680"/>
                  <a:gd name="connsiteY0" fmla="*/ 0 h 99680"/>
                  <a:gd name="connsiteX1" fmla="*/ 99680 w 99680"/>
                  <a:gd name="connsiteY1" fmla="*/ 0 h 99680"/>
                  <a:gd name="connsiteX2" fmla="*/ 99680 w 99680"/>
                  <a:gd name="connsiteY2" fmla="*/ 99680 h 99680"/>
                  <a:gd name="connsiteX3" fmla="*/ 49840 w 99680"/>
                  <a:gd name="connsiteY3" fmla="*/ 99680 h 99680"/>
                  <a:gd name="connsiteX4" fmla="*/ 49840 w 99680"/>
                  <a:gd name="connsiteY4" fmla="*/ 99680 h 99680"/>
                  <a:gd name="connsiteX5" fmla="*/ 0 w 99680"/>
                  <a:gd name="connsiteY5" fmla="*/ 99680 h 99680"/>
                  <a:gd name="connsiteX6" fmla="*/ 0 w 99680"/>
                  <a:gd name="connsiteY6" fmla="*/ 0 h 99680"/>
                  <a:gd name="connsiteX7" fmla="*/ 49840 w 99680"/>
                  <a:gd name="connsiteY7" fmla="*/ 0 h 99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9680" h="99680">
                    <a:moveTo>
                      <a:pt x="49840" y="0"/>
                    </a:moveTo>
                    <a:cubicBezTo>
                      <a:pt x="77366" y="0"/>
                      <a:pt x="99680" y="0"/>
                      <a:pt x="99680" y="0"/>
                    </a:cubicBezTo>
                    <a:lnTo>
                      <a:pt x="99680" y="99680"/>
                    </a:lnTo>
                    <a:cubicBezTo>
                      <a:pt x="99680" y="99680"/>
                      <a:pt x="77366" y="99680"/>
                      <a:pt x="49840" y="99680"/>
                    </a:cubicBezTo>
                    <a:lnTo>
                      <a:pt x="49840" y="99680"/>
                    </a:lnTo>
                    <a:cubicBezTo>
                      <a:pt x="22314" y="99680"/>
                      <a:pt x="0" y="99680"/>
                      <a:pt x="0" y="99680"/>
                    </a:cubicBezTo>
                    <a:lnTo>
                      <a:pt x="0" y="0"/>
                    </a:lnTo>
                    <a:cubicBezTo>
                      <a:pt x="0" y="0"/>
                      <a:pt x="22314" y="0"/>
                      <a:pt x="49840" y="0"/>
                    </a:cubicBez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5" name="任意多边形: 形状 14"/>
              <p:cNvSpPr/>
              <p:nvPr/>
            </p:nvSpPr>
            <p:spPr>
              <a:xfrm>
                <a:off x="4705726" y="2158143"/>
                <a:ext cx="99680" cy="99680"/>
              </a:xfrm>
              <a:custGeom>
                <a:avLst/>
                <a:gdLst>
                  <a:gd name="connsiteX0" fmla="*/ 49840 w 99680"/>
                  <a:gd name="connsiteY0" fmla="*/ 0 h 99680"/>
                  <a:gd name="connsiteX1" fmla="*/ 99680 w 99680"/>
                  <a:gd name="connsiteY1" fmla="*/ 0 h 99680"/>
                  <a:gd name="connsiteX2" fmla="*/ 99680 w 99680"/>
                  <a:gd name="connsiteY2" fmla="*/ 99680 h 99680"/>
                  <a:gd name="connsiteX3" fmla="*/ 49840 w 99680"/>
                  <a:gd name="connsiteY3" fmla="*/ 99680 h 99680"/>
                  <a:gd name="connsiteX4" fmla="*/ 49840 w 99680"/>
                  <a:gd name="connsiteY4" fmla="*/ 99680 h 99680"/>
                  <a:gd name="connsiteX5" fmla="*/ 0 w 99680"/>
                  <a:gd name="connsiteY5" fmla="*/ 99680 h 99680"/>
                  <a:gd name="connsiteX6" fmla="*/ 0 w 99680"/>
                  <a:gd name="connsiteY6" fmla="*/ 0 h 99680"/>
                  <a:gd name="connsiteX7" fmla="*/ 49840 w 99680"/>
                  <a:gd name="connsiteY7" fmla="*/ 0 h 99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9680" h="99680">
                    <a:moveTo>
                      <a:pt x="49840" y="0"/>
                    </a:moveTo>
                    <a:cubicBezTo>
                      <a:pt x="77366" y="0"/>
                      <a:pt x="99680" y="0"/>
                      <a:pt x="99680" y="0"/>
                    </a:cubicBezTo>
                    <a:lnTo>
                      <a:pt x="99680" y="99680"/>
                    </a:lnTo>
                    <a:cubicBezTo>
                      <a:pt x="99680" y="99680"/>
                      <a:pt x="77366" y="99680"/>
                      <a:pt x="49840" y="99680"/>
                    </a:cubicBezTo>
                    <a:lnTo>
                      <a:pt x="49840" y="99680"/>
                    </a:lnTo>
                    <a:cubicBezTo>
                      <a:pt x="22314" y="99680"/>
                      <a:pt x="0" y="99680"/>
                      <a:pt x="0" y="99680"/>
                    </a:cubicBezTo>
                    <a:lnTo>
                      <a:pt x="0" y="0"/>
                    </a:lnTo>
                    <a:cubicBezTo>
                      <a:pt x="0" y="0"/>
                      <a:pt x="22314" y="0"/>
                      <a:pt x="49840" y="0"/>
                    </a:cubicBez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grpSp>
            <p:nvGrpSpPr>
              <p:cNvPr id="16" name="图形 4"/>
              <p:cNvGrpSpPr/>
              <p:nvPr/>
            </p:nvGrpSpPr>
            <p:grpSpPr>
              <a:xfrm>
                <a:off x="4479784" y="2483765"/>
                <a:ext cx="2272709" cy="1528430"/>
                <a:chOff x="4479784" y="2483765"/>
                <a:chExt cx="2272709" cy="1528430"/>
              </a:xfrm>
              <a:solidFill>
                <a:srgbClr val="FFFFFF"/>
              </a:solidFill>
            </p:grpSpPr>
            <p:grpSp>
              <p:nvGrpSpPr>
                <p:cNvPr id="17" name="图形 4"/>
                <p:cNvGrpSpPr/>
                <p:nvPr/>
              </p:nvGrpSpPr>
              <p:grpSpPr>
                <a:xfrm>
                  <a:off x="4479784" y="2483765"/>
                  <a:ext cx="684470" cy="677825"/>
                  <a:chOff x="4479784" y="2483765"/>
                  <a:chExt cx="684470" cy="677825"/>
                </a:xfrm>
                <a:solidFill>
                  <a:srgbClr val="FFFFFF"/>
                </a:solidFill>
              </p:grpSpPr>
              <p:sp>
                <p:nvSpPr>
                  <p:cNvPr id="18" name="任意多边形: 形状 17"/>
                  <p:cNvSpPr/>
                  <p:nvPr/>
                </p:nvSpPr>
                <p:spPr>
                  <a:xfrm>
                    <a:off x="4479784" y="2483765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9" name="任意多边形: 形状 18"/>
                  <p:cNvSpPr/>
                  <p:nvPr/>
                </p:nvSpPr>
                <p:spPr>
                  <a:xfrm>
                    <a:off x="4539592" y="2483765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0" name="任意多边形: 形状 19"/>
                  <p:cNvSpPr/>
                  <p:nvPr/>
                </p:nvSpPr>
                <p:spPr>
                  <a:xfrm>
                    <a:off x="4592755" y="2483765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1" name="任意多边形: 形状 20"/>
                  <p:cNvSpPr/>
                  <p:nvPr/>
                </p:nvSpPr>
                <p:spPr>
                  <a:xfrm>
                    <a:off x="4652563" y="2483765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2" name="任意多边形: 形状 21"/>
                  <p:cNvSpPr/>
                  <p:nvPr/>
                </p:nvSpPr>
                <p:spPr>
                  <a:xfrm>
                    <a:off x="4705726" y="2483765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3" name="任意多边形: 形状 22"/>
                  <p:cNvSpPr/>
                  <p:nvPr/>
                </p:nvSpPr>
                <p:spPr>
                  <a:xfrm>
                    <a:off x="4765534" y="2483765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4" name="任意多边形: 形状 23"/>
                  <p:cNvSpPr/>
                  <p:nvPr/>
                </p:nvSpPr>
                <p:spPr>
                  <a:xfrm>
                    <a:off x="4818697" y="2483765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5" name="任意多边形: 形状 24"/>
                  <p:cNvSpPr/>
                  <p:nvPr/>
                </p:nvSpPr>
                <p:spPr>
                  <a:xfrm>
                    <a:off x="4871860" y="2483765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6" name="任意多边形: 形状 25"/>
                  <p:cNvSpPr/>
                  <p:nvPr/>
                </p:nvSpPr>
                <p:spPr>
                  <a:xfrm>
                    <a:off x="4925023" y="2483765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7" name="任意多边形: 形状 26"/>
                  <p:cNvSpPr/>
                  <p:nvPr/>
                </p:nvSpPr>
                <p:spPr>
                  <a:xfrm>
                    <a:off x="4984831" y="2483765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8" name="任意多边形: 形状 27"/>
                  <p:cNvSpPr/>
                  <p:nvPr/>
                </p:nvSpPr>
                <p:spPr>
                  <a:xfrm>
                    <a:off x="5037994" y="2483765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9" name="任意多边形: 形状 28"/>
                  <p:cNvSpPr/>
                  <p:nvPr/>
                </p:nvSpPr>
                <p:spPr>
                  <a:xfrm>
                    <a:off x="5097802" y="2483765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0" name="任意多边形: 形状 29"/>
                  <p:cNvSpPr/>
                  <p:nvPr/>
                </p:nvSpPr>
                <p:spPr>
                  <a:xfrm>
                    <a:off x="5150965" y="2483765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1" name="任意多边形: 形状 30"/>
                  <p:cNvSpPr/>
                  <p:nvPr/>
                </p:nvSpPr>
                <p:spPr>
                  <a:xfrm>
                    <a:off x="4479784" y="2483765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2" name="任意多边形: 形状 31"/>
                  <p:cNvSpPr/>
                  <p:nvPr/>
                </p:nvSpPr>
                <p:spPr>
                  <a:xfrm>
                    <a:off x="4479784" y="2550219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3" name="任意多边形: 形状 32"/>
                  <p:cNvSpPr/>
                  <p:nvPr/>
                </p:nvSpPr>
                <p:spPr>
                  <a:xfrm>
                    <a:off x="4479784" y="2616672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4" name="任意多边形: 形状 33"/>
                  <p:cNvSpPr/>
                  <p:nvPr/>
                </p:nvSpPr>
                <p:spPr>
                  <a:xfrm>
                    <a:off x="4479784" y="2683126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5" name="任意多边形: 形状 34"/>
                  <p:cNvSpPr/>
                  <p:nvPr/>
                </p:nvSpPr>
                <p:spPr>
                  <a:xfrm>
                    <a:off x="4479784" y="2749579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6" name="任意多边形: 形状 35"/>
                  <p:cNvSpPr/>
                  <p:nvPr/>
                </p:nvSpPr>
                <p:spPr>
                  <a:xfrm>
                    <a:off x="4479784" y="2816033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7" name="任意多边形: 形状 36"/>
                  <p:cNvSpPr/>
                  <p:nvPr/>
                </p:nvSpPr>
                <p:spPr>
                  <a:xfrm>
                    <a:off x="4479784" y="2882486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8" name="任意多边形: 形状 37"/>
                  <p:cNvSpPr/>
                  <p:nvPr/>
                </p:nvSpPr>
                <p:spPr>
                  <a:xfrm>
                    <a:off x="4479784" y="2948940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9" name="任意多边形: 形状 38"/>
                  <p:cNvSpPr/>
                  <p:nvPr/>
                </p:nvSpPr>
                <p:spPr>
                  <a:xfrm>
                    <a:off x="4479784" y="3015393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0" name="任意多边形: 形状 39"/>
                  <p:cNvSpPr/>
                  <p:nvPr/>
                </p:nvSpPr>
                <p:spPr>
                  <a:xfrm>
                    <a:off x="4479784" y="3081846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1" name="任意多边形: 形状 40"/>
                  <p:cNvSpPr/>
                  <p:nvPr/>
                </p:nvSpPr>
                <p:spPr>
                  <a:xfrm>
                    <a:off x="4479784" y="3148300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</p:grpSp>
            <p:grpSp>
              <p:nvGrpSpPr>
                <p:cNvPr id="42" name="图形 4"/>
                <p:cNvGrpSpPr/>
                <p:nvPr/>
              </p:nvGrpSpPr>
              <p:grpSpPr>
                <a:xfrm>
                  <a:off x="5317098" y="3334370"/>
                  <a:ext cx="684470" cy="677825"/>
                  <a:chOff x="5317098" y="3334370"/>
                  <a:chExt cx="684470" cy="677825"/>
                </a:xfrm>
                <a:solidFill>
                  <a:srgbClr val="FFFFFF"/>
                </a:solidFill>
              </p:grpSpPr>
              <p:sp>
                <p:nvSpPr>
                  <p:cNvPr id="43" name="任意多边形: 形状 42"/>
                  <p:cNvSpPr/>
                  <p:nvPr/>
                </p:nvSpPr>
                <p:spPr>
                  <a:xfrm>
                    <a:off x="5317098" y="3334370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4" name="任意多边形: 形状 43"/>
                  <p:cNvSpPr/>
                  <p:nvPr/>
                </p:nvSpPr>
                <p:spPr>
                  <a:xfrm>
                    <a:off x="5376906" y="3334370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5" name="任意多边形: 形状 44"/>
                  <p:cNvSpPr/>
                  <p:nvPr/>
                </p:nvSpPr>
                <p:spPr>
                  <a:xfrm>
                    <a:off x="5430069" y="3334370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6" name="任意多边形: 形状 45"/>
                  <p:cNvSpPr/>
                  <p:nvPr/>
                </p:nvSpPr>
                <p:spPr>
                  <a:xfrm>
                    <a:off x="5489877" y="3334370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7" name="任意多边形: 形状 46"/>
                  <p:cNvSpPr/>
                  <p:nvPr/>
                </p:nvSpPr>
                <p:spPr>
                  <a:xfrm>
                    <a:off x="5543040" y="3334370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8" name="任意多边形: 形状 47"/>
                  <p:cNvSpPr/>
                  <p:nvPr/>
                </p:nvSpPr>
                <p:spPr>
                  <a:xfrm>
                    <a:off x="5602848" y="3334370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9" name="任意多边形: 形状 48"/>
                  <p:cNvSpPr/>
                  <p:nvPr/>
                </p:nvSpPr>
                <p:spPr>
                  <a:xfrm>
                    <a:off x="5656011" y="3334370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0" name="任意多边形: 形状 49"/>
                  <p:cNvSpPr/>
                  <p:nvPr/>
                </p:nvSpPr>
                <p:spPr>
                  <a:xfrm>
                    <a:off x="5709174" y="3334370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1" name="任意多边形: 形状 50"/>
                  <p:cNvSpPr/>
                  <p:nvPr/>
                </p:nvSpPr>
                <p:spPr>
                  <a:xfrm>
                    <a:off x="5762337" y="3334370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2" name="任意多边形: 形状 51"/>
                  <p:cNvSpPr/>
                  <p:nvPr/>
                </p:nvSpPr>
                <p:spPr>
                  <a:xfrm>
                    <a:off x="5822145" y="3334370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3" name="任意多边形: 形状 52"/>
                  <p:cNvSpPr/>
                  <p:nvPr/>
                </p:nvSpPr>
                <p:spPr>
                  <a:xfrm>
                    <a:off x="5875307" y="3334370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4" name="任意多边形: 形状 53"/>
                  <p:cNvSpPr/>
                  <p:nvPr/>
                </p:nvSpPr>
                <p:spPr>
                  <a:xfrm>
                    <a:off x="5935116" y="3334370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5" name="任意多边形: 形状 54"/>
                  <p:cNvSpPr/>
                  <p:nvPr/>
                </p:nvSpPr>
                <p:spPr>
                  <a:xfrm>
                    <a:off x="5988278" y="3334370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6" name="任意多边形: 形状 55"/>
                  <p:cNvSpPr/>
                  <p:nvPr/>
                </p:nvSpPr>
                <p:spPr>
                  <a:xfrm>
                    <a:off x="5317098" y="3334370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7" name="任意多边形: 形状 56"/>
                  <p:cNvSpPr/>
                  <p:nvPr/>
                </p:nvSpPr>
                <p:spPr>
                  <a:xfrm>
                    <a:off x="5317098" y="3400823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8" name="任意多边形: 形状 57"/>
                  <p:cNvSpPr/>
                  <p:nvPr/>
                </p:nvSpPr>
                <p:spPr>
                  <a:xfrm>
                    <a:off x="5317098" y="3467277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9" name="任意多边形: 形状 58"/>
                  <p:cNvSpPr/>
                  <p:nvPr/>
                </p:nvSpPr>
                <p:spPr>
                  <a:xfrm>
                    <a:off x="5317098" y="3533730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0" name="任意多边形: 形状 59"/>
                  <p:cNvSpPr/>
                  <p:nvPr/>
                </p:nvSpPr>
                <p:spPr>
                  <a:xfrm>
                    <a:off x="5317098" y="3600184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1" name="任意多边形: 形状 60"/>
                  <p:cNvSpPr/>
                  <p:nvPr/>
                </p:nvSpPr>
                <p:spPr>
                  <a:xfrm>
                    <a:off x="5317098" y="3666637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2" name="任意多边形: 形状 61"/>
                  <p:cNvSpPr/>
                  <p:nvPr/>
                </p:nvSpPr>
                <p:spPr>
                  <a:xfrm>
                    <a:off x="5317098" y="3733091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3" name="任意多边形: 形状 62"/>
                  <p:cNvSpPr/>
                  <p:nvPr/>
                </p:nvSpPr>
                <p:spPr>
                  <a:xfrm>
                    <a:off x="5317098" y="3799544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4" name="任意多边形: 形状 63"/>
                  <p:cNvSpPr/>
                  <p:nvPr/>
                </p:nvSpPr>
                <p:spPr>
                  <a:xfrm>
                    <a:off x="5317098" y="3865998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5" name="任意多边形: 形状 64"/>
                  <p:cNvSpPr/>
                  <p:nvPr/>
                </p:nvSpPr>
                <p:spPr>
                  <a:xfrm>
                    <a:off x="5317098" y="3932451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6" name="任意多边形: 形状 65"/>
                  <p:cNvSpPr/>
                  <p:nvPr/>
                </p:nvSpPr>
                <p:spPr>
                  <a:xfrm>
                    <a:off x="5317098" y="3998905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</p:grpSp>
            <p:grpSp>
              <p:nvGrpSpPr>
                <p:cNvPr id="67" name="图形 4"/>
                <p:cNvGrpSpPr/>
                <p:nvPr/>
              </p:nvGrpSpPr>
              <p:grpSpPr>
                <a:xfrm>
                  <a:off x="6068023" y="2556864"/>
                  <a:ext cx="684470" cy="677825"/>
                  <a:chOff x="6068023" y="2556864"/>
                  <a:chExt cx="684470" cy="677825"/>
                </a:xfrm>
                <a:solidFill>
                  <a:srgbClr val="FFFFFF"/>
                </a:solidFill>
              </p:grpSpPr>
              <p:sp>
                <p:nvSpPr>
                  <p:cNvPr id="68" name="任意多边形: 形状 67"/>
                  <p:cNvSpPr/>
                  <p:nvPr/>
                </p:nvSpPr>
                <p:spPr>
                  <a:xfrm>
                    <a:off x="6068023" y="2556864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9" name="任意多边形: 形状 68"/>
                  <p:cNvSpPr/>
                  <p:nvPr/>
                </p:nvSpPr>
                <p:spPr>
                  <a:xfrm>
                    <a:off x="6127831" y="2556864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0" name="任意多边形: 形状 69"/>
                  <p:cNvSpPr/>
                  <p:nvPr/>
                </p:nvSpPr>
                <p:spPr>
                  <a:xfrm>
                    <a:off x="6180994" y="2556864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1" name="任意多边形: 形状 70"/>
                  <p:cNvSpPr/>
                  <p:nvPr/>
                </p:nvSpPr>
                <p:spPr>
                  <a:xfrm>
                    <a:off x="6240802" y="2556864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2" name="任意多边形: 形状 71"/>
                  <p:cNvSpPr/>
                  <p:nvPr/>
                </p:nvSpPr>
                <p:spPr>
                  <a:xfrm>
                    <a:off x="6293964" y="2556864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3" name="任意多边形: 形状 72"/>
                  <p:cNvSpPr/>
                  <p:nvPr/>
                </p:nvSpPr>
                <p:spPr>
                  <a:xfrm>
                    <a:off x="6353773" y="2556864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4" name="任意多边形: 形状 73"/>
                  <p:cNvSpPr/>
                  <p:nvPr/>
                </p:nvSpPr>
                <p:spPr>
                  <a:xfrm>
                    <a:off x="6406935" y="2556864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5" name="任意多边形: 形状 74"/>
                  <p:cNvSpPr/>
                  <p:nvPr/>
                </p:nvSpPr>
                <p:spPr>
                  <a:xfrm>
                    <a:off x="6460098" y="2556864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6" name="任意多边形: 形状 75"/>
                  <p:cNvSpPr/>
                  <p:nvPr/>
                </p:nvSpPr>
                <p:spPr>
                  <a:xfrm>
                    <a:off x="6513261" y="2556864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7" name="任意多边形: 形状 76"/>
                  <p:cNvSpPr/>
                  <p:nvPr/>
                </p:nvSpPr>
                <p:spPr>
                  <a:xfrm>
                    <a:off x="6573069" y="2556864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8" name="任意多边形: 形状 77"/>
                  <p:cNvSpPr/>
                  <p:nvPr/>
                </p:nvSpPr>
                <p:spPr>
                  <a:xfrm>
                    <a:off x="6626232" y="2556864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9" name="任意多边形: 形状 78"/>
                  <p:cNvSpPr/>
                  <p:nvPr/>
                </p:nvSpPr>
                <p:spPr>
                  <a:xfrm>
                    <a:off x="6686040" y="2556864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0" name="任意多边形: 形状 79"/>
                  <p:cNvSpPr/>
                  <p:nvPr/>
                </p:nvSpPr>
                <p:spPr>
                  <a:xfrm>
                    <a:off x="6739203" y="2556864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1" name="任意多边形: 形状 80"/>
                  <p:cNvSpPr/>
                  <p:nvPr/>
                </p:nvSpPr>
                <p:spPr>
                  <a:xfrm>
                    <a:off x="6068023" y="2556864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2" name="任意多边形: 形状 81"/>
                  <p:cNvSpPr/>
                  <p:nvPr/>
                </p:nvSpPr>
                <p:spPr>
                  <a:xfrm>
                    <a:off x="6068023" y="2623317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3" name="任意多边形: 形状 82"/>
                  <p:cNvSpPr/>
                  <p:nvPr/>
                </p:nvSpPr>
                <p:spPr>
                  <a:xfrm>
                    <a:off x="6068023" y="2689771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4" name="任意多边形: 形状 83"/>
                  <p:cNvSpPr/>
                  <p:nvPr/>
                </p:nvSpPr>
                <p:spPr>
                  <a:xfrm>
                    <a:off x="6068023" y="2756224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5" name="任意多边形: 形状 84"/>
                  <p:cNvSpPr/>
                  <p:nvPr/>
                </p:nvSpPr>
                <p:spPr>
                  <a:xfrm>
                    <a:off x="6068023" y="2822678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6" name="任意多边形: 形状 85"/>
                  <p:cNvSpPr/>
                  <p:nvPr/>
                </p:nvSpPr>
                <p:spPr>
                  <a:xfrm>
                    <a:off x="6068023" y="2889131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7" name="任意多边形: 形状 86"/>
                  <p:cNvSpPr/>
                  <p:nvPr/>
                </p:nvSpPr>
                <p:spPr>
                  <a:xfrm>
                    <a:off x="6068023" y="2955585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8" name="任意多边形: 形状 87"/>
                  <p:cNvSpPr/>
                  <p:nvPr/>
                </p:nvSpPr>
                <p:spPr>
                  <a:xfrm>
                    <a:off x="6068023" y="3022038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9" name="任意多边形: 形状 88"/>
                  <p:cNvSpPr/>
                  <p:nvPr/>
                </p:nvSpPr>
                <p:spPr>
                  <a:xfrm>
                    <a:off x="6068023" y="3088492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0" name="任意多边形: 形状 89"/>
                  <p:cNvSpPr/>
                  <p:nvPr/>
                </p:nvSpPr>
                <p:spPr>
                  <a:xfrm>
                    <a:off x="6068023" y="3154945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1" name="任意多边形: 形状 90"/>
                  <p:cNvSpPr/>
                  <p:nvPr/>
                </p:nvSpPr>
                <p:spPr>
                  <a:xfrm>
                    <a:off x="6068023" y="3221399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</p:grpSp>
          </p:grpSp>
          <p:sp>
            <p:nvSpPr>
              <p:cNvPr id="92" name="任意多边形: 形状 91"/>
              <p:cNvSpPr/>
              <p:nvPr/>
            </p:nvSpPr>
            <p:spPr>
              <a:xfrm>
                <a:off x="4805406" y="2696416"/>
                <a:ext cx="976866" cy="677825"/>
              </a:xfrm>
              <a:custGeom>
                <a:avLst/>
                <a:gdLst>
                  <a:gd name="connsiteX0" fmla="*/ 0 w 976866"/>
                  <a:gd name="connsiteY0" fmla="*/ 0 h 677825"/>
                  <a:gd name="connsiteX1" fmla="*/ 976866 w 976866"/>
                  <a:gd name="connsiteY1" fmla="*/ 0 h 677825"/>
                  <a:gd name="connsiteX2" fmla="*/ 976866 w 976866"/>
                  <a:gd name="connsiteY2" fmla="*/ 677826 h 677825"/>
                  <a:gd name="connsiteX3" fmla="*/ 0 w 976866"/>
                  <a:gd name="connsiteY3" fmla="*/ 677826 h 677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76866" h="677825">
                    <a:moveTo>
                      <a:pt x="0" y="0"/>
                    </a:moveTo>
                    <a:lnTo>
                      <a:pt x="976866" y="0"/>
                    </a:lnTo>
                    <a:lnTo>
                      <a:pt x="976866" y="677826"/>
                    </a:lnTo>
                    <a:lnTo>
                      <a:pt x="0" y="677826"/>
                    </a:ln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3" name="任意多边形: 形状 92"/>
              <p:cNvSpPr/>
              <p:nvPr/>
            </p:nvSpPr>
            <p:spPr>
              <a:xfrm>
                <a:off x="4905087" y="2782806"/>
                <a:ext cx="976866" cy="677825"/>
              </a:xfrm>
              <a:custGeom>
                <a:avLst/>
                <a:gdLst>
                  <a:gd name="connsiteX0" fmla="*/ 0 w 976866"/>
                  <a:gd name="connsiteY0" fmla="*/ 0 h 677825"/>
                  <a:gd name="connsiteX1" fmla="*/ 976866 w 976866"/>
                  <a:gd name="connsiteY1" fmla="*/ 0 h 677825"/>
                  <a:gd name="connsiteX2" fmla="*/ 976866 w 976866"/>
                  <a:gd name="connsiteY2" fmla="*/ 677826 h 677825"/>
                  <a:gd name="connsiteX3" fmla="*/ 0 w 976866"/>
                  <a:gd name="connsiteY3" fmla="*/ 677826 h 677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76866" h="677825">
                    <a:moveTo>
                      <a:pt x="0" y="0"/>
                    </a:moveTo>
                    <a:lnTo>
                      <a:pt x="976866" y="0"/>
                    </a:lnTo>
                    <a:lnTo>
                      <a:pt x="976866" y="677826"/>
                    </a:lnTo>
                    <a:lnTo>
                      <a:pt x="0" y="677826"/>
                    </a:lnTo>
                    <a:close/>
                  </a:path>
                </a:pathLst>
              </a:custGeom>
              <a:solidFill>
                <a:srgbClr val="E1E6FB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4" name="任意多边形: 形状 93"/>
              <p:cNvSpPr/>
              <p:nvPr/>
            </p:nvSpPr>
            <p:spPr>
              <a:xfrm>
                <a:off x="5104447" y="2875841"/>
                <a:ext cx="558209" cy="13290"/>
              </a:xfrm>
              <a:custGeom>
                <a:avLst/>
                <a:gdLst>
                  <a:gd name="connsiteX0" fmla="*/ 0 w 558209"/>
                  <a:gd name="connsiteY0" fmla="*/ 0 h 13290"/>
                  <a:gd name="connsiteX1" fmla="*/ 558209 w 558209"/>
                  <a:gd name="connsiteY1" fmla="*/ 0 h 13290"/>
                  <a:gd name="connsiteX2" fmla="*/ 558209 w 558209"/>
                  <a:gd name="connsiteY2" fmla="*/ 13291 h 13290"/>
                  <a:gd name="connsiteX3" fmla="*/ 0 w 558209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58209" h="13290">
                    <a:moveTo>
                      <a:pt x="0" y="0"/>
                    </a:moveTo>
                    <a:lnTo>
                      <a:pt x="558209" y="0"/>
                    </a:lnTo>
                    <a:lnTo>
                      <a:pt x="558209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5" name="任意多边形: 形状 94"/>
              <p:cNvSpPr/>
              <p:nvPr/>
            </p:nvSpPr>
            <p:spPr>
              <a:xfrm>
                <a:off x="5104447" y="2909067"/>
                <a:ext cx="458529" cy="13290"/>
              </a:xfrm>
              <a:custGeom>
                <a:avLst/>
                <a:gdLst>
                  <a:gd name="connsiteX0" fmla="*/ 0 w 458529"/>
                  <a:gd name="connsiteY0" fmla="*/ 0 h 13290"/>
                  <a:gd name="connsiteX1" fmla="*/ 458529 w 458529"/>
                  <a:gd name="connsiteY1" fmla="*/ 0 h 13290"/>
                  <a:gd name="connsiteX2" fmla="*/ 458529 w 458529"/>
                  <a:gd name="connsiteY2" fmla="*/ 13291 h 13290"/>
                  <a:gd name="connsiteX3" fmla="*/ 0 w 458529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58529" h="13290">
                    <a:moveTo>
                      <a:pt x="0" y="0"/>
                    </a:moveTo>
                    <a:lnTo>
                      <a:pt x="458529" y="0"/>
                    </a:lnTo>
                    <a:lnTo>
                      <a:pt x="458529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6" name="任意多边形: 形状 95"/>
              <p:cNvSpPr/>
              <p:nvPr/>
            </p:nvSpPr>
            <p:spPr>
              <a:xfrm>
                <a:off x="5104447" y="2935649"/>
                <a:ext cx="604726" cy="13290"/>
              </a:xfrm>
              <a:custGeom>
                <a:avLst/>
                <a:gdLst>
                  <a:gd name="connsiteX0" fmla="*/ 0 w 604726"/>
                  <a:gd name="connsiteY0" fmla="*/ 0 h 13290"/>
                  <a:gd name="connsiteX1" fmla="*/ 604727 w 604726"/>
                  <a:gd name="connsiteY1" fmla="*/ 0 h 13290"/>
                  <a:gd name="connsiteX2" fmla="*/ 604727 w 604726"/>
                  <a:gd name="connsiteY2" fmla="*/ 13291 h 13290"/>
                  <a:gd name="connsiteX3" fmla="*/ 0 w 604726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04726" h="13290">
                    <a:moveTo>
                      <a:pt x="0" y="0"/>
                    </a:moveTo>
                    <a:lnTo>
                      <a:pt x="604727" y="0"/>
                    </a:lnTo>
                    <a:lnTo>
                      <a:pt x="604727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7" name="任意多边形: 形状 96"/>
              <p:cNvSpPr/>
              <p:nvPr/>
            </p:nvSpPr>
            <p:spPr>
              <a:xfrm>
                <a:off x="5104447" y="3022038"/>
                <a:ext cx="265813" cy="13290"/>
              </a:xfrm>
              <a:custGeom>
                <a:avLst/>
                <a:gdLst>
                  <a:gd name="connsiteX0" fmla="*/ 0 w 265813"/>
                  <a:gd name="connsiteY0" fmla="*/ 0 h 13290"/>
                  <a:gd name="connsiteX1" fmla="*/ 265814 w 265813"/>
                  <a:gd name="connsiteY1" fmla="*/ 0 h 13290"/>
                  <a:gd name="connsiteX2" fmla="*/ 265814 w 265813"/>
                  <a:gd name="connsiteY2" fmla="*/ 13291 h 13290"/>
                  <a:gd name="connsiteX3" fmla="*/ 0 w 265813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5813" h="13290">
                    <a:moveTo>
                      <a:pt x="0" y="0"/>
                    </a:moveTo>
                    <a:lnTo>
                      <a:pt x="265814" y="0"/>
                    </a:lnTo>
                    <a:lnTo>
                      <a:pt x="265814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8" name="任意多边形: 形状 97"/>
              <p:cNvSpPr/>
              <p:nvPr/>
            </p:nvSpPr>
            <p:spPr>
              <a:xfrm>
                <a:off x="5104447" y="3055265"/>
                <a:ext cx="405366" cy="13290"/>
              </a:xfrm>
              <a:custGeom>
                <a:avLst/>
                <a:gdLst>
                  <a:gd name="connsiteX0" fmla="*/ 0 w 405366"/>
                  <a:gd name="connsiteY0" fmla="*/ 0 h 13290"/>
                  <a:gd name="connsiteX1" fmla="*/ 405366 w 405366"/>
                  <a:gd name="connsiteY1" fmla="*/ 0 h 13290"/>
                  <a:gd name="connsiteX2" fmla="*/ 405366 w 405366"/>
                  <a:gd name="connsiteY2" fmla="*/ 13291 h 13290"/>
                  <a:gd name="connsiteX3" fmla="*/ 0 w 405366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05366" h="13290">
                    <a:moveTo>
                      <a:pt x="0" y="0"/>
                    </a:moveTo>
                    <a:lnTo>
                      <a:pt x="405366" y="0"/>
                    </a:lnTo>
                    <a:lnTo>
                      <a:pt x="405366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9" name="任意多边形: 形状 98"/>
              <p:cNvSpPr/>
              <p:nvPr/>
            </p:nvSpPr>
            <p:spPr>
              <a:xfrm>
                <a:off x="5104447" y="3081846"/>
                <a:ext cx="378784" cy="13290"/>
              </a:xfrm>
              <a:custGeom>
                <a:avLst/>
                <a:gdLst>
                  <a:gd name="connsiteX0" fmla="*/ 0 w 378784"/>
                  <a:gd name="connsiteY0" fmla="*/ 0 h 13290"/>
                  <a:gd name="connsiteX1" fmla="*/ 378785 w 378784"/>
                  <a:gd name="connsiteY1" fmla="*/ 0 h 13290"/>
                  <a:gd name="connsiteX2" fmla="*/ 378785 w 378784"/>
                  <a:gd name="connsiteY2" fmla="*/ 13291 h 13290"/>
                  <a:gd name="connsiteX3" fmla="*/ 0 w 378784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8784" h="13290">
                    <a:moveTo>
                      <a:pt x="0" y="0"/>
                    </a:moveTo>
                    <a:lnTo>
                      <a:pt x="378785" y="0"/>
                    </a:lnTo>
                    <a:lnTo>
                      <a:pt x="378785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0" name="任意多边形: 形状 99"/>
              <p:cNvSpPr/>
              <p:nvPr/>
            </p:nvSpPr>
            <p:spPr>
              <a:xfrm>
                <a:off x="5104447" y="3174881"/>
                <a:ext cx="265813" cy="13290"/>
              </a:xfrm>
              <a:custGeom>
                <a:avLst/>
                <a:gdLst>
                  <a:gd name="connsiteX0" fmla="*/ 0 w 265813"/>
                  <a:gd name="connsiteY0" fmla="*/ 0 h 13290"/>
                  <a:gd name="connsiteX1" fmla="*/ 265814 w 265813"/>
                  <a:gd name="connsiteY1" fmla="*/ 0 h 13290"/>
                  <a:gd name="connsiteX2" fmla="*/ 265814 w 265813"/>
                  <a:gd name="connsiteY2" fmla="*/ 13291 h 13290"/>
                  <a:gd name="connsiteX3" fmla="*/ 0 w 265813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5813" h="13290">
                    <a:moveTo>
                      <a:pt x="0" y="0"/>
                    </a:moveTo>
                    <a:lnTo>
                      <a:pt x="265814" y="0"/>
                    </a:lnTo>
                    <a:lnTo>
                      <a:pt x="265814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1" name="任意多边形: 形状 100"/>
              <p:cNvSpPr/>
              <p:nvPr/>
            </p:nvSpPr>
            <p:spPr>
              <a:xfrm>
                <a:off x="5104447" y="3208108"/>
                <a:ext cx="405366" cy="13290"/>
              </a:xfrm>
              <a:custGeom>
                <a:avLst/>
                <a:gdLst>
                  <a:gd name="connsiteX0" fmla="*/ 0 w 405366"/>
                  <a:gd name="connsiteY0" fmla="*/ 0 h 13290"/>
                  <a:gd name="connsiteX1" fmla="*/ 405366 w 405366"/>
                  <a:gd name="connsiteY1" fmla="*/ 0 h 13290"/>
                  <a:gd name="connsiteX2" fmla="*/ 405366 w 405366"/>
                  <a:gd name="connsiteY2" fmla="*/ 13291 h 13290"/>
                  <a:gd name="connsiteX3" fmla="*/ 0 w 405366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05366" h="13290">
                    <a:moveTo>
                      <a:pt x="0" y="0"/>
                    </a:moveTo>
                    <a:lnTo>
                      <a:pt x="405366" y="0"/>
                    </a:lnTo>
                    <a:lnTo>
                      <a:pt x="405366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2" name="任意多边形: 形状 101"/>
              <p:cNvSpPr/>
              <p:nvPr/>
            </p:nvSpPr>
            <p:spPr>
              <a:xfrm>
                <a:off x="5104447" y="3234690"/>
                <a:ext cx="378784" cy="13290"/>
              </a:xfrm>
              <a:custGeom>
                <a:avLst/>
                <a:gdLst>
                  <a:gd name="connsiteX0" fmla="*/ 0 w 378784"/>
                  <a:gd name="connsiteY0" fmla="*/ 0 h 13290"/>
                  <a:gd name="connsiteX1" fmla="*/ 378785 w 378784"/>
                  <a:gd name="connsiteY1" fmla="*/ 0 h 13290"/>
                  <a:gd name="connsiteX2" fmla="*/ 378785 w 378784"/>
                  <a:gd name="connsiteY2" fmla="*/ 13291 h 13290"/>
                  <a:gd name="connsiteX3" fmla="*/ 0 w 378784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8784" h="13290">
                    <a:moveTo>
                      <a:pt x="0" y="0"/>
                    </a:moveTo>
                    <a:lnTo>
                      <a:pt x="378785" y="0"/>
                    </a:lnTo>
                    <a:lnTo>
                      <a:pt x="378785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3" name="任意多边形: 形状 102"/>
              <p:cNvSpPr/>
              <p:nvPr/>
            </p:nvSpPr>
            <p:spPr>
              <a:xfrm>
                <a:off x="4978185" y="2869195"/>
                <a:ext cx="86389" cy="86389"/>
              </a:xfrm>
              <a:custGeom>
                <a:avLst/>
                <a:gdLst>
                  <a:gd name="connsiteX0" fmla="*/ 86390 w 86389"/>
                  <a:gd name="connsiteY0" fmla="*/ 43195 h 86389"/>
                  <a:gd name="connsiteX1" fmla="*/ 43195 w 86389"/>
                  <a:gd name="connsiteY1" fmla="*/ 86390 h 86389"/>
                  <a:gd name="connsiteX2" fmla="*/ 0 w 86389"/>
                  <a:gd name="connsiteY2" fmla="*/ 43195 h 86389"/>
                  <a:gd name="connsiteX3" fmla="*/ 43195 w 86389"/>
                  <a:gd name="connsiteY3" fmla="*/ 0 h 86389"/>
                  <a:gd name="connsiteX4" fmla="*/ 86390 w 86389"/>
                  <a:gd name="connsiteY4" fmla="*/ 43195 h 86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6389" h="86389">
                    <a:moveTo>
                      <a:pt x="86390" y="43195"/>
                    </a:moveTo>
                    <a:cubicBezTo>
                      <a:pt x="86390" y="67051"/>
                      <a:pt x="67051" y="86390"/>
                      <a:pt x="43195" y="86390"/>
                    </a:cubicBezTo>
                    <a:cubicBezTo>
                      <a:pt x="19339" y="86390"/>
                      <a:pt x="0" y="67051"/>
                      <a:pt x="0" y="43195"/>
                    </a:cubicBezTo>
                    <a:cubicBezTo>
                      <a:pt x="0" y="19339"/>
                      <a:pt x="19339" y="0"/>
                      <a:pt x="43195" y="0"/>
                    </a:cubicBezTo>
                    <a:cubicBezTo>
                      <a:pt x="67051" y="0"/>
                      <a:pt x="86390" y="19339"/>
                      <a:pt x="86390" y="43195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4" name="任意多边形: 形状 103"/>
              <p:cNvSpPr/>
              <p:nvPr/>
            </p:nvSpPr>
            <p:spPr>
              <a:xfrm>
                <a:off x="4978185" y="3008748"/>
                <a:ext cx="86389" cy="86389"/>
              </a:xfrm>
              <a:custGeom>
                <a:avLst/>
                <a:gdLst>
                  <a:gd name="connsiteX0" fmla="*/ 86390 w 86389"/>
                  <a:gd name="connsiteY0" fmla="*/ 43195 h 86389"/>
                  <a:gd name="connsiteX1" fmla="*/ 43195 w 86389"/>
                  <a:gd name="connsiteY1" fmla="*/ 86390 h 86389"/>
                  <a:gd name="connsiteX2" fmla="*/ 0 w 86389"/>
                  <a:gd name="connsiteY2" fmla="*/ 43195 h 86389"/>
                  <a:gd name="connsiteX3" fmla="*/ 43195 w 86389"/>
                  <a:gd name="connsiteY3" fmla="*/ 0 h 86389"/>
                  <a:gd name="connsiteX4" fmla="*/ 86390 w 86389"/>
                  <a:gd name="connsiteY4" fmla="*/ 43195 h 86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6389" h="86389">
                    <a:moveTo>
                      <a:pt x="86390" y="43195"/>
                    </a:moveTo>
                    <a:cubicBezTo>
                      <a:pt x="86390" y="67051"/>
                      <a:pt x="67051" y="86390"/>
                      <a:pt x="43195" y="86390"/>
                    </a:cubicBezTo>
                    <a:cubicBezTo>
                      <a:pt x="19339" y="86390"/>
                      <a:pt x="0" y="67051"/>
                      <a:pt x="0" y="43195"/>
                    </a:cubicBezTo>
                    <a:cubicBezTo>
                      <a:pt x="0" y="19339"/>
                      <a:pt x="19339" y="0"/>
                      <a:pt x="43195" y="0"/>
                    </a:cubicBezTo>
                    <a:cubicBezTo>
                      <a:pt x="67051" y="0"/>
                      <a:pt x="86390" y="19339"/>
                      <a:pt x="86390" y="43195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5" name="任意多边形: 形状 104"/>
              <p:cNvSpPr/>
              <p:nvPr/>
            </p:nvSpPr>
            <p:spPr>
              <a:xfrm>
                <a:off x="4984831" y="3168236"/>
                <a:ext cx="86389" cy="86389"/>
              </a:xfrm>
              <a:custGeom>
                <a:avLst/>
                <a:gdLst>
                  <a:gd name="connsiteX0" fmla="*/ 86390 w 86389"/>
                  <a:gd name="connsiteY0" fmla="*/ 43195 h 86389"/>
                  <a:gd name="connsiteX1" fmla="*/ 43195 w 86389"/>
                  <a:gd name="connsiteY1" fmla="*/ 86390 h 86389"/>
                  <a:gd name="connsiteX2" fmla="*/ 0 w 86389"/>
                  <a:gd name="connsiteY2" fmla="*/ 43195 h 86389"/>
                  <a:gd name="connsiteX3" fmla="*/ 43195 w 86389"/>
                  <a:gd name="connsiteY3" fmla="*/ 0 h 86389"/>
                  <a:gd name="connsiteX4" fmla="*/ 86390 w 86389"/>
                  <a:gd name="connsiteY4" fmla="*/ 43195 h 86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6389" h="86389">
                    <a:moveTo>
                      <a:pt x="86390" y="43195"/>
                    </a:moveTo>
                    <a:cubicBezTo>
                      <a:pt x="86390" y="67051"/>
                      <a:pt x="67051" y="86390"/>
                      <a:pt x="43195" y="86390"/>
                    </a:cubicBezTo>
                    <a:cubicBezTo>
                      <a:pt x="19339" y="86390"/>
                      <a:pt x="0" y="67051"/>
                      <a:pt x="0" y="43195"/>
                    </a:cubicBezTo>
                    <a:cubicBezTo>
                      <a:pt x="0" y="19339"/>
                      <a:pt x="19339" y="0"/>
                      <a:pt x="43195" y="0"/>
                    </a:cubicBezTo>
                    <a:cubicBezTo>
                      <a:pt x="67051" y="0"/>
                      <a:pt x="86390" y="19339"/>
                      <a:pt x="86390" y="43195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6" name="任意多边形: 形状 105"/>
              <p:cNvSpPr/>
              <p:nvPr/>
            </p:nvSpPr>
            <p:spPr>
              <a:xfrm>
                <a:off x="6898691" y="2782806"/>
                <a:ext cx="485110" cy="13290"/>
              </a:xfrm>
              <a:custGeom>
                <a:avLst/>
                <a:gdLst>
                  <a:gd name="connsiteX0" fmla="*/ 0 w 485110"/>
                  <a:gd name="connsiteY0" fmla="*/ 0 h 13290"/>
                  <a:gd name="connsiteX1" fmla="*/ 485110 w 485110"/>
                  <a:gd name="connsiteY1" fmla="*/ 0 h 13290"/>
                  <a:gd name="connsiteX2" fmla="*/ 485110 w 485110"/>
                  <a:gd name="connsiteY2" fmla="*/ 13291 h 13290"/>
                  <a:gd name="connsiteX3" fmla="*/ 0 w 485110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5110" h="13290">
                    <a:moveTo>
                      <a:pt x="0" y="0"/>
                    </a:moveTo>
                    <a:lnTo>
                      <a:pt x="485110" y="0"/>
                    </a:lnTo>
                    <a:lnTo>
                      <a:pt x="485110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7" name="任意多边形: 形状 106"/>
              <p:cNvSpPr/>
              <p:nvPr/>
            </p:nvSpPr>
            <p:spPr>
              <a:xfrm>
                <a:off x="6898691" y="2855905"/>
                <a:ext cx="485110" cy="13290"/>
              </a:xfrm>
              <a:custGeom>
                <a:avLst/>
                <a:gdLst>
                  <a:gd name="connsiteX0" fmla="*/ 0 w 485110"/>
                  <a:gd name="connsiteY0" fmla="*/ 0 h 13290"/>
                  <a:gd name="connsiteX1" fmla="*/ 485110 w 485110"/>
                  <a:gd name="connsiteY1" fmla="*/ 0 h 13290"/>
                  <a:gd name="connsiteX2" fmla="*/ 485110 w 485110"/>
                  <a:gd name="connsiteY2" fmla="*/ 13291 h 13290"/>
                  <a:gd name="connsiteX3" fmla="*/ 0 w 485110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5110" h="13290">
                    <a:moveTo>
                      <a:pt x="0" y="0"/>
                    </a:moveTo>
                    <a:lnTo>
                      <a:pt x="485110" y="0"/>
                    </a:lnTo>
                    <a:lnTo>
                      <a:pt x="485110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8" name="任意多边形: 形状 107"/>
              <p:cNvSpPr/>
              <p:nvPr/>
            </p:nvSpPr>
            <p:spPr>
              <a:xfrm>
                <a:off x="6898691" y="2929003"/>
                <a:ext cx="485110" cy="13290"/>
              </a:xfrm>
              <a:custGeom>
                <a:avLst/>
                <a:gdLst>
                  <a:gd name="connsiteX0" fmla="*/ 0 w 485110"/>
                  <a:gd name="connsiteY0" fmla="*/ 0 h 13290"/>
                  <a:gd name="connsiteX1" fmla="*/ 485110 w 485110"/>
                  <a:gd name="connsiteY1" fmla="*/ 0 h 13290"/>
                  <a:gd name="connsiteX2" fmla="*/ 485110 w 485110"/>
                  <a:gd name="connsiteY2" fmla="*/ 13291 h 13290"/>
                  <a:gd name="connsiteX3" fmla="*/ 0 w 485110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5110" h="13290">
                    <a:moveTo>
                      <a:pt x="0" y="0"/>
                    </a:moveTo>
                    <a:lnTo>
                      <a:pt x="485110" y="0"/>
                    </a:lnTo>
                    <a:lnTo>
                      <a:pt x="485110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9" name="任意多边形: 形状 108"/>
              <p:cNvSpPr/>
              <p:nvPr/>
            </p:nvSpPr>
            <p:spPr>
              <a:xfrm>
                <a:off x="6898691" y="3002102"/>
                <a:ext cx="485110" cy="13290"/>
              </a:xfrm>
              <a:custGeom>
                <a:avLst/>
                <a:gdLst>
                  <a:gd name="connsiteX0" fmla="*/ 0 w 485110"/>
                  <a:gd name="connsiteY0" fmla="*/ 0 h 13290"/>
                  <a:gd name="connsiteX1" fmla="*/ 485110 w 485110"/>
                  <a:gd name="connsiteY1" fmla="*/ 0 h 13290"/>
                  <a:gd name="connsiteX2" fmla="*/ 485110 w 485110"/>
                  <a:gd name="connsiteY2" fmla="*/ 13291 h 13290"/>
                  <a:gd name="connsiteX3" fmla="*/ 0 w 485110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5110" h="13290">
                    <a:moveTo>
                      <a:pt x="0" y="0"/>
                    </a:moveTo>
                    <a:lnTo>
                      <a:pt x="485110" y="0"/>
                    </a:lnTo>
                    <a:lnTo>
                      <a:pt x="485110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0" name="任意多边形: 形状 109"/>
              <p:cNvSpPr/>
              <p:nvPr/>
            </p:nvSpPr>
            <p:spPr>
              <a:xfrm>
                <a:off x="6898691" y="3075201"/>
                <a:ext cx="485110" cy="13290"/>
              </a:xfrm>
              <a:custGeom>
                <a:avLst/>
                <a:gdLst>
                  <a:gd name="connsiteX0" fmla="*/ 0 w 485110"/>
                  <a:gd name="connsiteY0" fmla="*/ 0 h 13290"/>
                  <a:gd name="connsiteX1" fmla="*/ 485110 w 485110"/>
                  <a:gd name="connsiteY1" fmla="*/ 0 h 13290"/>
                  <a:gd name="connsiteX2" fmla="*/ 485110 w 485110"/>
                  <a:gd name="connsiteY2" fmla="*/ 13291 h 13290"/>
                  <a:gd name="connsiteX3" fmla="*/ 0 w 485110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5110" h="13290">
                    <a:moveTo>
                      <a:pt x="0" y="0"/>
                    </a:moveTo>
                    <a:lnTo>
                      <a:pt x="485110" y="0"/>
                    </a:lnTo>
                    <a:lnTo>
                      <a:pt x="485110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1" name="任意多边形: 形状 110"/>
              <p:cNvSpPr/>
              <p:nvPr/>
            </p:nvSpPr>
            <p:spPr>
              <a:xfrm>
                <a:off x="6898691" y="3148300"/>
                <a:ext cx="485110" cy="13290"/>
              </a:xfrm>
              <a:custGeom>
                <a:avLst/>
                <a:gdLst>
                  <a:gd name="connsiteX0" fmla="*/ 0 w 485110"/>
                  <a:gd name="connsiteY0" fmla="*/ 0 h 13290"/>
                  <a:gd name="connsiteX1" fmla="*/ 485110 w 485110"/>
                  <a:gd name="connsiteY1" fmla="*/ 0 h 13290"/>
                  <a:gd name="connsiteX2" fmla="*/ 485110 w 485110"/>
                  <a:gd name="connsiteY2" fmla="*/ 13291 h 13290"/>
                  <a:gd name="connsiteX3" fmla="*/ 0 w 485110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5110" h="13290">
                    <a:moveTo>
                      <a:pt x="0" y="0"/>
                    </a:moveTo>
                    <a:lnTo>
                      <a:pt x="485110" y="0"/>
                    </a:lnTo>
                    <a:lnTo>
                      <a:pt x="485110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2" name="任意多边形: 形状 111"/>
              <p:cNvSpPr/>
              <p:nvPr/>
            </p:nvSpPr>
            <p:spPr>
              <a:xfrm>
                <a:off x="6898691" y="3221399"/>
                <a:ext cx="485110" cy="13290"/>
              </a:xfrm>
              <a:custGeom>
                <a:avLst/>
                <a:gdLst>
                  <a:gd name="connsiteX0" fmla="*/ 0 w 485110"/>
                  <a:gd name="connsiteY0" fmla="*/ 0 h 13290"/>
                  <a:gd name="connsiteX1" fmla="*/ 485110 w 485110"/>
                  <a:gd name="connsiteY1" fmla="*/ 0 h 13290"/>
                  <a:gd name="connsiteX2" fmla="*/ 485110 w 485110"/>
                  <a:gd name="connsiteY2" fmla="*/ 13291 h 13290"/>
                  <a:gd name="connsiteX3" fmla="*/ 0 w 485110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5110" h="13290">
                    <a:moveTo>
                      <a:pt x="0" y="0"/>
                    </a:moveTo>
                    <a:lnTo>
                      <a:pt x="485110" y="0"/>
                    </a:lnTo>
                    <a:lnTo>
                      <a:pt x="485110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3" name="任意多边形: 形状 112"/>
              <p:cNvSpPr/>
              <p:nvPr/>
            </p:nvSpPr>
            <p:spPr>
              <a:xfrm>
                <a:off x="6898691" y="3294498"/>
                <a:ext cx="485110" cy="13290"/>
              </a:xfrm>
              <a:custGeom>
                <a:avLst/>
                <a:gdLst>
                  <a:gd name="connsiteX0" fmla="*/ 0 w 485110"/>
                  <a:gd name="connsiteY0" fmla="*/ 0 h 13290"/>
                  <a:gd name="connsiteX1" fmla="*/ 485110 w 485110"/>
                  <a:gd name="connsiteY1" fmla="*/ 0 h 13290"/>
                  <a:gd name="connsiteX2" fmla="*/ 485110 w 485110"/>
                  <a:gd name="connsiteY2" fmla="*/ 13291 h 13290"/>
                  <a:gd name="connsiteX3" fmla="*/ 0 w 485110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5110" h="13290">
                    <a:moveTo>
                      <a:pt x="0" y="0"/>
                    </a:moveTo>
                    <a:lnTo>
                      <a:pt x="485110" y="0"/>
                    </a:lnTo>
                    <a:lnTo>
                      <a:pt x="485110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4" name="任意多边形: 形状 113"/>
              <p:cNvSpPr/>
              <p:nvPr/>
            </p:nvSpPr>
            <p:spPr>
              <a:xfrm>
                <a:off x="6898691" y="3367596"/>
                <a:ext cx="485110" cy="13290"/>
              </a:xfrm>
              <a:custGeom>
                <a:avLst/>
                <a:gdLst>
                  <a:gd name="connsiteX0" fmla="*/ 0 w 485110"/>
                  <a:gd name="connsiteY0" fmla="*/ 0 h 13290"/>
                  <a:gd name="connsiteX1" fmla="*/ 485110 w 485110"/>
                  <a:gd name="connsiteY1" fmla="*/ 0 h 13290"/>
                  <a:gd name="connsiteX2" fmla="*/ 485110 w 485110"/>
                  <a:gd name="connsiteY2" fmla="*/ 13291 h 13290"/>
                  <a:gd name="connsiteX3" fmla="*/ 0 w 485110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5110" h="13290">
                    <a:moveTo>
                      <a:pt x="0" y="0"/>
                    </a:moveTo>
                    <a:lnTo>
                      <a:pt x="485110" y="0"/>
                    </a:lnTo>
                    <a:lnTo>
                      <a:pt x="485110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5" name="任意多边形: 形状 114"/>
              <p:cNvSpPr/>
              <p:nvPr/>
            </p:nvSpPr>
            <p:spPr>
              <a:xfrm>
                <a:off x="4380104" y="2310986"/>
                <a:ext cx="3043569" cy="13290"/>
              </a:xfrm>
              <a:custGeom>
                <a:avLst/>
                <a:gdLst>
                  <a:gd name="connsiteX0" fmla="*/ 0 w 3043569"/>
                  <a:gd name="connsiteY0" fmla="*/ 0 h 13290"/>
                  <a:gd name="connsiteX1" fmla="*/ 3043570 w 3043569"/>
                  <a:gd name="connsiteY1" fmla="*/ 0 h 13290"/>
                  <a:gd name="connsiteX2" fmla="*/ 3043570 w 3043569"/>
                  <a:gd name="connsiteY2" fmla="*/ 13291 h 13290"/>
                  <a:gd name="connsiteX3" fmla="*/ 0 w 3043569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043569" h="13290">
                    <a:moveTo>
                      <a:pt x="0" y="0"/>
                    </a:moveTo>
                    <a:lnTo>
                      <a:pt x="3043570" y="0"/>
                    </a:lnTo>
                    <a:lnTo>
                      <a:pt x="3043570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6" name="任意多边形: 形状 115"/>
              <p:cNvSpPr/>
              <p:nvPr/>
            </p:nvSpPr>
            <p:spPr>
              <a:xfrm>
                <a:off x="6991726" y="2404021"/>
                <a:ext cx="299040" cy="299040"/>
              </a:xfrm>
              <a:custGeom>
                <a:avLst/>
                <a:gdLst>
                  <a:gd name="connsiteX0" fmla="*/ 299041 w 299040"/>
                  <a:gd name="connsiteY0" fmla="*/ 149520 h 299040"/>
                  <a:gd name="connsiteX1" fmla="*/ 149520 w 299040"/>
                  <a:gd name="connsiteY1" fmla="*/ 299041 h 299040"/>
                  <a:gd name="connsiteX2" fmla="*/ 0 w 299040"/>
                  <a:gd name="connsiteY2" fmla="*/ 149520 h 299040"/>
                  <a:gd name="connsiteX3" fmla="*/ 149520 w 299040"/>
                  <a:gd name="connsiteY3" fmla="*/ 0 h 299040"/>
                  <a:gd name="connsiteX4" fmla="*/ 299041 w 299040"/>
                  <a:gd name="connsiteY4" fmla="*/ 149520 h 2990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99040" h="299040">
                    <a:moveTo>
                      <a:pt x="299041" y="149520"/>
                    </a:moveTo>
                    <a:cubicBezTo>
                      <a:pt x="299041" y="232098"/>
                      <a:pt x="232098" y="299041"/>
                      <a:pt x="149520" y="299041"/>
                    </a:cubicBezTo>
                    <a:cubicBezTo>
                      <a:pt x="66942" y="299041"/>
                      <a:pt x="0" y="232098"/>
                      <a:pt x="0" y="149520"/>
                    </a:cubicBezTo>
                    <a:cubicBezTo>
                      <a:pt x="0" y="66943"/>
                      <a:pt x="66942" y="0"/>
                      <a:pt x="149520" y="0"/>
                    </a:cubicBezTo>
                    <a:cubicBezTo>
                      <a:pt x="232098" y="0"/>
                      <a:pt x="299041" y="66943"/>
                      <a:pt x="299041" y="149520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117" name="图形 4"/>
            <p:cNvGrpSpPr/>
            <p:nvPr/>
          </p:nvGrpSpPr>
          <p:grpSpPr>
            <a:xfrm>
              <a:off x="6998177" y="969048"/>
              <a:ext cx="962105" cy="1182450"/>
              <a:chOff x="6998177" y="969048"/>
              <a:chExt cx="962105" cy="1182450"/>
            </a:xfrm>
          </p:grpSpPr>
          <p:sp>
            <p:nvSpPr>
              <p:cNvPr id="118" name="任意多边形: 形状 117"/>
              <p:cNvSpPr/>
              <p:nvPr/>
            </p:nvSpPr>
            <p:spPr>
              <a:xfrm>
                <a:off x="7137626" y="1107402"/>
                <a:ext cx="684948" cy="831444"/>
              </a:xfrm>
              <a:custGeom>
                <a:avLst/>
                <a:gdLst>
                  <a:gd name="connsiteX0" fmla="*/ 206232 w 684948"/>
                  <a:gd name="connsiteY0" fmla="*/ 831406 h 831444"/>
                  <a:gd name="connsiteX1" fmla="*/ 206232 w 684948"/>
                  <a:gd name="connsiteY1" fmla="*/ 698499 h 831444"/>
                  <a:gd name="connsiteX2" fmla="*/ 159715 w 684948"/>
                  <a:gd name="connsiteY2" fmla="*/ 638691 h 831444"/>
                  <a:gd name="connsiteX3" fmla="*/ 227 w 684948"/>
                  <a:gd name="connsiteY3" fmla="*/ 326360 h 831444"/>
                  <a:gd name="connsiteX4" fmla="*/ 359075 w 684948"/>
                  <a:gd name="connsiteY4" fmla="*/ 737 h 831444"/>
                  <a:gd name="connsiteX5" fmla="*/ 684698 w 684948"/>
                  <a:gd name="connsiteY5" fmla="*/ 359586 h 831444"/>
                  <a:gd name="connsiteX6" fmla="*/ 511918 w 684948"/>
                  <a:gd name="connsiteY6" fmla="*/ 638691 h 831444"/>
                  <a:gd name="connsiteX7" fmla="*/ 478692 w 684948"/>
                  <a:gd name="connsiteY7" fmla="*/ 678563 h 831444"/>
                  <a:gd name="connsiteX8" fmla="*/ 478692 w 684948"/>
                  <a:gd name="connsiteY8" fmla="*/ 831406 h 8314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84948" h="831444">
                    <a:moveTo>
                      <a:pt x="206232" y="831406"/>
                    </a:moveTo>
                    <a:lnTo>
                      <a:pt x="206232" y="698499"/>
                    </a:lnTo>
                    <a:cubicBezTo>
                      <a:pt x="206232" y="698499"/>
                      <a:pt x="219523" y="665272"/>
                      <a:pt x="159715" y="638691"/>
                    </a:cubicBezTo>
                    <a:cubicBezTo>
                      <a:pt x="99907" y="612110"/>
                      <a:pt x="-6419" y="505784"/>
                      <a:pt x="227" y="326360"/>
                    </a:cubicBezTo>
                    <a:cubicBezTo>
                      <a:pt x="6872" y="146935"/>
                      <a:pt x="173006" y="-12553"/>
                      <a:pt x="359075" y="737"/>
                    </a:cubicBezTo>
                    <a:cubicBezTo>
                      <a:pt x="545145" y="14028"/>
                      <a:pt x="678052" y="160226"/>
                      <a:pt x="684698" y="359586"/>
                    </a:cubicBezTo>
                    <a:cubicBezTo>
                      <a:pt x="691343" y="558947"/>
                      <a:pt x="511918" y="638691"/>
                      <a:pt x="511918" y="638691"/>
                    </a:cubicBezTo>
                    <a:cubicBezTo>
                      <a:pt x="511918" y="638691"/>
                      <a:pt x="478692" y="645336"/>
                      <a:pt x="478692" y="678563"/>
                    </a:cubicBezTo>
                    <a:lnTo>
                      <a:pt x="478692" y="831406"/>
                    </a:ln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9" name="任意多边形: 形状 118"/>
              <p:cNvSpPr/>
              <p:nvPr/>
            </p:nvSpPr>
            <p:spPr>
              <a:xfrm rot="-3447600">
                <a:off x="7098163" y="1168054"/>
                <a:ext cx="13290" cy="132906"/>
              </a:xfrm>
              <a:custGeom>
                <a:avLst/>
                <a:gdLst>
                  <a:gd name="connsiteX0" fmla="*/ -71 w 13290"/>
                  <a:gd name="connsiteY0" fmla="*/ -38 h 132906"/>
                  <a:gd name="connsiteX1" fmla="*/ 13220 w 13290"/>
                  <a:gd name="connsiteY1" fmla="*/ -38 h 132906"/>
                  <a:gd name="connsiteX2" fmla="*/ 13220 w 13290"/>
                  <a:gd name="connsiteY2" fmla="*/ 132869 h 132906"/>
                  <a:gd name="connsiteX3" fmla="*/ -71 w 13290"/>
                  <a:gd name="connsiteY3" fmla="*/ 132869 h 13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290" h="132906">
                    <a:moveTo>
                      <a:pt x="-71" y="-38"/>
                    </a:moveTo>
                    <a:lnTo>
                      <a:pt x="13220" y="-38"/>
                    </a:lnTo>
                    <a:lnTo>
                      <a:pt x="13220" y="132869"/>
                    </a:lnTo>
                    <a:lnTo>
                      <a:pt x="-71" y="132869"/>
                    </a:ln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0" name="任意多边形: 形状 119"/>
              <p:cNvSpPr/>
              <p:nvPr/>
            </p:nvSpPr>
            <p:spPr>
              <a:xfrm rot="-721200">
                <a:off x="7357203" y="968974"/>
                <a:ext cx="13290" cy="132906"/>
              </a:xfrm>
              <a:custGeom>
                <a:avLst/>
                <a:gdLst>
                  <a:gd name="connsiteX0" fmla="*/ -71 w 13290"/>
                  <a:gd name="connsiteY0" fmla="*/ -38 h 132906"/>
                  <a:gd name="connsiteX1" fmla="*/ 13220 w 13290"/>
                  <a:gd name="connsiteY1" fmla="*/ -38 h 132906"/>
                  <a:gd name="connsiteX2" fmla="*/ 13220 w 13290"/>
                  <a:gd name="connsiteY2" fmla="*/ 132869 h 132906"/>
                  <a:gd name="connsiteX3" fmla="*/ -71 w 13290"/>
                  <a:gd name="connsiteY3" fmla="*/ 132869 h 13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290" h="132906">
                    <a:moveTo>
                      <a:pt x="-71" y="-38"/>
                    </a:moveTo>
                    <a:lnTo>
                      <a:pt x="13220" y="-38"/>
                    </a:lnTo>
                    <a:lnTo>
                      <a:pt x="13220" y="132869"/>
                    </a:lnTo>
                    <a:lnTo>
                      <a:pt x="-71" y="132869"/>
                    </a:ln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1" name="任意多边形: 形状 120"/>
              <p:cNvSpPr/>
              <p:nvPr/>
            </p:nvSpPr>
            <p:spPr>
              <a:xfrm rot="1930800">
                <a:off x="7689406" y="1008601"/>
                <a:ext cx="13290" cy="132906"/>
              </a:xfrm>
              <a:custGeom>
                <a:avLst/>
                <a:gdLst>
                  <a:gd name="connsiteX0" fmla="*/ -71 w 13290"/>
                  <a:gd name="connsiteY0" fmla="*/ -38 h 132906"/>
                  <a:gd name="connsiteX1" fmla="*/ 13220 w 13290"/>
                  <a:gd name="connsiteY1" fmla="*/ -38 h 132906"/>
                  <a:gd name="connsiteX2" fmla="*/ 13220 w 13290"/>
                  <a:gd name="connsiteY2" fmla="*/ 132869 h 132906"/>
                  <a:gd name="connsiteX3" fmla="*/ -71 w 13290"/>
                  <a:gd name="connsiteY3" fmla="*/ 132869 h 13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290" h="132906">
                    <a:moveTo>
                      <a:pt x="-71" y="-38"/>
                    </a:moveTo>
                    <a:lnTo>
                      <a:pt x="13220" y="-38"/>
                    </a:lnTo>
                    <a:lnTo>
                      <a:pt x="13220" y="132869"/>
                    </a:lnTo>
                    <a:lnTo>
                      <a:pt x="-71" y="132869"/>
                    </a:ln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2" name="任意多边形: 形状 121"/>
              <p:cNvSpPr/>
              <p:nvPr/>
            </p:nvSpPr>
            <p:spPr>
              <a:xfrm rot="4318200">
                <a:off x="7888391" y="1267727"/>
                <a:ext cx="13290" cy="132906"/>
              </a:xfrm>
              <a:custGeom>
                <a:avLst/>
                <a:gdLst>
                  <a:gd name="connsiteX0" fmla="*/ -71 w 13290"/>
                  <a:gd name="connsiteY0" fmla="*/ -38 h 132906"/>
                  <a:gd name="connsiteX1" fmla="*/ 13220 w 13290"/>
                  <a:gd name="connsiteY1" fmla="*/ -38 h 132906"/>
                  <a:gd name="connsiteX2" fmla="*/ 13220 w 13290"/>
                  <a:gd name="connsiteY2" fmla="*/ 132869 h 132906"/>
                  <a:gd name="connsiteX3" fmla="*/ -71 w 13290"/>
                  <a:gd name="connsiteY3" fmla="*/ 132869 h 13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290" h="132906">
                    <a:moveTo>
                      <a:pt x="-71" y="-38"/>
                    </a:moveTo>
                    <a:lnTo>
                      <a:pt x="13220" y="-38"/>
                    </a:lnTo>
                    <a:lnTo>
                      <a:pt x="13220" y="132869"/>
                    </a:lnTo>
                    <a:lnTo>
                      <a:pt x="-71" y="132869"/>
                    </a:ln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3" name="任意多边形: 形状 122"/>
              <p:cNvSpPr/>
              <p:nvPr/>
            </p:nvSpPr>
            <p:spPr>
              <a:xfrm rot="7316400">
                <a:off x="7849214" y="1600321"/>
                <a:ext cx="13290" cy="132906"/>
              </a:xfrm>
              <a:custGeom>
                <a:avLst/>
                <a:gdLst>
                  <a:gd name="connsiteX0" fmla="*/ -71 w 13290"/>
                  <a:gd name="connsiteY0" fmla="*/ -38 h 132906"/>
                  <a:gd name="connsiteX1" fmla="*/ 13220 w 13290"/>
                  <a:gd name="connsiteY1" fmla="*/ -38 h 132906"/>
                  <a:gd name="connsiteX2" fmla="*/ 13220 w 13290"/>
                  <a:gd name="connsiteY2" fmla="*/ 132869 h 132906"/>
                  <a:gd name="connsiteX3" fmla="*/ -71 w 13290"/>
                  <a:gd name="connsiteY3" fmla="*/ 132869 h 13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290" h="132906">
                    <a:moveTo>
                      <a:pt x="-71" y="-38"/>
                    </a:moveTo>
                    <a:lnTo>
                      <a:pt x="13220" y="-38"/>
                    </a:lnTo>
                    <a:lnTo>
                      <a:pt x="13220" y="132869"/>
                    </a:lnTo>
                    <a:lnTo>
                      <a:pt x="-71" y="132869"/>
                    </a:ln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4" name="任意多边形: 形状 123"/>
              <p:cNvSpPr/>
              <p:nvPr/>
            </p:nvSpPr>
            <p:spPr>
              <a:xfrm rot="-8867400">
                <a:off x="7250883" y="1759397"/>
                <a:ext cx="13290" cy="132906"/>
              </a:xfrm>
              <a:custGeom>
                <a:avLst/>
                <a:gdLst>
                  <a:gd name="connsiteX0" fmla="*/ -71 w 13290"/>
                  <a:gd name="connsiteY0" fmla="*/ -38 h 132906"/>
                  <a:gd name="connsiteX1" fmla="*/ 13220 w 13290"/>
                  <a:gd name="connsiteY1" fmla="*/ -38 h 132906"/>
                  <a:gd name="connsiteX2" fmla="*/ 13220 w 13290"/>
                  <a:gd name="connsiteY2" fmla="*/ 132869 h 132906"/>
                  <a:gd name="connsiteX3" fmla="*/ -71 w 13290"/>
                  <a:gd name="connsiteY3" fmla="*/ 132869 h 13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290" h="132906">
                    <a:moveTo>
                      <a:pt x="-71" y="-38"/>
                    </a:moveTo>
                    <a:lnTo>
                      <a:pt x="13220" y="-38"/>
                    </a:lnTo>
                    <a:lnTo>
                      <a:pt x="13220" y="132869"/>
                    </a:lnTo>
                    <a:lnTo>
                      <a:pt x="-71" y="132869"/>
                    </a:ln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5" name="任意多边形: 形状 124"/>
              <p:cNvSpPr/>
              <p:nvPr/>
            </p:nvSpPr>
            <p:spPr>
              <a:xfrm rot="-6187800">
                <a:off x="7057758" y="1506828"/>
                <a:ext cx="13290" cy="132906"/>
              </a:xfrm>
              <a:custGeom>
                <a:avLst/>
                <a:gdLst>
                  <a:gd name="connsiteX0" fmla="*/ -71 w 13290"/>
                  <a:gd name="connsiteY0" fmla="*/ -38 h 132906"/>
                  <a:gd name="connsiteX1" fmla="*/ 13220 w 13290"/>
                  <a:gd name="connsiteY1" fmla="*/ -38 h 132906"/>
                  <a:gd name="connsiteX2" fmla="*/ 13220 w 13290"/>
                  <a:gd name="connsiteY2" fmla="*/ 132869 h 132906"/>
                  <a:gd name="connsiteX3" fmla="*/ -71 w 13290"/>
                  <a:gd name="connsiteY3" fmla="*/ 132869 h 13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290" h="132906">
                    <a:moveTo>
                      <a:pt x="-71" y="-38"/>
                    </a:moveTo>
                    <a:lnTo>
                      <a:pt x="13220" y="-38"/>
                    </a:lnTo>
                    <a:lnTo>
                      <a:pt x="13220" y="132869"/>
                    </a:lnTo>
                    <a:lnTo>
                      <a:pt x="-71" y="132869"/>
                    </a:ln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6" name="任意多边形: 形状 125"/>
              <p:cNvSpPr/>
              <p:nvPr/>
            </p:nvSpPr>
            <p:spPr>
              <a:xfrm>
                <a:off x="7317348" y="1938846"/>
                <a:ext cx="325622" cy="46517"/>
              </a:xfrm>
              <a:custGeom>
                <a:avLst/>
                <a:gdLst>
                  <a:gd name="connsiteX0" fmla="*/ 302363 w 325622"/>
                  <a:gd name="connsiteY0" fmla="*/ 0 h 46517"/>
                  <a:gd name="connsiteX1" fmla="*/ 325622 w 325622"/>
                  <a:gd name="connsiteY1" fmla="*/ 0 h 46517"/>
                  <a:gd name="connsiteX2" fmla="*/ 325622 w 325622"/>
                  <a:gd name="connsiteY2" fmla="*/ 46518 h 46517"/>
                  <a:gd name="connsiteX3" fmla="*/ 302363 w 325622"/>
                  <a:gd name="connsiteY3" fmla="*/ 46518 h 46517"/>
                  <a:gd name="connsiteX4" fmla="*/ 23259 w 325622"/>
                  <a:gd name="connsiteY4" fmla="*/ 46518 h 46517"/>
                  <a:gd name="connsiteX5" fmla="*/ 0 w 325622"/>
                  <a:gd name="connsiteY5" fmla="*/ 46518 h 46517"/>
                  <a:gd name="connsiteX6" fmla="*/ 0 w 325622"/>
                  <a:gd name="connsiteY6" fmla="*/ 0 h 46517"/>
                  <a:gd name="connsiteX7" fmla="*/ 23259 w 325622"/>
                  <a:gd name="connsiteY7" fmla="*/ 0 h 465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25622" h="46517">
                    <a:moveTo>
                      <a:pt x="302363" y="0"/>
                    </a:moveTo>
                    <a:cubicBezTo>
                      <a:pt x="315209" y="0"/>
                      <a:pt x="325622" y="0"/>
                      <a:pt x="325622" y="0"/>
                    </a:cubicBezTo>
                    <a:lnTo>
                      <a:pt x="325622" y="46518"/>
                    </a:lnTo>
                    <a:cubicBezTo>
                      <a:pt x="325622" y="46518"/>
                      <a:pt x="315209" y="46518"/>
                      <a:pt x="302363" y="46518"/>
                    </a:cubicBezTo>
                    <a:lnTo>
                      <a:pt x="23259" y="46518"/>
                    </a:lnTo>
                    <a:cubicBezTo>
                      <a:pt x="10413" y="46518"/>
                      <a:pt x="0" y="46518"/>
                      <a:pt x="0" y="46518"/>
                    </a:cubicBezTo>
                    <a:lnTo>
                      <a:pt x="0" y="0"/>
                    </a:lnTo>
                    <a:cubicBezTo>
                      <a:pt x="0" y="0"/>
                      <a:pt x="10413" y="0"/>
                      <a:pt x="23259" y="0"/>
                    </a:cubicBez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7" name="任意多边形: 形状 126"/>
              <p:cNvSpPr/>
              <p:nvPr/>
            </p:nvSpPr>
            <p:spPr>
              <a:xfrm>
                <a:off x="7323993" y="2025236"/>
                <a:ext cx="312331" cy="46517"/>
              </a:xfrm>
              <a:custGeom>
                <a:avLst/>
                <a:gdLst>
                  <a:gd name="connsiteX0" fmla="*/ 289073 w 312331"/>
                  <a:gd name="connsiteY0" fmla="*/ 0 h 46517"/>
                  <a:gd name="connsiteX1" fmla="*/ 312331 w 312331"/>
                  <a:gd name="connsiteY1" fmla="*/ 0 h 46517"/>
                  <a:gd name="connsiteX2" fmla="*/ 312331 w 312331"/>
                  <a:gd name="connsiteY2" fmla="*/ 46518 h 46517"/>
                  <a:gd name="connsiteX3" fmla="*/ 289073 w 312331"/>
                  <a:gd name="connsiteY3" fmla="*/ 46518 h 46517"/>
                  <a:gd name="connsiteX4" fmla="*/ 23259 w 312331"/>
                  <a:gd name="connsiteY4" fmla="*/ 46518 h 46517"/>
                  <a:gd name="connsiteX5" fmla="*/ 0 w 312331"/>
                  <a:gd name="connsiteY5" fmla="*/ 46518 h 46517"/>
                  <a:gd name="connsiteX6" fmla="*/ 0 w 312331"/>
                  <a:gd name="connsiteY6" fmla="*/ 0 h 46517"/>
                  <a:gd name="connsiteX7" fmla="*/ 23259 w 312331"/>
                  <a:gd name="connsiteY7" fmla="*/ 0 h 465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12331" h="46517">
                    <a:moveTo>
                      <a:pt x="289073" y="0"/>
                    </a:moveTo>
                    <a:cubicBezTo>
                      <a:pt x="301918" y="0"/>
                      <a:pt x="312331" y="0"/>
                      <a:pt x="312331" y="0"/>
                    </a:cubicBezTo>
                    <a:lnTo>
                      <a:pt x="312331" y="46518"/>
                    </a:lnTo>
                    <a:cubicBezTo>
                      <a:pt x="312331" y="46518"/>
                      <a:pt x="301918" y="46518"/>
                      <a:pt x="289073" y="46518"/>
                    </a:cubicBezTo>
                    <a:lnTo>
                      <a:pt x="23259" y="46518"/>
                    </a:lnTo>
                    <a:cubicBezTo>
                      <a:pt x="10413" y="46518"/>
                      <a:pt x="0" y="46518"/>
                      <a:pt x="0" y="46518"/>
                    </a:cubicBezTo>
                    <a:lnTo>
                      <a:pt x="0" y="0"/>
                    </a:lnTo>
                    <a:cubicBezTo>
                      <a:pt x="0" y="0"/>
                      <a:pt x="10413" y="0"/>
                      <a:pt x="23259" y="0"/>
                    </a:cubicBez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8" name="任意多边形: 形状 127"/>
              <p:cNvSpPr/>
              <p:nvPr/>
            </p:nvSpPr>
            <p:spPr>
              <a:xfrm>
                <a:off x="7323993" y="1985364"/>
                <a:ext cx="312331" cy="39872"/>
              </a:xfrm>
              <a:custGeom>
                <a:avLst/>
                <a:gdLst>
                  <a:gd name="connsiteX0" fmla="*/ 292395 w 312331"/>
                  <a:gd name="connsiteY0" fmla="*/ 0 h 39872"/>
                  <a:gd name="connsiteX1" fmla="*/ 312331 w 312331"/>
                  <a:gd name="connsiteY1" fmla="*/ 0 h 39872"/>
                  <a:gd name="connsiteX2" fmla="*/ 312331 w 312331"/>
                  <a:gd name="connsiteY2" fmla="*/ 39872 h 39872"/>
                  <a:gd name="connsiteX3" fmla="*/ 292395 w 312331"/>
                  <a:gd name="connsiteY3" fmla="*/ 39872 h 39872"/>
                  <a:gd name="connsiteX4" fmla="*/ 19936 w 312331"/>
                  <a:gd name="connsiteY4" fmla="*/ 39872 h 39872"/>
                  <a:gd name="connsiteX5" fmla="*/ 0 w 312331"/>
                  <a:gd name="connsiteY5" fmla="*/ 39872 h 39872"/>
                  <a:gd name="connsiteX6" fmla="*/ 0 w 312331"/>
                  <a:gd name="connsiteY6" fmla="*/ 0 h 39872"/>
                  <a:gd name="connsiteX7" fmla="*/ 19936 w 312331"/>
                  <a:gd name="connsiteY7" fmla="*/ 0 h 398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12331" h="39872">
                    <a:moveTo>
                      <a:pt x="292395" y="0"/>
                    </a:moveTo>
                    <a:cubicBezTo>
                      <a:pt x="303406" y="0"/>
                      <a:pt x="312331" y="0"/>
                      <a:pt x="312331" y="0"/>
                    </a:cubicBezTo>
                    <a:lnTo>
                      <a:pt x="312331" y="39872"/>
                    </a:lnTo>
                    <a:cubicBezTo>
                      <a:pt x="312331" y="39872"/>
                      <a:pt x="303406" y="39872"/>
                      <a:pt x="292395" y="39872"/>
                    </a:cubicBezTo>
                    <a:lnTo>
                      <a:pt x="19936" y="39872"/>
                    </a:lnTo>
                    <a:cubicBezTo>
                      <a:pt x="8925" y="39872"/>
                      <a:pt x="0" y="39872"/>
                      <a:pt x="0" y="39872"/>
                    </a:cubicBezTo>
                    <a:lnTo>
                      <a:pt x="0" y="0"/>
                    </a:lnTo>
                    <a:cubicBezTo>
                      <a:pt x="0" y="0"/>
                      <a:pt x="8925" y="0"/>
                      <a:pt x="199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9" name="任意多边形: 形状 128"/>
              <p:cNvSpPr/>
              <p:nvPr/>
            </p:nvSpPr>
            <p:spPr>
              <a:xfrm>
                <a:off x="7357220" y="2071753"/>
                <a:ext cx="244150" cy="79744"/>
              </a:xfrm>
              <a:custGeom>
                <a:avLst/>
                <a:gdLst>
                  <a:gd name="connsiteX0" fmla="*/ -71 w 244150"/>
                  <a:gd name="connsiteY0" fmla="*/ -38 h 79744"/>
                  <a:gd name="connsiteX1" fmla="*/ 244080 w 244150"/>
                  <a:gd name="connsiteY1" fmla="*/ -38 h 79744"/>
                  <a:gd name="connsiteX2" fmla="*/ 126191 w 244150"/>
                  <a:gd name="connsiteY2" fmla="*/ 79706 h 79744"/>
                  <a:gd name="connsiteX3" fmla="*/ -71 w 244150"/>
                  <a:gd name="connsiteY3" fmla="*/ -38 h 797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4150" h="79744">
                    <a:moveTo>
                      <a:pt x="-71" y="-38"/>
                    </a:moveTo>
                    <a:lnTo>
                      <a:pt x="244080" y="-38"/>
                    </a:lnTo>
                    <a:cubicBezTo>
                      <a:pt x="244080" y="-38"/>
                      <a:pt x="239162" y="79706"/>
                      <a:pt x="126191" y="79706"/>
                    </a:cubicBezTo>
                    <a:cubicBezTo>
                      <a:pt x="13220" y="79706"/>
                      <a:pt x="19865" y="33189"/>
                      <a:pt x="-71" y="-38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130" name="图形 4"/>
            <p:cNvGrpSpPr/>
            <p:nvPr/>
          </p:nvGrpSpPr>
          <p:grpSpPr>
            <a:xfrm>
              <a:off x="7441272" y="2902422"/>
              <a:ext cx="937948" cy="544918"/>
              <a:chOff x="7441272" y="2902422"/>
              <a:chExt cx="937948" cy="544918"/>
            </a:xfrm>
          </p:grpSpPr>
          <p:sp>
            <p:nvSpPr>
              <p:cNvPr id="131" name="任意多边形: 形状 130"/>
              <p:cNvSpPr/>
              <p:nvPr/>
            </p:nvSpPr>
            <p:spPr>
              <a:xfrm>
                <a:off x="7494435" y="2902422"/>
                <a:ext cx="884785" cy="544918"/>
              </a:xfrm>
              <a:custGeom>
                <a:avLst/>
                <a:gdLst>
                  <a:gd name="connsiteX0" fmla="*/ 78888 w 884785"/>
                  <a:gd name="connsiteY0" fmla="*/ -38 h 544918"/>
                  <a:gd name="connsiteX1" fmla="*/ 860181 w 884785"/>
                  <a:gd name="connsiteY1" fmla="*/ -38 h 544918"/>
                  <a:gd name="connsiteX2" fmla="*/ 884715 w 884785"/>
                  <a:gd name="connsiteY2" fmla="*/ 24472 h 544918"/>
                  <a:gd name="connsiteX3" fmla="*/ 884570 w 884785"/>
                  <a:gd name="connsiteY3" fmla="*/ 27141 h 544918"/>
                  <a:gd name="connsiteX4" fmla="*/ 830144 w 884785"/>
                  <a:gd name="connsiteY4" fmla="*/ 523017 h 544918"/>
                  <a:gd name="connsiteX5" fmla="*/ 805756 w 884785"/>
                  <a:gd name="connsiteY5" fmla="*/ 544880 h 544918"/>
                  <a:gd name="connsiteX6" fmla="*/ 24462 w 884785"/>
                  <a:gd name="connsiteY6" fmla="*/ 544880 h 544918"/>
                  <a:gd name="connsiteX7" fmla="*/ -71 w 884785"/>
                  <a:gd name="connsiteY7" fmla="*/ 520371 h 544918"/>
                  <a:gd name="connsiteX8" fmla="*/ 74 w 884785"/>
                  <a:gd name="connsiteY8" fmla="*/ 517701 h 544918"/>
                  <a:gd name="connsiteX9" fmla="*/ 54499 w 884785"/>
                  <a:gd name="connsiteY9" fmla="*/ 21825 h 544918"/>
                  <a:gd name="connsiteX10" fmla="*/ 78888 w 884785"/>
                  <a:gd name="connsiteY10" fmla="*/ -38 h 5449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84785" h="544918">
                    <a:moveTo>
                      <a:pt x="78888" y="-38"/>
                    </a:moveTo>
                    <a:lnTo>
                      <a:pt x="860181" y="-38"/>
                    </a:lnTo>
                    <a:cubicBezTo>
                      <a:pt x="873724" y="-45"/>
                      <a:pt x="884708" y="10929"/>
                      <a:pt x="884715" y="24472"/>
                    </a:cubicBezTo>
                    <a:cubicBezTo>
                      <a:pt x="884715" y="25363"/>
                      <a:pt x="884667" y="26255"/>
                      <a:pt x="884570" y="27141"/>
                    </a:cubicBezTo>
                    <a:lnTo>
                      <a:pt x="830144" y="523017"/>
                    </a:lnTo>
                    <a:cubicBezTo>
                      <a:pt x="828758" y="535447"/>
                      <a:pt x="818263" y="544856"/>
                      <a:pt x="805756" y="544880"/>
                    </a:cubicBezTo>
                    <a:lnTo>
                      <a:pt x="24462" y="544880"/>
                    </a:lnTo>
                    <a:cubicBezTo>
                      <a:pt x="10920" y="544887"/>
                      <a:pt x="-64" y="533913"/>
                      <a:pt x="-71" y="520371"/>
                    </a:cubicBezTo>
                    <a:cubicBezTo>
                      <a:pt x="-71" y="519479"/>
                      <a:pt x="-23" y="518588"/>
                      <a:pt x="74" y="517701"/>
                    </a:cubicBezTo>
                    <a:lnTo>
                      <a:pt x="54499" y="21825"/>
                    </a:lnTo>
                    <a:cubicBezTo>
                      <a:pt x="55857" y="9380"/>
                      <a:pt x="66369" y="-44"/>
                      <a:pt x="78888" y="-38"/>
                    </a:cubicBezTo>
                    <a:close/>
                  </a:path>
                </a:pathLst>
              </a:custGeom>
              <a:solidFill>
                <a:srgbClr val="E1E6FB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2" name="任意多边形: 形状 131"/>
              <p:cNvSpPr/>
              <p:nvPr/>
            </p:nvSpPr>
            <p:spPr>
              <a:xfrm>
                <a:off x="7441272" y="2902422"/>
                <a:ext cx="884785" cy="544918"/>
              </a:xfrm>
              <a:custGeom>
                <a:avLst/>
                <a:gdLst>
                  <a:gd name="connsiteX0" fmla="*/ 78888 w 884785"/>
                  <a:gd name="connsiteY0" fmla="*/ -38 h 544918"/>
                  <a:gd name="connsiteX1" fmla="*/ 860181 w 884785"/>
                  <a:gd name="connsiteY1" fmla="*/ -38 h 544918"/>
                  <a:gd name="connsiteX2" fmla="*/ 884715 w 884785"/>
                  <a:gd name="connsiteY2" fmla="*/ 24472 h 544918"/>
                  <a:gd name="connsiteX3" fmla="*/ 884570 w 884785"/>
                  <a:gd name="connsiteY3" fmla="*/ 27141 h 544918"/>
                  <a:gd name="connsiteX4" fmla="*/ 830144 w 884785"/>
                  <a:gd name="connsiteY4" fmla="*/ 523017 h 544918"/>
                  <a:gd name="connsiteX5" fmla="*/ 805756 w 884785"/>
                  <a:gd name="connsiteY5" fmla="*/ 544880 h 544918"/>
                  <a:gd name="connsiteX6" fmla="*/ 24462 w 884785"/>
                  <a:gd name="connsiteY6" fmla="*/ 544880 h 544918"/>
                  <a:gd name="connsiteX7" fmla="*/ -71 w 884785"/>
                  <a:gd name="connsiteY7" fmla="*/ 520371 h 544918"/>
                  <a:gd name="connsiteX8" fmla="*/ 74 w 884785"/>
                  <a:gd name="connsiteY8" fmla="*/ 517701 h 544918"/>
                  <a:gd name="connsiteX9" fmla="*/ 54499 w 884785"/>
                  <a:gd name="connsiteY9" fmla="*/ 21825 h 544918"/>
                  <a:gd name="connsiteX10" fmla="*/ 78888 w 884785"/>
                  <a:gd name="connsiteY10" fmla="*/ -38 h 5449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84785" h="544918">
                    <a:moveTo>
                      <a:pt x="78888" y="-38"/>
                    </a:moveTo>
                    <a:lnTo>
                      <a:pt x="860181" y="-38"/>
                    </a:lnTo>
                    <a:cubicBezTo>
                      <a:pt x="873724" y="-45"/>
                      <a:pt x="884708" y="10929"/>
                      <a:pt x="884715" y="24472"/>
                    </a:cubicBezTo>
                    <a:cubicBezTo>
                      <a:pt x="884715" y="25363"/>
                      <a:pt x="884667" y="26255"/>
                      <a:pt x="884570" y="27141"/>
                    </a:cubicBezTo>
                    <a:lnTo>
                      <a:pt x="830144" y="523017"/>
                    </a:lnTo>
                    <a:cubicBezTo>
                      <a:pt x="828758" y="535447"/>
                      <a:pt x="818263" y="544856"/>
                      <a:pt x="805756" y="544880"/>
                    </a:cubicBezTo>
                    <a:lnTo>
                      <a:pt x="24462" y="544880"/>
                    </a:lnTo>
                    <a:cubicBezTo>
                      <a:pt x="10920" y="544887"/>
                      <a:pt x="-64" y="533913"/>
                      <a:pt x="-71" y="520371"/>
                    </a:cubicBezTo>
                    <a:cubicBezTo>
                      <a:pt x="-71" y="519479"/>
                      <a:pt x="-23" y="518588"/>
                      <a:pt x="74" y="517701"/>
                    </a:cubicBezTo>
                    <a:lnTo>
                      <a:pt x="54499" y="21825"/>
                    </a:lnTo>
                    <a:cubicBezTo>
                      <a:pt x="55857" y="9380"/>
                      <a:pt x="66369" y="-44"/>
                      <a:pt x="78888" y="-38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3" name="任意多边形: 形状 132"/>
              <p:cNvSpPr/>
              <p:nvPr/>
            </p:nvSpPr>
            <p:spPr>
              <a:xfrm>
                <a:off x="7510063" y="2904615"/>
                <a:ext cx="801694" cy="296847"/>
              </a:xfrm>
              <a:custGeom>
                <a:avLst/>
                <a:gdLst>
                  <a:gd name="connsiteX0" fmla="*/ 0 w 801694"/>
                  <a:gd name="connsiteY0" fmla="*/ 0 h 296847"/>
                  <a:gd name="connsiteX1" fmla="*/ 320439 w 801694"/>
                  <a:gd name="connsiteY1" fmla="*/ 296848 h 296847"/>
                  <a:gd name="connsiteX2" fmla="*/ 801695 w 801694"/>
                  <a:gd name="connsiteY2" fmla="*/ 0 h 296847"/>
                  <a:gd name="connsiteX3" fmla="*/ 0 w 801694"/>
                  <a:gd name="connsiteY3" fmla="*/ 0 h 296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01694" h="296847">
                    <a:moveTo>
                      <a:pt x="0" y="0"/>
                    </a:moveTo>
                    <a:lnTo>
                      <a:pt x="320439" y="296848"/>
                    </a:lnTo>
                    <a:lnTo>
                      <a:pt x="80169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134" name="图形 4"/>
            <p:cNvGrpSpPr/>
            <p:nvPr/>
          </p:nvGrpSpPr>
          <p:grpSpPr>
            <a:xfrm>
              <a:off x="5888186" y="4407461"/>
              <a:ext cx="1170345" cy="518337"/>
              <a:chOff x="5888186" y="4407461"/>
              <a:chExt cx="1170345" cy="518337"/>
            </a:xfrm>
          </p:grpSpPr>
          <p:sp>
            <p:nvSpPr>
              <p:cNvPr id="135" name="任意多边形: 形状 134"/>
              <p:cNvSpPr/>
              <p:nvPr/>
            </p:nvSpPr>
            <p:spPr>
              <a:xfrm>
                <a:off x="5968076" y="4738109"/>
                <a:ext cx="1090455" cy="187688"/>
              </a:xfrm>
              <a:custGeom>
                <a:avLst/>
                <a:gdLst>
                  <a:gd name="connsiteX0" fmla="*/ 990020 w 1090455"/>
                  <a:gd name="connsiteY0" fmla="*/ 187650 h 187688"/>
                  <a:gd name="connsiteX1" fmla="*/ 44586 w 1090455"/>
                  <a:gd name="connsiteY1" fmla="*/ 184461 h 187688"/>
                  <a:gd name="connsiteX2" fmla="*/ -71 w 1090455"/>
                  <a:gd name="connsiteY2" fmla="*/ 158544 h 187688"/>
                  <a:gd name="connsiteX3" fmla="*/ 395 w 1090455"/>
                  <a:gd name="connsiteY3" fmla="*/ 32282 h 187688"/>
                  <a:gd name="connsiteX4" fmla="*/ 44652 w 1090455"/>
                  <a:gd name="connsiteY4" fmla="*/ 11150 h 187688"/>
                  <a:gd name="connsiteX5" fmla="*/ 983973 w 1090455"/>
                  <a:gd name="connsiteY5" fmla="*/ 1714 h 187688"/>
                  <a:gd name="connsiteX6" fmla="*/ 1047967 w 1090455"/>
                  <a:gd name="connsiteY6" fmla="*/ 8359 h 187688"/>
                  <a:gd name="connsiteX7" fmla="*/ 1029892 w 1090455"/>
                  <a:gd name="connsiteY7" fmla="*/ 181537 h 187688"/>
                  <a:gd name="connsiteX8" fmla="*/ 990020 w 1090455"/>
                  <a:gd name="connsiteY8" fmla="*/ 187650 h 187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90455" h="187688">
                    <a:moveTo>
                      <a:pt x="990020" y="187650"/>
                    </a:moveTo>
                    <a:lnTo>
                      <a:pt x="44586" y="184461"/>
                    </a:lnTo>
                    <a:cubicBezTo>
                      <a:pt x="19865" y="184461"/>
                      <a:pt x="-137" y="183265"/>
                      <a:pt x="-71" y="158544"/>
                    </a:cubicBezTo>
                    <a:lnTo>
                      <a:pt x="395" y="32282"/>
                    </a:lnTo>
                    <a:cubicBezTo>
                      <a:pt x="395" y="7827"/>
                      <a:pt x="20331" y="11416"/>
                      <a:pt x="44652" y="11150"/>
                    </a:cubicBezTo>
                    <a:lnTo>
                      <a:pt x="983973" y="1714"/>
                    </a:lnTo>
                    <a:cubicBezTo>
                      <a:pt x="995735" y="2378"/>
                      <a:pt x="1015472" y="-5796"/>
                      <a:pt x="1047967" y="8359"/>
                    </a:cubicBezTo>
                    <a:cubicBezTo>
                      <a:pt x="1091694" y="27099"/>
                      <a:pt x="1123060" y="141997"/>
                      <a:pt x="1029892" y="181537"/>
                    </a:cubicBezTo>
                    <a:cubicBezTo>
                      <a:pt x="1016881" y="185101"/>
                      <a:pt x="1003502" y="187153"/>
                      <a:pt x="990020" y="187650"/>
                    </a:cubicBez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6" name="任意多边形: 形状 135"/>
              <p:cNvSpPr/>
              <p:nvPr/>
            </p:nvSpPr>
            <p:spPr>
              <a:xfrm>
                <a:off x="5968077" y="4765089"/>
                <a:ext cx="284155" cy="132399"/>
              </a:xfrm>
              <a:custGeom>
                <a:avLst/>
                <a:gdLst>
                  <a:gd name="connsiteX0" fmla="*/ 15480 w 284155"/>
                  <a:gd name="connsiteY0" fmla="*/ 131431 h 132399"/>
                  <a:gd name="connsiteX1" fmla="*/ 268468 w 284155"/>
                  <a:gd name="connsiteY1" fmla="*/ 132361 h 132399"/>
                  <a:gd name="connsiteX2" fmla="*/ 284084 w 284155"/>
                  <a:gd name="connsiteY2" fmla="*/ 116811 h 132399"/>
                  <a:gd name="connsiteX3" fmla="*/ 284084 w 284155"/>
                  <a:gd name="connsiteY3" fmla="*/ 16732 h 132399"/>
                  <a:gd name="connsiteX4" fmla="*/ 268534 w 284155"/>
                  <a:gd name="connsiteY4" fmla="*/ 1116 h 132399"/>
                  <a:gd name="connsiteX5" fmla="*/ 15612 w 284155"/>
                  <a:gd name="connsiteY5" fmla="*/ 252 h 132399"/>
                  <a:gd name="connsiteX6" fmla="*/ 62 w 284155"/>
                  <a:gd name="connsiteY6" fmla="*/ 983 h 132399"/>
                  <a:gd name="connsiteX7" fmla="*/ -71 w 284155"/>
                  <a:gd name="connsiteY7" fmla="*/ 130899 h 132399"/>
                  <a:gd name="connsiteX8" fmla="*/ 15480 w 284155"/>
                  <a:gd name="connsiteY8" fmla="*/ 131431 h 132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84155" h="132399">
                    <a:moveTo>
                      <a:pt x="15480" y="131431"/>
                    </a:moveTo>
                    <a:lnTo>
                      <a:pt x="268468" y="132361"/>
                    </a:lnTo>
                    <a:cubicBezTo>
                      <a:pt x="277066" y="132361"/>
                      <a:pt x="284048" y="125410"/>
                      <a:pt x="284084" y="116811"/>
                    </a:cubicBezTo>
                    <a:lnTo>
                      <a:pt x="284084" y="16732"/>
                    </a:lnTo>
                    <a:cubicBezTo>
                      <a:pt x="284084" y="8134"/>
                      <a:pt x="277133" y="1152"/>
                      <a:pt x="268534" y="1116"/>
                    </a:cubicBezTo>
                    <a:lnTo>
                      <a:pt x="15612" y="252"/>
                    </a:lnTo>
                    <a:cubicBezTo>
                      <a:pt x="10422" y="-305"/>
                      <a:pt x="5177" y="-59"/>
                      <a:pt x="62" y="983"/>
                    </a:cubicBezTo>
                    <a:lnTo>
                      <a:pt x="-71" y="130899"/>
                    </a:lnTo>
                    <a:cubicBezTo>
                      <a:pt x="5095" y="131431"/>
                      <a:pt x="10290" y="131608"/>
                      <a:pt x="15480" y="131431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7" name="任意多边形: 形状 136"/>
              <p:cNvSpPr/>
              <p:nvPr/>
            </p:nvSpPr>
            <p:spPr>
              <a:xfrm>
                <a:off x="5968196" y="4564424"/>
                <a:ext cx="1089717" cy="186069"/>
              </a:xfrm>
              <a:custGeom>
                <a:avLst/>
                <a:gdLst>
                  <a:gd name="connsiteX0" fmla="*/ 99490 w 1089717"/>
                  <a:gd name="connsiteY0" fmla="*/ -38 h 186069"/>
                  <a:gd name="connsiteX1" fmla="*/ 1044857 w 1089717"/>
                  <a:gd name="connsiteY1" fmla="*/ -38 h 186069"/>
                  <a:gd name="connsiteX2" fmla="*/ 1089647 w 1089717"/>
                  <a:gd name="connsiteY2" fmla="*/ 25746 h 186069"/>
                  <a:gd name="connsiteX3" fmla="*/ 1089647 w 1089717"/>
                  <a:gd name="connsiteY3" fmla="*/ 152007 h 186069"/>
                  <a:gd name="connsiteX4" fmla="*/ 1045455 w 1089717"/>
                  <a:gd name="connsiteY4" fmla="*/ 173273 h 186069"/>
                  <a:gd name="connsiteX5" fmla="*/ 106135 w 1089717"/>
                  <a:gd name="connsiteY5" fmla="*/ 186032 h 186069"/>
                  <a:gd name="connsiteX6" fmla="*/ 44201 w 1089717"/>
                  <a:gd name="connsiteY6" fmla="*/ 170282 h 186069"/>
                  <a:gd name="connsiteX7" fmla="*/ 59618 w 1089717"/>
                  <a:gd name="connsiteY7" fmla="*/ 6607 h 186069"/>
                  <a:gd name="connsiteX8" fmla="*/ 99490 w 1089717"/>
                  <a:gd name="connsiteY8" fmla="*/ -38 h 186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89717" h="186069">
                    <a:moveTo>
                      <a:pt x="99490" y="-38"/>
                    </a:moveTo>
                    <a:lnTo>
                      <a:pt x="1044857" y="-38"/>
                    </a:lnTo>
                    <a:cubicBezTo>
                      <a:pt x="1069578" y="-38"/>
                      <a:pt x="1089647" y="1025"/>
                      <a:pt x="1089647" y="25746"/>
                    </a:cubicBezTo>
                    <a:lnTo>
                      <a:pt x="1089647" y="152007"/>
                    </a:lnTo>
                    <a:cubicBezTo>
                      <a:pt x="1089647" y="176462"/>
                      <a:pt x="1069711" y="172940"/>
                      <a:pt x="1045455" y="173273"/>
                    </a:cubicBezTo>
                    <a:lnTo>
                      <a:pt x="106135" y="186032"/>
                    </a:lnTo>
                    <a:cubicBezTo>
                      <a:pt x="94440" y="185500"/>
                      <a:pt x="74637" y="180649"/>
                      <a:pt x="44201" y="170282"/>
                    </a:cubicBezTo>
                    <a:cubicBezTo>
                      <a:pt x="-855" y="154998"/>
                      <a:pt x="-33417" y="46479"/>
                      <a:pt x="59618" y="6607"/>
                    </a:cubicBezTo>
                    <a:cubicBezTo>
                      <a:pt x="72609" y="2864"/>
                      <a:pt x="85988" y="634"/>
                      <a:pt x="99490" y="-38"/>
                    </a:cubicBezTo>
                    <a:close/>
                  </a:path>
                </a:pathLst>
              </a:custGeom>
              <a:solidFill>
                <a:srgbClr val="EAEDFB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8" name="任意多边形: 形状 137"/>
              <p:cNvSpPr/>
              <p:nvPr/>
            </p:nvSpPr>
            <p:spPr>
              <a:xfrm>
                <a:off x="6773825" y="4590188"/>
                <a:ext cx="284088" cy="131653"/>
              </a:xfrm>
              <a:custGeom>
                <a:avLst/>
                <a:gdLst>
                  <a:gd name="connsiteX0" fmla="*/ 268468 w 284088"/>
                  <a:gd name="connsiteY0" fmla="*/ 115 h 131653"/>
                  <a:gd name="connsiteX1" fmla="*/ 15546 w 284088"/>
                  <a:gd name="connsiteY1" fmla="*/ 115 h 131653"/>
                  <a:gd name="connsiteX2" fmla="*/ -71 w 284088"/>
                  <a:gd name="connsiteY2" fmla="*/ 15665 h 131653"/>
                  <a:gd name="connsiteX3" fmla="*/ -71 w 284088"/>
                  <a:gd name="connsiteY3" fmla="*/ 115810 h 131653"/>
                  <a:gd name="connsiteX4" fmla="*/ 15546 w 284088"/>
                  <a:gd name="connsiteY4" fmla="*/ 131360 h 131653"/>
                  <a:gd name="connsiteX5" fmla="*/ 268468 w 284088"/>
                  <a:gd name="connsiteY5" fmla="*/ 131360 h 131653"/>
                  <a:gd name="connsiteX6" fmla="*/ 284018 w 284088"/>
                  <a:gd name="connsiteY6" fmla="*/ 130563 h 131653"/>
                  <a:gd name="connsiteX7" fmla="*/ 284018 w 284088"/>
                  <a:gd name="connsiteY7" fmla="*/ 447 h 131653"/>
                  <a:gd name="connsiteX8" fmla="*/ 268468 w 284088"/>
                  <a:gd name="connsiteY8" fmla="*/ 115 h 131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84088" h="131653">
                    <a:moveTo>
                      <a:pt x="268468" y="115"/>
                    </a:moveTo>
                    <a:lnTo>
                      <a:pt x="15546" y="115"/>
                    </a:lnTo>
                    <a:cubicBezTo>
                      <a:pt x="6947" y="115"/>
                      <a:pt x="-34" y="7066"/>
                      <a:pt x="-71" y="15665"/>
                    </a:cubicBezTo>
                    <a:lnTo>
                      <a:pt x="-71" y="115810"/>
                    </a:lnTo>
                    <a:cubicBezTo>
                      <a:pt x="-34" y="124409"/>
                      <a:pt x="6947" y="131360"/>
                      <a:pt x="15546" y="131360"/>
                    </a:cubicBezTo>
                    <a:lnTo>
                      <a:pt x="268468" y="131360"/>
                    </a:lnTo>
                    <a:cubicBezTo>
                      <a:pt x="273662" y="131877"/>
                      <a:pt x="278904" y="131608"/>
                      <a:pt x="284018" y="130563"/>
                    </a:cubicBezTo>
                    <a:lnTo>
                      <a:pt x="284018" y="447"/>
                    </a:lnTo>
                    <a:cubicBezTo>
                      <a:pt x="278851" y="-58"/>
                      <a:pt x="273652" y="-169"/>
                      <a:pt x="268468" y="115"/>
                    </a:cubicBezTo>
                    <a:close/>
                  </a:path>
                </a:pathLst>
              </a:custGeom>
              <a:solidFill>
                <a:srgbClr val="B0C0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9" name="任意多边形: 形状 138"/>
              <p:cNvSpPr/>
              <p:nvPr/>
            </p:nvSpPr>
            <p:spPr>
              <a:xfrm>
                <a:off x="5888186" y="4407461"/>
                <a:ext cx="1089717" cy="186003"/>
              </a:xfrm>
              <a:custGeom>
                <a:avLst/>
                <a:gdLst>
                  <a:gd name="connsiteX0" fmla="*/ 99490 w 1089717"/>
                  <a:gd name="connsiteY0" fmla="*/ -38 h 186003"/>
                  <a:gd name="connsiteX1" fmla="*/ 1044857 w 1089717"/>
                  <a:gd name="connsiteY1" fmla="*/ -38 h 186003"/>
                  <a:gd name="connsiteX2" fmla="*/ 1089647 w 1089717"/>
                  <a:gd name="connsiteY2" fmla="*/ 25679 h 186003"/>
                  <a:gd name="connsiteX3" fmla="*/ 1089647 w 1089717"/>
                  <a:gd name="connsiteY3" fmla="*/ 151941 h 186003"/>
                  <a:gd name="connsiteX4" fmla="*/ 1045455 w 1089717"/>
                  <a:gd name="connsiteY4" fmla="*/ 173206 h 186003"/>
                  <a:gd name="connsiteX5" fmla="*/ 106136 w 1089717"/>
                  <a:gd name="connsiteY5" fmla="*/ 185965 h 186003"/>
                  <a:gd name="connsiteX6" fmla="*/ 44201 w 1089717"/>
                  <a:gd name="connsiteY6" fmla="*/ 170149 h 186003"/>
                  <a:gd name="connsiteX7" fmla="*/ 59618 w 1089717"/>
                  <a:gd name="connsiteY7" fmla="*/ 6541 h 186003"/>
                  <a:gd name="connsiteX8" fmla="*/ 99490 w 1089717"/>
                  <a:gd name="connsiteY8" fmla="*/ -38 h 1860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89717" h="186003">
                    <a:moveTo>
                      <a:pt x="99490" y="-38"/>
                    </a:moveTo>
                    <a:lnTo>
                      <a:pt x="1044857" y="-38"/>
                    </a:lnTo>
                    <a:cubicBezTo>
                      <a:pt x="1069645" y="-38"/>
                      <a:pt x="1089647" y="959"/>
                      <a:pt x="1089647" y="25679"/>
                    </a:cubicBezTo>
                    <a:lnTo>
                      <a:pt x="1089647" y="151941"/>
                    </a:lnTo>
                    <a:cubicBezTo>
                      <a:pt x="1089647" y="176462"/>
                      <a:pt x="1069711" y="172874"/>
                      <a:pt x="1045455" y="173206"/>
                    </a:cubicBezTo>
                    <a:lnTo>
                      <a:pt x="106136" y="185965"/>
                    </a:lnTo>
                    <a:cubicBezTo>
                      <a:pt x="94440" y="185367"/>
                      <a:pt x="74636" y="180516"/>
                      <a:pt x="44201" y="170149"/>
                    </a:cubicBezTo>
                    <a:cubicBezTo>
                      <a:pt x="-855" y="154931"/>
                      <a:pt x="-33417" y="46413"/>
                      <a:pt x="59618" y="6541"/>
                    </a:cubicBezTo>
                    <a:cubicBezTo>
                      <a:pt x="72604" y="2788"/>
                      <a:pt x="85987" y="579"/>
                      <a:pt x="99490" y="-38"/>
                    </a:cubicBez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40" name="任意多边形: 形状 139"/>
              <p:cNvSpPr/>
              <p:nvPr/>
            </p:nvSpPr>
            <p:spPr>
              <a:xfrm>
                <a:off x="6693881" y="4433094"/>
                <a:ext cx="284022" cy="131566"/>
              </a:xfrm>
              <a:custGeom>
                <a:avLst/>
                <a:gdLst>
                  <a:gd name="connsiteX0" fmla="*/ 268402 w 284022"/>
                  <a:gd name="connsiteY0" fmla="*/ 46 h 131566"/>
                  <a:gd name="connsiteX1" fmla="*/ 15480 w 284022"/>
                  <a:gd name="connsiteY1" fmla="*/ 46 h 131566"/>
                  <a:gd name="connsiteX2" fmla="*/ -71 w 284022"/>
                  <a:gd name="connsiteY2" fmla="*/ 15596 h 131566"/>
                  <a:gd name="connsiteX3" fmla="*/ -71 w 284022"/>
                  <a:gd name="connsiteY3" fmla="*/ 15662 h 131566"/>
                  <a:gd name="connsiteX4" fmla="*/ -71 w 284022"/>
                  <a:gd name="connsiteY4" fmla="*/ 115742 h 131566"/>
                  <a:gd name="connsiteX5" fmla="*/ 15346 w 284022"/>
                  <a:gd name="connsiteY5" fmla="*/ 131292 h 131566"/>
                  <a:gd name="connsiteX6" fmla="*/ 15479 w 284022"/>
                  <a:gd name="connsiteY6" fmla="*/ 131292 h 131566"/>
                  <a:gd name="connsiteX7" fmla="*/ 268402 w 284022"/>
                  <a:gd name="connsiteY7" fmla="*/ 131292 h 131566"/>
                  <a:gd name="connsiteX8" fmla="*/ 283952 w 284022"/>
                  <a:gd name="connsiteY8" fmla="*/ 130561 h 131566"/>
                  <a:gd name="connsiteX9" fmla="*/ 283952 w 284022"/>
                  <a:gd name="connsiteY9" fmla="*/ 511 h 131566"/>
                  <a:gd name="connsiteX10" fmla="*/ 268402 w 284022"/>
                  <a:gd name="connsiteY10" fmla="*/ 46 h 1315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84022" h="131566">
                    <a:moveTo>
                      <a:pt x="268402" y="46"/>
                    </a:moveTo>
                    <a:lnTo>
                      <a:pt x="15480" y="46"/>
                    </a:lnTo>
                    <a:cubicBezTo>
                      <a:pt x="6892" y="46"/>
                      <a:pt x="-71" y="7008"/>
                      <a:pt x="-71" y="15596"/>
                    </a:cubicBezTo>
                    <a:cubicBezTo>
                      <a:pt x="-71" y="15618"/>
                      <a:pt x="-71" y="15640"/>
                      <a:pt x="-71" y="15662"/>
                    </a:cubicBezTo>
                    <a:lnTo>
                      <a:pt x="-71" y="115742"/>
                    </a:lnTo>
                    <a:cubicBezTo>
                      <a:pt x="-108" y="124293"/>
                      <a:pt x="6795" y="131255"/>
                      <a:pt x="15346" y="131292"/>
                    </a:cubicBezTo>
                    <a:cubicBezTo>
                      <a:pt x="15390" y="131292"/>
                      <a:pt x="15435" y="131292"/>
                      <a:pt x="15479" y="131292"/>
                    </a:cubicBezTo>
                    <a:lnTo>
                      <a:pt x="268402" y="131292"/>
                    </a:lnTo>
                    <a:cubicBezTo>
                      <a:pt x="273594" y="131769"/>
                      <a:pt x="278827" y="131523"/>
                      <a:pt x="283952" y="130561"/>
                    </a:cubicBezTo>
                    <a:lnTo>
                      <a:pt x="283952" y="511"/>
                    </a:lnTo>
                    <a:cubicBezTo>
                      <a:pt x="278785" y="2"/>
                      <a:pt x="273590" y="-154"/>
                      <a:pt x="268402" y="46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141" name="图形 4"/>
            <p:cNvGrpSpPr/>
            <p:nvPr/>
          </p:nvGrpSpPr>
          <p:grpSpPr>
            <a:xfrm>
              <a:off x="3801959" y="3726844"/>
              <a:ext cx="1145262" cy="2865009"/>
              <a:chOff x="3801959" y="3726844"/>
              <a:chExt cx="1145262" cy="2865009"/>
            </a:xfrm>
          </p:grpSpPr>
          <p:sp>
            <p:nvSpPr>
              <p:cNvPr id="142" name="任意多边形: 形状 141"/>
              <p:cNvSpPr/>
              <p:nvPr/>
            </p:nvSpPr>
            <p:spPr>
              <a:xfrm>
                <a:off x="3801959" y="3726844"/>
                <a:ext cx="892204" cy="892204"/>
              </a:xfrm>
              <a:custGeom>
                <a:avLst/>
                <a:gdLst>
                  <a:gd name="connsiteX0" fmla="*/ 892204 w 892204"/>
                  <a:gd name="connsiteY0" fmla="*/ 446102 h 892204"/>
                  <a:gd name="connsiteX1" fmla="*/ 446102 w 892204"/>
                  <a:gd name="connsiteY1" fmla="*/ 892205 h 892204"/>
                  <a:gd name="connsiteX2" fmla="*/ 0 w 892204"/>
                  <a:gd name="connsiteY2" fmla="*/ 446102 h 892204"/>
                  <a:gd name="connsiteX3" fmla="*/ 446102 w 892204"/>
                  <a:gd name="connsiteY3" fmla="*/ 0 h 892204"/>
                  <a:gd name="connsiteX4" fmla="*/ 892204 w 892204"/>
                  <a:gd name="connsiteY4" fmla="*/ 446102 h 892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2204" h="892204">
                    <a:moveTo>
                      <a:pt x="892204" y="446102"/>
                    </a:moveTo>
                    <a:cubicBezTo>
                      <a:pt x="892204" y="692478"/>
                      <a:pt x="692478" y="892205"/>
                      <a:pt x="446102" y="892205"/>
                    </a:cubicBezTo>
                    <a:cubicBezTo>
                      <a:pt x="199727" y="892205"/>
                      <a:pt x="0" y="692478"/>
                      <a:pt x="0" y="446102"/>
                    </a:cubicBezTo>
                    <a:cubicBezTo>
                      <a:pt x="0" y="199727"/>
                      <a:pt x="199727" y="0"/>
                      <a:pt x="446102" y="0"/>
                    </a:cubicBezTo>
                    <a:cubicBezTo>
                      <a:pt x="692478" y="0"/>
                      <a:pt x="892204" y="199727"/>
                      <a:pt x="892204" y="446102"/>
                    </a:cubicBezTo>
                    <a:close/>
                  </a:path>
                </a:pathLst>
              </a:custGeom>
              <a:noFill/>
              <a:ln w="26545" cap="flat">
                <a:solidFill>
                  <a:srgbClr val="E1E6FB"/>
                </a:solidFill>
                <a:custDash>
                  <a:ds d="879000" sp="879000"/>
                </a:custDash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43" name="任意多边形: 形状 142"/>
              <p:cNvSpPr/>
              <p:nvPr/>
            </p:nvSpPr>
            <p:spPr>
              <a:xfrm>
                <a:off x="4169247" y="4585955"/>
                <a:ext cx="157561" cy="49441"/>
              </a:xfrm>
              <a:custGeom>
                <a:avLst/>
                <a:gdLst>
                  <a:gd name="connsiteX0" fmla="*/ 132841 w 157561"/>
                  <a:gd name="connsiteY0" fmla="*/ 0 h 49441"/>
                  <a:gd name="connsiteX1" fmla="*/ 157561 w 157561"/>
                  <a:gd name="connsiteY1" fmla="*/ 0 h 49441"/>
                  <a:gd name="connsiteX2" fmla="*/ 157561 w 157561"/>
                  <a:gd name="connsiteY2" fmla="*/ 49441 h 49441"/>
                  <a:gd name="connsiteX3" fmla="*/ 132841 w 157561"/>
                  <a:gd name="connsiteY3" fmla="*/ 49441 h 49441"/>
                  <a:gd name="connsiteX4" fmla="*/ 24721 w 157561"/>
                  <a:gd name="connsiteY4" fmla="*/ 49441 h 49441"/>
                  <a:gd name="connsiteX5" fmla="*/ 0 w 157561"/>
                  <a:gd name="connsiteY5" fmla="*/ 49441 h 49441"/>
                  <a:gd name="connsiteX6" fmla="*/ 0 w 157561"/>
                  <a:gd name="connsiteY6" fmla="*/ 0 h 49441"/>
                  <a:gd name="connsiteX7" fmla="*/ 24721 w 157561"/>
                  <a:gd name="connsiteY7" fmla="*/ 0 h 494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57561" h="49441">
                    <a:moveTo>
                      <a:pt x="132841" y="0"/>
                    </a:moveTo>
                    <a:cubicBezTo>
                      <a:pt x="146493" y="0"/>
                      <a:pt x="157561" y="0"/>
                      <a:pt x="157561" y="0"/>
                    </a:cubicBezTo>
                    <a:lnTo>
                      <a:pt x="157561" y="49441"/>
                    </a:lnTo>
                    <a:cubicBezTo>
                      <a:pt x="157561" y="49441"/>
                      <a:pt x="146493" y="49441"/>
                      <a:pt x="132841" y="49441"/>
                    </a:cubicBezTo>
                    <a:lnTo>
                      <a:pt x="24721" y="49441"/>
                    </a:lnTo>
                    <a:cubicBezTo>
                      <a:pt x="11068" y="49441"/>
                      <a:pt x="0" y="49441"/>
                      <a:pt x="0" y="49441"/>
                    </a:cubicBezTo>
                    <a:lnTo>
                      <a:pt x="0" y="0"/>
                    </a:lnTo>
                    <a:cubicBezTo>
                      <a:pt x="0" y="0"/>
                      <a:pt x="11068" y="0"/>
                      <a:pt x="24721" y="0"/>
                    </a:cubicBezTo>
                    <a:close/>
                  </a:path>
                </a:pathLst>
              </a:custGeom>
              <a:solidFill>
                <a:srgbClr val="E1E6FB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44" name="任意多边形: 形状 143"/>
              <p:cNvSpPr/>
              <p:nvPr/>
            </p:nvSpPr>
            <p:spPr>
              <a:xfrm>
                <a:off x="3854989" y="3775222"/>
                <a:ext cx="790796" cy="790796"/>
              </a:xfrm>
              <a:custGeom>
                <a:avLst/>
                <a:gdLst>
                  <a:gd name="connsiteX0" fmla="*/ 790796 w 790796"/>
                  <a:gd name="connsiteY0" fmla="*/ 395398 h 790796"/>
                  <a:gd name="connsiteX1" fmla="*/ 395398 w 790796"/>
                  <a:gd name="connsiteY1" fmla="*/ 790796 h 790796"/>
                  <a:gd name="connsiteX2" fmla="*/ 0 w 790796"/>
                  <a:gd name="connsiteY2" fmla="*/ 395398 h 790796"/>
                  <a:gd name="connsiteX3" fmla="*/ 395398 w 790796"/>
                  <a:gd name="connsiteY3" fmla="*/ 0 h 790796"/>
                  <a:gd name="connsiteX4" fmla="*/ 790796 w 790796"/>
                  <a:gd name="connsiteY4" fmla="*/ 395398 h 7907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90796" h="790796">
                    <a:moveTo>
                      <a:pt x="790796" y="395398"/>
                    </a:moveTo>
                    <a:cubicBezTo>
                      <a:pt x="790796" y="613771"/>
                      <a:pt x="613771" y="790796"/>
                      <a:pt x="395398" y="790796"/>
                    </a:cubicBezTo>
                    <a:cubicBezTo>
                      <a:pt x="177026" y="790796"/>
                      <a:pt x="0" y="613771"/>
                      <a:pt x="0" y="395398"/>
                    </a:cubicBezTo>
                    <a:cubicBezTo>
                      <a:pt x="0" y="177026"/>
                      <a:pt x="177026" y="0"/>
                      <a:pt x="395398" y="0"/>
                    </a:cubicBezTo>
                    <a:cubicBezTo>
                      <a:pt x="613771" y="0"/>
                      <a:pt x="790796" y="177026"/>
                      <a:pt x="790796" y="395398"/>
                    </a:cubicBezTo>
                    <a:close/>
                  </a:path>
                </a:pathLst>
              </a:custGeom>
              <a:solidFill>
                <a:srgbClr val="E1E6FB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45" name="任意多边形: 形状 144"/>
              <p:cNvSpPr/>
              <p:nvPr/>
            </p:nvSpPr>
            <p:spPr>
              <a:xfrm>
                <a:off x="4234305" y="4619049"/>
                <a:ext cx="32030" cy="1901633"/>
              </a:xfrm>
              <a:custGeom>
                <a:avLst/>
                <a:gdLst>
                  <a:gd name="connsiteX0" fmla="*/ 0 w 32030"/>
                  <a:gd name="connsiteY0" fmla="*/ 0 h 1901633"/>
                  <a:gd name="connsiteX1" fmla="*/ 32031 w 32030"/>
                  <a:gd name="connsiteY1" fmla="*/ 0 h 1901633"/>
                  <a:gd name="connsiteX2" fmla="*/ 32031 w 32030"/>
                  <a:gd name="connsiteY2" fmla="*/ 1901633 h 1901633"/>
                  <a:gd name="connsiteX3" fmla="*/ 0 w 32030"/>
                  <a:gd name="connsiteY3" fmla="*/ 1901633 h 1901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030" h="1901633">
                    <a:moveTo>
                      <a:pt x="0" y="0"/>
                    </a:moveTo>
                    <a:lnTo>
                      <a:pt x="32031" y="0"/>
                    </a:lnTo>
                    <a:lnTo>
                      <a:pt x="32031" y="1901633"/>
                    </a:lnTo>
                    <a:lnTo>
                      <a:pt x="0" y="1901633"/>
                    </a:lnTo>
                    <a:close/>
                  </a:path>
                </a:pathLst>
              </a:custGeom>
              <a:solidFill>
                <a:srgbClr val="E1E6FB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46" name="任意多边形: 形状 145"/>
              <p:cNvSpPr/>
              <p:nvPr/>
            </p:nvSpPr>
            <p:spPr>
              <a:xfrm rot="-2700000">
                <a:off x="4120029" y="4864376"/>
                <a:ext cx="685268" cy="685268"/>
              </a:xfrm>
              <a:custGeom>
                <a:avLst/>
                <a:gdLst>
                  <a:gd name="connsiteX0" fmla="*/ 685198 w 685268"/>
                  <a:gd name="connsiteY0" fmla="*/ 342596 h 685268"/>
                  <a:gd name="connsiteX1" fmla="*/ 342563 w 685268"/>
                  <a:gd name="connsiteY1" fmla="*/ 685230 h 685268"/>
                  <a:gd name="connsiteX2" fmla="*/ -71 w 685268"/>
                  <a:gd name="connsiteY2" fmla="*/ 342596 h 685268"/>
                  <a:gd name="connsiteX3" fmla="*/ 342563 w 685268"/>
                  <a:gd name="connsiteY3" fmla="*/ -38 h 685268"/>
                  <a:gd name="connsiteX4" fmla="*/ 685198 w 685268"/>
                  <a:gd name="connsiteY4" fmla="*/ 342596 h 6852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85268" h="685268">
                    <a:moveTo>
                      <a:pt x="685198" y="342596"/>
                    </a:moveTo>
                    <a:cubicBezTo>
                      <a:pt x="685198" y="531828"/>
                      <a:pt x="531795" y="685230"/>
                      <a:pt x="342563" y="685230"/>
                    </a:cubicBezTo>
                    <a:cubicBezTo>
                      <a:pt x="153332" y="685230"/>
                      <a:pt x="-71" y="531827"/>
                      <a:pt x="-71" y="342596"/>
                    </a:cubicBezTo>
                    <a:cubicBezTo>
                      <a:pt x="-71" y="153364"/>
                      <a:pt x="153332" y="-38"/>
                      <a:pt x="342563" y="-38"/>
                    </a:cubicBezTo>
                    <a:cubicBezTo>
                      <a:pt x="531795" y="-38"/>
                      <a:pt x="685198" y="153364"/>
                      <a:pt x="685198" y="342596"/>
                    </a:cubicBezTo>
                    <a:close/>
                  </a:path>
                </a:pathLst>
              </a:custGeom>
              <a:noFill/>
              <a:ln w="26545" cap="flat">
                <a:solidFill>
                  <a:srgbClr val="E1E6FB"/>
                </a:solidFill>
                <a:custDash>
                  <a:ds d="867750" sp="867750"/>
                </a:custDash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47" name="任意多边形: 形状 146"/>
              <p:cNvSpPr/>
              <p:nvPr/>
            </p:nvSpPr>
            <p:spPr>
              <a:xfrm>
                <a:off x="4402167" y="5524278"/>
                <a:ext cx="121011" cy="37944"/>
              </a:xfrm>
              <a:custGeom>
                <a:avLst/>
                <a:gdLst>
                  <a:gd name="connsiteX0" fmla="*/ 103069 w 121011"/>
                  <a:gd name="connsiteY0" fmla="*/ 0 h 37944"/>
                  <a:gd name="connsiteX1" fmla="*/ 121012 w 121011"/>
                  <a:gd name="connsiteY1" fmla="*/ 0 h 37944"/>
                  <a:gd name="connsiteX2" fmla="*/ 121012 w 121011"/>
                  <a:gd name="connsiteY2" fmla="*/ 37945 h 37944"/>
                  <a:gd name="connsiteX3" fmla="*/ 103069 w 121011"/>
                  <a:gd name="connsiteY3" fmla="*/ 37945 h 37944"/>
                  <a:gd name="connsiteX4" fmla="*/ 17942 w 121011"/>
                  <a:gd name="connsiteY4" fmla="*/ 37945 h 37944"/>
                  <a:gd name="connsiteX5" fmla="*/ 0 w 121011"/>
                  <a:gd name="connsiteY5" fmla="*/ 37945 h 37944"/>
                  <a:gd name="connsiteX6" fmla="*/ 0 w 121011"/>
                  <a:gd name="connsiteY6" fmla="*/ 0 h 37944"/>
                  <a:gd name="connsiteX7" fmla="*/ 17942 w 121011"/>
                  <a:gd name="connsiteY7" fmla="*/ 0 h 379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011" h="37944">
                    <a:moveTo>
                      <a:pt x="103069" y="0"/>
                    </a:moveTo>
                    <a:cubicBezTo>
                      <a:pt x="112979" y="0"/>
                      <a:pt x="121012" y="0"/>
                      <a:pt x="121012" y="0"/>
                    </a:cubicBezTo>
                    <a:lnTo>
                      <a:pt x="121012" y="37945"/>
                    </a:lnTo>
                    <a:cubicBezTo>
                      <a:pt x="121012" y="37945"/>
                      <a:pt x="112979" y="37945"/>
                      <a:pt x="103069" y="37945"/>
                    </a:cubicBezTo>
                    <a:lnTo>
                      <a:pt x="17942" y="37945"/>
                    </a:lnTo>
                    <a:cubicBezTo>
                      <a:pt x="8033" y="37945"/>
                      <a:pt x="0" y="37945"/>
                      <a:pt x="0" y="37945"/>
                    </a:cubicBezTo>
                    <a:lnTo>
                      <a:pt x="0" y="0"/>
                    </a:lnTo>
                    <a:cubicBezTo>
                      <a:pt x="0" y="0"/>
                      <a:pt x="8033" y="0"/>
                      <a:pt x="17942" y="0"/>
                    </a:cubicBezTo>
                    <a:close/>
                  </a:path>
                </a:pathLst>
              </a:custGeom>
              <a:solidFill>
                <a:srgbClr val="E1E6FB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48" name="任意多边形: 形状 147"/>
              <p:cNvSpPr/>
              <p:nvPr/>
            </p:nvSpPr>
            <p:spPr>
              <a:xfrm>
                <a:off x="4173766" y="6520682"/>
                <a:ext cx="362304" cy="37944"/>
              </a:xfrm>
              <a:custGeom>
                <a:avLst/>
                <a:gdLst>
                  <a:gd name="connsiteX0" fmla="*/ 344362 w 362304"/>
                  <a:gd name="connsiteY0" fmla="*/ 0 h 37944"/>
                  <a:gd name="connsiteX1" fmla="*/ 362304 w 362304"/>
                  <a:gd name="connsiteY1" fmla="*/ 0 h 37944"/>
                  <a:gd name="connsiteX2" fmla="*/ 362304 w 362304"/>
                  <a:gd name="connsiteY2" fmla="*/ 37945 h 37944"/>
                  <a:gd name="connsiteX3" fmla="*/ 344362 w 362304"/>
                  <a:gd name="connsiteY3" fmla="*/ 37945 h 37944"/>
                  <a:gd name="connsiteX4" fmla="*/ 17942 w 362304"/>
                  <a:gd name="connsiteY4" fmla="*/ 37945 h 37944"/>
                  <a:gd name="connsiteX5" fmla="*/ 0 w 362304"/>
                  <a:gd name="connsiteY5" fmla="*/ 37945 h 37944"/>
                  <a:gd name="connsiteX6" fmla="*/ 0 w 362304"/>
                  <a:gd name="connsiteY6" fmla="*/ 0 h 37944"/>
                  <a:gd name="connsiteX7" fmla="*/ 17942 w 362304"/>
                  <a:gd name="connsiteY7" fmla="*/ 0 h 379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62304" h="37944">
                    <a:moveTo>
                      <a:pt x="344362" y="0"/>
                    </a:moveTo>
                    <a:cubicBezTo>
                      <a:pt x="354271" y="0"/>
                      <a:pt x="362304" y="0"/>
                      <a:pt x="362304" y="0"/>
                    </a:cubicBezTo>
                    <a:lnTo>
                      <a:pt x="362304" y="37945"/>
                    </a:lnTo>
                    <a:cubicBezTo>
                      <a:pt x="362304" y="37945"/>
                      <a:pt x="354271" y="37945"/>
                      <a:pt x="344362" y="37945"/>
                    </a:cubicBezTo>
                    <a:lnTo>
                      <a:pt x="17942" y="37945"/>
                    </a:lnTo>
                    <a:cubicBezTo>
                      <a:pt x="8033" y="37945"/>
                      <a:pt x="0" y="37945"/>
                      <a:pt x="0" y="37945"/>
                    </a:cubicBezTo>
                    <a:lnTo>
                      <a:pt x="0" y="0"/>
                    </a:lnTo>
                    <a:cubicBezTo>
                      <a:pt x="0" y="0"/>
                      <a:pt x="8033" y="0"/>
                      <a:pt x="17942" y="0"/>
                    </a:cubicBezTo>
                    <a:close/>
                  </a:path>
                </a:pathLst>
              </a:custGeom>
              <a:solidFill>
                <a:srgbClr val="E1E6FB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49" name="任意多边形: 形状 148"/>
              <p:cNvSpPr/>
              <p:nvPr/>
            </p:nvSpPr>
            <p:spPr>
              <a:xfrm>
                <a:off x="4082924" y="6553908"/>
                <a:ext cx="537276" cy="37944"/>
              </a:xfrm>
              <a:custGeom>
                <a:avLst/>
                <a:gdLst>
                  <a:gd name="connsiteX0" fmla="*/ 519334 w 537276"/>
                  <a:gd name="connsiteY0" fmla="*/ 0 h 37944"/>
                  <a:gd name="connsiteX1" fmla="*/ 537277 w 537276"/>
                  <a:gd name="connsiteY1" fmla="*/ 0 h 37944"/>
                  <a:gd name="connsiteX2" fmla="*/ 537277 w 537276"/>
                  <a:gd name="connsiteY2" fmla="*/ 37945 h 37944"/>
                  <a:gd name="connsiteX3" fmla="*/ 519334 w 537276"/>
                  <a:gd name="connsiteY3" fmla="*/ 37945 h 37944"/>
                  <a:gd name="connsiteX4" fmla="*/ 17942 w 537276"/>
                  <a:gd name="connsiteY4" fmla="*/ 37945 h 37944"/>
                  <a:gd name="connsiteX5" fmla="*/ 0 w 537276"/>
                  <a:gd name="connsiteY5" fmla="*/ 37945 h 37944"/>
                  <a:gd name="connsiteX6" fmla="*/ 0 w 537276"/>
                  <a:gd name="connsiteY6" fmla="*/ 0 h 37944"/>
                  <a:gd name="connsiteX7" fmla="*/ 17942 w 537276"/>
                  <a:gd name="connsiteY7" fmla="*/ 0 h 379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37276" h="37944">
                    <a:moveTo>
                      <a:pt x="519334" y="0"/>
                    </a:moveTo>
                    <a:cubicBezTo>
                      <a:pt x="529243" y="0"/>
                      <a:pt x="537277" y="0"/>
                      <a:pt x="537277" y="0"/>
                    </a:cubicBezTo>
                    <a:lnTo>
                      <a:pt x="537277" y="37945"/>
                    </a:lnTo>
                    <a:cubicBezTo>
                      <a:pt x="537277" y="37945"/>
                      <a:pt x="529243" y="37945"/>
                      <a:pt x="519334" y="37945"/>
                    </a:cubicBezTo>
                    <a:lnTo>
                      <a:pt x="17942" y="37945"/>
                    </a:lnTo>
                    <a:cubicBezTo>
                      <a:pt x="8033" y="37945"/>
                      <a:pt x="0" y="37945"/>
                      <a:pt x="0" y="37945"/>
                    </a:cubicBezTo>
                    <a:lnTo>
                      <a:pt x="0" y="0"/>
                    </a:lnTo>
                    <a:cubicBezTo>
                      <a:pt x="0" y="0"/>
                      <a:pt x="8033" y="0"/>
                      <a:pt x="17942" y="0"/>
                    </a:cubicBezTo>
                    <a:close/>
                  </a:path>
                </a:pathLst>
              </a:custGeom>
              <a:solidFill>
                <a:srgbClr val="E1E6FB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50" name="任意多边形: 形状 149"/>
              <p:cNvSpPr/>
              <p:nvPr/>
            </p:nvSpPr>
            <p:spPr>
              <a:xfrm>
                <a:off x="4160808" y="4901542"/>
                <a:ext cx="607384" cy="607384"/>
              </a:xfrm>
              <a:custGeom>
                <a:avLst/>
                <a:gdLst>
                  <a:gd name="connsiteX0" fmla="*/ 607385 w 607384"/>
                  <a:gd name="connsiteY0" fmla="*/ 303692 h 607384"/>
                  <a:gd name="connsiteX1" fmla="*/ 303692 w 607384"/>
                  <a:gd name="connsiteY1" fmla="*/ 607385 h 607384"/>
                  <a:gd name="connsiteX2" fmla="*/ 0 w 607384"/>
                  <a:gd name="connsiteY2" fmla="*/ 303692 h 607384"/>
                  <a:gd name="connsiteX3" fmla="*/ 303692 w 607384"/>
                  <a:gd name="connsiteY3" fmla="*/ 0 h 607384"/>
                  <a:gd name="connsiteX4" fmla="*/ 607385 w 607384"/>
                  <a:gd name="connsiteY4" fmla="*/ 303692 h 607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7384" h="607384">
                    <a:moveTo>
                      <a:pt x="607385" y="303692"/>
                    </a:moveTo>
                    <a:cubicBezTo>
                      <a:pt x="607385" y="471417"/>
                      <a:pt x="471417" y="607385"/>
                      <a:pt x="303692" y="607385"/>
                    </a:cubicBezTo>
                    <a:cubicBezTo>
                      <a:pt x="135968" y="607385"/>
                      <a:pt x="0" y="471417"/>
                      <a:pt x="0" y="303692"/>
                    </a:cubicBezTo>
                    <a:cubicBezTo>
                      <a:pt x="0" y="135967"/>
                      <a:pt x="135968" y="0"/>
                      <a:pt x="303692" y="0"/>
                    </a:cubicBezTo>
                    <a:cubicBezTo>
                      <a:pt x="471417" y="0"/>
                      <a:pt x="607385" y="135967"/>
                      <a:pt x="607385" y="303692"/>
                    </a:cubicBezTo>
                    <a:close/>
                  </a:path>
                </a:pathLst>
              </a:custGeom>
              <a:solidFill>
                <a:srgbClr val="E1E6FB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51" name="任意多边形: 形状 150"/>
              <p:cNvSpPr/>
              <p:nvPr/>
            </p:nvSpPr>
            <p:spPr>
              <a:xfrm>
                <a:off x="4447421" y="4619049"/>
                <a:ext cx="32030" cy="1901633"/>
              </a:xfrm>
              <a:custGeom>
                <a:avLst/>
                <a:gdLst>
                  <a:gd name="connsiteX0" fmla="*/ 0 w 32030"/>
                  <a:gd name="connsiteY0" fmla="*/ 0 h 1901633"/>
                  <a:gd name="connsiteX1" fmla="*/ 32031 w 32030"/>
                  <a:gd name="connsiteY1" fmla="*/ 0 h 1901633"/>
                  <a:gd name="connsiteX2" fmla="*/ 32031 w 32030"/>
                  <a:gd name="connsiteY2" fmla="*/ 1901633 h 1901633"/>
                  <a:gd name="connsiteX3" fmla="*/ 0 w 32030"/>
                  <a:gd name="connsiteY3" fmla="*/ 1901633 h 1901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030" h="1901633">
                    <a:moveTo>
                      <a:pt x="0" y="0"/>
                    </a:moveTo>
                    <a:lnTo>
                      <a:pt x="32031" y="0"/>
                    </a:lnTo>
                    <a:lnTo>
                      <a:pt x="32031" y="1901633"/>
                    </a:lnTo>
                    <a:lnTo>
                      <a:pt x="0" y="1901633"/>
                    </a:lnTo>
                    <a:close/>
                  </a:path>
                </a:pathLst>
              </a:custGeom>
              <a:solidFill>
                <a:srgbClr val="E1E6FB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152" name="图形 4"/>
            <p:cNvGrpSpPr/>
            <p:nvPr/>
          </p:nvGrpSpPr>
          <p:grpSpPr>
            <a:xfrm>
              <a:off x="6727507" y="4396323"/>
              <a:ext cx="2609122" cy="2175261"/>
              <a:chOff x="6727507" y="4396323"/>
              <a:chExt cx="2609122" cy="2175261"/>
            </a:xfrm>
          </p:grpSpPr>
          <p:sp>
            <p:nvSpPr>
              <p:cNvPr id="153" name="任意多边形: 形状 152"/>
              <p:cNvSpPr/>
              <p:nvPr/>
            </p:nvSpPr>
            <p:spPr>
              <a:xfrm>
                <a:off x="6744093" y="4396323"/>
                <a:ext cx="2592535" cy="1857959"/>
              </a:xfrm>
              <a:custGeom>
                <a:avLst/>
                <a:gdLst>
                  <a:gd name="connsiteX0" fmla="*/ 16835 w 2592535"/>
                  <a:gd name="connsiteY0" fmla="*/ 1408682 h 1857959"/>
                  <a:gd name="connsiteX1" fmla="*/ 24591 w 2592535"/>
                  <a:gd name="connsiteY1" fmla="*/ 1507998 h 1857959"/>
                  <a:gd name="connsiteX2" fmla="*/ 32120 w 2592535"/>
                  <a:gd name="connsiteY2" fmla="*/ 1513613 h 1857959"/>
                  <a:gd name="connsiteX3" fmla="*/ 1587131 w 2592535"/>
                  <a:gd name="connsiteY3" fmla="*/ 1722675 h 1857959"/>
                  <a:gd name="connsiteX4" fmla="*/ 2591775 w 2592535"/>
                  <a:gd name="connsiteY4" fmla="*/ 109583 h 1857959"/>
                  <a:gd name="connsiteX5" fmla="*/ 1621554 w 2592535"/>
                  <a:gd name="connsiteY5" fmla="*/ 7710 h 1857959"/>
                  <a:gd name="connsiteX6" fmla="*/ 1012840 w 2592535"/>
                  <a:gd name="connsiteY6" fmla="*/ 1171576 h 1857959"/>
                  <a:gd name="connsiteX7" fmla="*/ 289494 w 2592535"/>
                  <a:gd name="connsiteY7" fmla="*/ 1154365 h 1857959"/>
                  <a:gd name="connsiteX8" fmla="*/ 16835 w 2592535"/>
                  <a:gd name="connsiteY8" fmla="*/ 1408683 h 18579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592535" h="1857959">
                    <a:moveTo>
                      <a:pt x="16835" y="1408682"/>
                    </a:moveTo>
                    <a:cubicBezTo>
                      <a:pt x="-8448" y="1438249"/>
                      <a:pt x="-4976" y="1482714"/>
                      <a:pt x="24591" y="1507998"/>
                    </a:cubicBezTo>
                    <a:cubicBezTo>
                      <a:pt x="26973" y="1510035"/>
                      <a:pt x="29488" y="1511911"/>
                      <a:pt x="32120" y="1513613"/>
                    </a:cubicBezTo>
                    <a:cubicBezTo>
                      <a:pt x="250220" y="1654693"/>
                      <a:pt x="983468" y="2070227"/>
                      <a:pt x="1587131" y="1722675"/>
                    </a:cubicBezTo>
                    <a:cubicBezTo>
                      <a:pt x="2304829" y="1309335"/>
                      <a:pt x="2608987" y="212918"/>
                      <a:pt x="2591775" y="109583"/>
                    </a:cubicBezTo>
                    <a:cubicBezTo>
                      <a:pt x="2574563" y="6248"/>
                      <a:pt x="2218639" y="-13821"/>
                      <a:pt x="1621554" y="7710"/>
                    </a:cubicBezTo>
                    <a:cubicBezTo>
                      <a:pt x="1024470" y="29241"/>
                      <a:pt x="1695982" y="1074023"/>
                      <a:pt x="1012840" y="1171576"/>
                    </a:cubicBezTo>
                    <a:cubicBezTo>
                      <a:pt x="329699" y="1269130"/>
                      <a:pt x="507794" y="987899"/>
                      <a:pt x="289494" y="1154365"/>
                    </a:cubicBezTo>
                    <a:cubicBezTo>
                      <a:pt x="190036" y="1229455"/>
                      <a:pt x="98658" y="1314686"/>
                      <a:pt x="16835" y="1408683"/>
                    </a:cubicBez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54" name="任意多边形: 形状 153"/>
              <p:cNvSpPr/>
              <p:nvPr/>
            </p:nvSpPr>
            <p:spPr>
              <a:xfrm>
                <a:off x="7157527" y="4669154"/>
                <a:ext cx="1102868" cy="1007236"/>
              </a:xfrm>
              <a:custGeom>
                <a:avLst/>
                <a:gdLst>
                  <a:gd name="connsiteX0" fmla="*/ -71 w 1102868"/>
                  <a:gd name="connsiteY0" fmla="*/ 830432 h 1007236"/>
                  <a:gd name="connsiteX1" fmla="*/ 927022 w 1102868"/>
                  <a:gd name="connsiteY1" fmla="*/ 548137 h 1007236"/>
                  <a:gd name="connsiteX2" fmla="*/ 1102193 w 1102868"/>
                  <a:gd name="connsiteY2" fmla="*/ 345521 h 1007236"/>
                  <a:gd name="connsiteX3" fmla="*/ 882897 w 1102868"/>
                  <a:gd name="connsiteY3" fmla="*/ 935296 h 1007236"/>
                  <a:gd name="connsiteX4" fmla="*/ 293322 w 1102868"/>
                  <a:gd name="connsiteY4" fmla="*/ 977826 h 1007236"/>
                  <a:gd name="connsiteX5" fmla="*/ -71 w 1102868"/>
                  <a:gd name="connsiteY5" fmla="*/ 830432 h 10072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02868" h="1007236">
                    <a:moveTo>
                      <a:pt x="-71" y="830432"/>
                    </a:moveTo>
                    <a:cubicBezTo>
                      <a:pt x="-71" y="830432"/>
                      <a:pt x="900972" y="1068136"/>
                      <a:pt x="927022" y="548137"/>
                    </a:cubicBezTo>
                    <a:cubicBezTo>
                      <a:pt x="963106" y="-176737"/>
                      <a:pt x="1113490" y="-116929"/>
                      <a:pt x="1102193" y="345521"/>
                    </a:cubicBezTo>
                    <a:cubicBezTo>
                      <a:pt x="1090896" y="807971"/>
                      <a:pt x="1097874" y="843922"/>
                      <a:pt x="882897" y="935296"/>
                    </a:cubicBezTo>
                    <a:cubicBezTo>
                      <a:pt x="697691" y="1014043"/>
                      <a:pt x="542389" y="1027932"/>
                      <a:pt x="293322" y="977826"/>
                    </a:cubicBezTo>
                    <a:cubicBezTo>
                      <a:pt x="89708" y="936890"/>
                      <a:pt x="-71" y="830432"/>
                      <a:pt x="-71" y="830432"/>
                    </a:cubicBezTo>
                    <a:close/>
                  </a:path>
                </a:pathLst>
              </a:custGeom>
              <a:solidFill>
                <a:srgbClr val="B0C0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55" name="任意多边形: 形状 154"/>
              <p:cNvSpPr/>
              <p:nvPr/>
            </p:nvSpPr>
            <p:spPr>
              <a:xfrm rot="2257800">
                <a:off x="6898168" y="5950993"/>
                <a:ext cx="48577" cy="355924"/>
              </a:xfrm>
              <a:custGeom>
                <a:avLst/>
                <a:gdLst>
                  <a:gd name="connsiteX0" fmla="*/ -71 w 48577"/>
                  <a:gd name="connsiteY0" fmla="*/ -38 h 355924"/>
                  <a:gd name="connsiteX1" fmla="*/ 48507 w 48577"/>
                  <a:gd name="connsiteY1" fmla="*/ -38 h 355924"/>
                  <a:gd name="connsiteX2" fmla="*/ 48507 w 48577"/>
                  <a:gd name="connsiteY2" fmla="*/ 355887 h 355924"/>
                  <a:gd name="connsiteX3" fmla="*/ -71 w 48577"/>
                  <a:gd name="connsiteY3" fmla="*/ 355887 h 3559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577" h="355924">
                    <a:moveTo>
                      <a:pt x="-71" y="-38"/>
                    </a:moveTo>
                    <a:lnTo>
                      <a:pt x="48507" y="-38"/>
                    </a:lnTo>
                    <a:lnTo>
                      <a:pt x="48507" y="355887"/>
                    </a:lnTo>
                    <a:lnTo>
                      <a:pt x="-71" y="355887"/>
                    </a:ln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56" name="任意多边形: 形状 155"/>
              <p:cNvSpPr/>
              <p:nvPr/>
            </p:nvSpPr>
            <p:spPr>
              <a:xfrm>
                <a:off x="6727507" y="6230413"/>
                <a:ext cx="135830" cy="135830"/>
              </a:xfrm>
              <a:custGeom>
                <a:avLst/>
                <a:gdLst>
                  <a:gd name="connsiteX0" fmla="*/ 135831 w 135830"/>
                  <a:gd name="connsiteY0" fmla="*/ 67916 h 135830"/>
                  <a:gd name="connsiteX1" fmla="*/ 67915 w 135830"/>
                  <a:gd name="connsiteY1" fmla="*/ 135831 h 135830"/>
                  <a:gd name="connsiteX2" fmla="*/ 0 w 135830"/>
                  <a:gd name="connsiteY2" fmla="*/ 67916 h 135830"/>
                  <a:gd name="connsiteX3" fmla="*/ 67915 w 135830"/>
                  <a:gd name="connsiteY3" fmla="*/ 0 h 135830"/>
                  <a:gd name="connsiteX4" fmla="*/ 135831 w 135830"/>
                  <a:gd name="connsiteY4" fmla="*/ 67916 h 1358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5830" h="135830">
                    <a:moveTo>
                      <a:pt x="135831" y="67916"/>
                    </a:moveTo>
                    <a:cubicBezTo>
                      <a:pt x="135831" y="105424"/>
                      <a:pt x="105424" y="135831"/>
                      <a:pt x="67915" y="135831"/>
                    </a:cubicBezTo>
                    <a:cubicBezTo>
                      <a:pt x="30407" y="135831"/>
                      <a:pt x="0" y="105424"/>
                      <a:pt x="0" y="67916"/>
                    </a:cubicBezTo>
                    <a:cubicBezTo>
                      <a:pt x="0" y="30407"/>
                      <a:pt x="30407" y="0"/>
                      <a:pt x="67915" y="0"/>
                    </a:cubicBezTo>
                    <a:cubicBezTo>
                      <a:pt x="105424" y="0"/>
                      <a:pt x="135831" y="30407"/>
                      <a:pt x="135831" y="67916"/>
                    </a:cubicBezTo>
                    <a:close/>
                  </a:path>
                </a:pathLst>
              </a:custGeom>
              <a:solidFill>
                <a:srgbClr val="B0C0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57" name="任意多边形: 形状 156"/>
              <p:cNvSpPr/>
              <p:nvPr/>
            </p:nvSpPr>
            <p:spPr>
              <a:xfrm rot="1800000">
                <a:off x="7380807" y="6139883"/>
                <a:ext cx="48577" cy="355924"/>
              </a:xfrm>
              <a:custGeom>
                <a:avLst/>
                <a:gdLst>
                  <a:gd name="connsiteX0" fmla="*/ -71 w 48577"/>
                  <a:gd name="connsiteY0" fmla="*/ -38 h 355924"/>
                  <a:gd name="connsiteX1" fmla="*/ 48507 w 48577"/>
                  <a:gd name="connsiteY1" fmla="*/ -38 h 355924"/>
                  <a:gd name="connsiteX2" fmla="*/ 48507 w 48577"/>
                  <a:gd name="connsiteY2" fmla="*/ 355887 h 355924"/>
                  <a:gd name="connsiteX3" fmla="*/ -71 w 48577"/>
                  <a:gd name="connsiteY3" fmla="*/ 355887 h 3559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577" h="355924">
                    <a:moveTo>
                      <a:pt x="-71" y="-38"/>
                    </a:moveTo>
                    <a:lnTo>
                      <a:pt x="48507" y="-38"/>
                    </a:lnTo>
                    <a:lnTo>
                      <a:pt x="48507" y="355887"/>
                    </a:lnTo>
                    <a:lnTo>
                      <a:pt x="-71" y="355887"/>
                    </a:ln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58" name="任意多边形: 形状 157"/>
              <p:cNvSpPr/>
              <p:nvPr/>
            </p:nvSpPr>
            <p:spPr>
              <a:xfrm>
                <a:off x="7237272" y="6435754"/>
                <a:ext cx="135830" cy="135830"/>
              </a:xfrm>
              <a:custGeom>
                <a:avLst/>
                <a:gdLst>
                  <a:gd name="connsiteX0" fmla="*/ 135831 w 135830"/>
                  <a:gd name="connsiteY0" fmla="*/ 67915 h 135830"/>
                  <a:gd name="connsiteX1" fmla="*/ 67916 w 135830"/>
                  <a:gd name="connsiteY1" fmla="*/ 135831 h 135830"/>
                  <a:gd name="connsiteX2" fmla="*/ 0 w 135830"/>
                  <a:gd name="connsiteY2" fmla="*/ 67915 h 135830"/>
                  <a:gd name="connsiteX3" fmla="*/ 67916 w 135830"/>
                  <a:gd name="connsiteY3" fmla="*/ 0 h 135830"/>
                  <a:gd name="connsiteX4" fmla="*/ 135831 w 135830"/>
                  <a:gd name="connsiteY4" fmla="*/ 67915 h 1358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5830" h="135830">
                    <a:moveTo>
                      <a:pt x="135831" y="67915"/>
                    </a:moveTo>
                    <a:cubicBezTo>
                      <a:pt x="135831" y="105424"/>
                      <a:pt x="105424" y="135831"/>
                      <a:pt x="67916" y="135831"/>
                    </a:cubicBezTo>
                    <a:cubicBezTo>
                      <a:pt x="30407" y="135831"/>
                      <a:pt x="0" y="105424"/>
                      <a:pt x="0" y="67915"/>
                    </a:cubicBezTo>
                    <a:cubicBezTo>
                      <a:pt x="0" y="30407"/>
                      <a:pt x="30407" y="0"/>
                      <a:pt x="67916" y="0"/>
                    </a:cubicBezTo>
                    <a:cubicBezTo>
                      <a:pt x="105424" y="0"/>
                      <a:pt x="135831" y="30407"/>
                      <a:pt x="135831" y="67915"/>
                    </a:cubicBezTo>
                    <a:close/>
                  </a:path>
                </a:pathLst>
              </a:custGeom>
              <a:solidFill>
                <a:srgbClr val="B0C0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59" name="任意多边形: 形状 158"/>
              <p:cNvSpPr/>
              <p:nvPr/>
            </p:nvSpPr>
            <p:spPr>
              <a:xfrm rot="-2385000">
                <a:off x="8417000" y="6051030"/>
                <a:ext cx="48577" cy="432811"/>
              </a:xfrm>
              <a:custGeom>
                <a:avLst/>
                <a:gdLst>
                  <a:gd name="connsiteX0" fmla="*/ -71 w 48577"/>
                  <a:gd name="connsiteY0" fmla="*/ -39 h 432811"/>
                  <a:gd name="connsiteX1" fmla="*/ 48507 w 48577"/>
                  <a:gd name="connsiteY1" fmla="*/ -39 h 432811"/>
                  <a:gd name="connsiteX2" fmla="*/ 48507 w 48577"/>
                  <a:gd name="connsiteY2" fmla="*/ 432773 h 432811"/>
                  <a:gd name="connsiteX3" fmla="*/ -71 w 48577"/>
                  <a:gd name="connsiteY3" fmla="*/ 432773 h 4328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577" h="432811">
                    <a:moveTo>
                      <a:pt x="-71" y="-39"/>
                    </a:moveTo>
                    <a:lnTo>
                      <a:pt x="48507" y="-39"/>
                    </a:lnTo>
                    <a:lnTo>
                      <a:pt x="48507" y="432773"/>
                    </a:lnTo>
                    <a:lnTo>
                      <a:pt x="-71" y="432773"/>
                    </a:ln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60" name="任意多边形: 形状 159"/>
              <p:cNvSpPr/>
              <p:nvPr/>
            </p:nvSpPr>
            <p:spPr>
              <a:xfrm>
                <a:off x="8530324" y="6397543"/>
                <a:ext cx="135830" cy="135830"/>
              </a:xfrm>
              <a:custGeom>
                <a:avLst/>
                <a:gdLst>
                  <a:gd name="connsiteX0" fmla="*/ 135831 w 135830"/>
                  <a:gd name="connsiteY0" fmla="*/ 67915 h 135830"/>
                  <a:gd name="connsiteX1" fmla="*/ 67916 w 135830"/>
                  <a:gd name="connsiteY1" fmla="*/ 135831 h 135830"/>
                  <a:gd name="connsiteX2" fmla="*/ 0 w 135830"/>
                  <a:gd name="connsiteY2" fmla="*/ 67915 h 135830"/>
                  <a:gd name="connsiteX3" fmla="*/ 67916 w 135830"/>
                  <a:gd name="connsiteY3" fmla="*/ 0 h 135830"/>
                  <a:gd name="connsiteX4" fmla="*/ 135831 w 135830"/>
                  <a:gd name="connsiteY4" fmla="*/ 67915 h 1358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5830" h="135830">
                    <a:moveTo>
                      <a:pt x="135831" y="67915"/>
                    </a:moveTo>
                    <a:cubicBezTo>
                      <a:pt x="135831" y="105424"/>
                      <a:pt x="105424" y="135831"/>
                      <a:pt x="67916" y="135831"/>
                    </a:cubicBezTo>
                    <a:cubicBezTo>
                      <a:pt x="30407" y="135831"/>
                      <a:pt x="0" y="105424"/>
                      <a:pt x="0" y="67915"/>
                    </a:cubicBezTo>
                    <a:cubicBezTo>
                      <a:pt x="0" y="30407"/>
                      <a:pt x="30407" y="0"/>
                      <a:pt x="67916" y="0"/>
                    </a:cubicBezTo>
                    <a:cubicBezTo>
                      <a:pt x="105424" y="0"/>
                      <a:pt x="135831" y="30407"/>
                      <a:pt x="135831" y="67915"/>
                    </a:cubicBezTo>
                    <a:close/>
                  </a:path>
                </a:pathLst>
              </a:custGeom>
              <a:solidFill>
                <a:srgbClr val="B0C0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61" name="任意多边形: 形状 160"/>
              <p:cNvSpPr/>
              <p:nvPr/>
            </p:nvSpPr>
            <p:spPr>
              <a:xfrm rot="-2385000">
                <a:off x="7900566" y="5894884"/>
                <a:ext cx="48577" cy="432811"/>
              </a:xfrm>
              <a:custGeom>
                <a:avLst/>
                <a:gdLst>
                  <a:gd name="connsiteX0" fmla="*/ -71 w 48577"/>
                  <a:gd name="connsiteY0" fmla="*/ -39 h 432811"/>
                  <a:gd name="connsiteX1" fmla="*/ 48507 w 48577"/>
                  <a:gd name="connsiteY1" fmla="*/ -39 h 432811"/>
                  <a:gd name="connsiteX2" fmla="*/ 48507 w 48577"/>
                  <a:gd name="connsiteY2" fmla="*/ 432773 h 432811"/>
                  <a:gd name="connsiteX3" fmla="*/ -71 w 48577"/>
                  <a:gd name="connsiteY3" fmla="*/ 432773 h 4328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577" h="432811">
                    <a:moveTo>
                      <a:pt x="-71" y="-39"/>
                    </a:moveTo>
                    <a:lnTo>
                      <a:pt x="48507" y="-39"/>
                    </a:lnTo>
                    <a:lnTo>
                      <a:pt x="48507" y="432773"/>
                    </a:lnTo>
                    <a:lnTo>
                      <a:pt x="-71" y="432773"/>
                    </a:ln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62" name="任意多边形: 形状 161"/>
              <p:cNvSpPr/>
              <p:nvPr/>
            </p:nvSpPr>
            <p:spPr>
              <a:xfrm>
                <a:off x="8013913" y="6241444"/>
                <a:ext cx="135830" cy="135830"/>
              </a:xfrm>
              <a:custGeom>
                <a:avLst/>
                <a:gdLst>
                  <a:gd name="connsiteX0" fmla="*/ 135831 w 135830"/>
                  <a:gd name="connsiteY0" fmla="*/ 67915 h 135830"/>
                  <a:gd name="connsiteX1" fmla="*/ 67916 w 135830"/>
                  <a:gd name="connsiteY1" fmla="*/ 135831 h 135830"/>
                  <a:gd name="connsiteX2" fmla="*/ 0 w 135830"/>
                  <a:gd name="connsiteY2" fmla="*/ 67915 h 135830"/>
                  <a:gd name="connsiteX3" fmla="*/ 67916 w 135830"/>
                  <a:gd name="connsiteY3" fmla="*/ 0 h 135830"/>
                  <a:gd name="connsiteX4" fmla="*/ 135831 w 135830"/>
                  <a:gd name="connsiteY4" fmla="*/ 67915 h 1358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5830" h="135830">
                    <a:moveTo>
                      <a:pt x="135831" y="67915"/>
                    </a:moveTo>
                    <a:cubicBezTo>
                      <a:pt x="135831" y="105424"/>
                      <a:pt x="105424" y="135831"/>
                      <a:pt x="67916" y="135831"/>
                    </a:cubicBezTo>
                    <a:cubicBezTo>
                      <a:pt x="30407" y="135831"/>
                      <a:pt x="0" y="105424"/>
                      <a:pt x="0" y="67915"/>
                    </a:cubicBezTo>
                    <a:cubicBezTo>
                      <a:pt x="0" y="30407"/>
                      <a:pt x="30407" y="0"/>
                      <a:pt x="67916" y="0"/>
                    </a:cubicBezTo>
                    <a:cubicBezTo>
                      <a:pt x="105424" y="0"/>
                      <a:pt x="135831" y="30407"/>
                      <a:pt x="135831" y="67915"/>
                    </a:cubicBezTo>
                    <a:close/>
                  </a:path>
                </a:pathLst>
              </a:custGeom>
              <a:solidFill>
                <a:srgbClr val="B0C0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p:sp>
        <p:nvSpPr>
          <p:cNvPr id="207" name="任意多边形: 形状 206"/>
          <p:cNvSpPr/>
          <p:nvPr/>
        </p:nvSpPr>
        <p:spPr>
          <a:xfrm>
            <a:off x="10623564" y="0"/>
            <a:ext cx="1568436" cy="1346746"/>
          </a:xfrm>
          <a:custGeom>
            <a:avLst/>
            <a:gdLst>
              <a:gd name="connsiteX0" fmla="*/ 0 w 1568436"/>
              <a:gd name="connsiteY0" fmla="*/ 0 h 1346746"/>
              <a:gd name="connsiteX1" fmla="*/ 1568436 w 1568436"/>
              <a:gd name="connsiteY1" fmla="*/ 0 h 1346746"/>
              <a:gd name="connsiteX2" fmla="*/ 1568436 w 1568436"/>
              <a:gd name="connsiteY2" fmla="*/ 1322686 h 1346746"/>
              <a:gd name="connsiteX3" fmla="*/ 1460104 w 1568436"/>
              <a:gd name="connsiteY3" fmla="*/ 1342634 h 1346746"/>
              <a:gd name="connsiteX4" fmla="*/ 569146 w 1568436"/>
              <a:gd name="connsiteY4" fmla="*/ 590244 h 1346746"/>
              <a:gd name="connsiteX5" fmla="*/ 19559 w 1568436"/>
              <a:gd name="connsiteY5" fmla="*/ 53592 h 13467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8436" h="1346746">
                <a:moveTo>
                  <a:pt x="0" y="0"/>
                </a:moveTo>
                <a:lnTo>
                  <a:pt x="1568436" y="0"/>
                </a:lnTo>
                <a:lnTo>
                  <a:pt x="1568436" y="1322686"/>
                </a:lnTo>
                <a:lnTo>
                  <a:pt x="1460104" y="1342634"/>
                </a:lnTo>
                <a:cubicBezTo>
                  <a:pt x="987440" y="1396727"/>
                  <a:pt x="1043059" y="904962"/>
                  <a:pt x="569146" y="590244"/>
                </a:cubicBezTo>
                <a:cubicBezTo>
                  <a:pt x="264488" y="387925"/>
                  <a:pt x="141153" y="356313"/>
                  <a:pt x="19559" y="53592"/>
                </a:cubicBezTo>
                <a:close/>
              </a:path>
            </a:pathLst>
          </a:custGeom>
          <a:solidFill>
            <a:srgbClr val="BAC5F4">
              <a:alpha val="15000"/>
            </a:srgbClr>
          </a:solidFill>
          <a:ln w="663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05" name="任意多边形: 形状 204"/>
          <p:cNvSpPr/>
          <p:nvPr/>
        </p:nvSpPr>
        <p:spPr>
          <a:xfrm rot="7957286">
            <a:off x="10280787" y="5745697"/>
            <a:ext cx="2039760" cy="1680324"/>
          </a:xfrm>
          <a:custGeom>
            <a:avLst/>
            <a:gdLst>
              <a:gd name="connsiteX0" fmla="*/ 35493 w 2039760"/>
              <a:gd name="connsiteY0" fmla="*/ 615884 h 1680324"/>
              <a:gd name="connsiteX1" fmla="*/ 0 w 2039760"/>
              <a:gd name="connsiteY1" fmla="*/ 567387 h 1680324"/>
              <a:gd name="connsiteX2" fmla="*/ 616566 w 2039760"/>
              <a:gd name="connsiteY2" fmla="*/ 0 h 1680324"/>
              <a:gd name="connsiteX3" fmla="*/ 2039760 w 2039760"/>
              <a:gd name="connsiteY3" fmla="*/ 1546550 h 1680324"/>
              <a:gd name="connsiteX4" fmla="*/ 2012855 w 2039760"/>
              <a:gd name="connsiteY4" fmla="*/ 1546602 h 1680324"/>
              <a:gd name="connsiteX5" fmla="*/ 1585210 w 2039760"/>
              <a:gd name="connsiteY5" fmla="*/ 1617501 h 1680324"/>
              <a:gd name="connsiteX6" fmla="*/ 456254 w 2039760"/>
              <a:gd name="connsiteY6" fmla="*/ 923821 h 1680324"/>
              <a:gd name="connsiteX7" fmla="*/ 35493 w 2039760"/>
              <a:gd name="connsiteY7" fmla="*/ 615884 h 1680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39760" h="1680324">
                <a:moveTo>
                  <a:pt x="35493" y="615884"/>
                </a:moveTo>
                <a:lnTo>
                  <a:pt x="0" y="567387"/>
                </a:lnTo>
                <a:lnTo>
                  <a:pt x="616566" y="0"/>
                </a:lnTo>
                <a:lnTo>
                  <a:pt x="2039760" y="1546550"/>
                </a:lnTo>
                <a:lnTo>
                  <a:pt x="2012855" y="1546602"/>
                </a:lnTo>
                <a:cubicBezTo>
                  <a:pt x="1867793" y="1550965"/>
                  <a:pt x="1723465" y="1569328"/>
                  <a:pt x="1585210" y="1617501"/>
                </a:cubicBezTo>
                <a:cubicBezTo>
                  <a:pt x="847850" y="1874422"/>
                  <a:pt x="997869" y="1283500"/>
                  <a:pt x="456254" y="923821"/>
                </a:cubicBezTo>
                <a:cubicBezTo>
                  <a:pt x="253149" y="788942"/>
                  <a:pt x="130632" y="729932"/>
                  <a:pt x="35493" y="615884"/>
                </a:cubicBezTo>
                <a:close/>
              </a:path>
            </a:pathLst>
          </a:custGeom>
          <a:solidFill>
            <a:srgbClr val="BAC5F4">
              <a:alpha val="15000"/>
            </a:srgbClr>
          </a:solidFill>
          <a:ln w="663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17" name="任意多边形: 形状 216"/>
          <p:cNvSpPr/>
          <p:nvPr/>
        </p:nvSpPr>
        <p:spPr>
          <a:xfrm rot="16542789">
            <a:off x="-250926" y="118551"/>
            <a:ext cx="1629309" cy="1272091"/>
          </a:xfrm>
          <a:custGeom>
            <a:avLst/>
            <a:gdLst>
              <a:gd name="connsiteX0" fmla="*/ 1509385 w 1629309"/>
              <a:gd name="connsiteY0" fmla="*/ 0 h 1272091"/>
              <a:gd name="connsiteX1" fmla="*/ 1629309 w 1629309"/>
              <a:gd name="connsiteY1" fmla="*/ 1198700 h 1272091"/>
              <a:gd name="connsiteX2" fmla="*/ 1591174 w 1629309"/>
              <a:gd name="connsiteY2" fmla="*/ 1209269 h 1272091"/>
              <a:gd name="connsiteX3" fmla="*/ 462218 w 1629309"/>
              <a:gd name="connsiteY3" fmla="*/ 515589 h 1272091"/>
              <a:gd name="connsiteX4" fmla="*/ 41457 w 1629309"/>
              <a:gd name="connsiteY4" fmla="*/ 207652 h 1272091"/>
              <a:gd name="connsiteX5" fmla="*/ 0 w 1629309"/>
              <a:gd name="connsiteY5" fmla="*/ 151007 h 1272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29309" h="1272091">
                <a:moveTo>
                  <a:pt x="1509385" y="0"/>
                </a:moveTo>
                <a:lnTo>
                  <a:pt x="1629309" y="1198700"/>
                </a:lnTo>
                <a:lnTo>
                  <a:pt x="1591174" y="1209269"/>
                </a:lnTo>
                <a:cubicBezTo>
                  <a:pt x="853814" y="1466189"/>
                  <a:pt x="1003833" y="875267"/>
                  <a:pt x="462218" y="515589"/>
                </a:cubicBezTo>
                <a:cubicBezTo>
                  <a:pt x="259113" y="380709"/>
                  <a:pt x="136596" y="321700"/>
                  <a:pt x="41457" y="207652"/>
                </a:cubicBezTo>
                <a:lnTo>
                  <a:pt x="0" y="151007"/>
                </a:lnTo>
                <a:close/>
              </a:path>
            </a:pathLst>
          </a:custGeom>
          <a:solidFill>
            <a:srgbClr val="BAC5F4">
              <a:alpha val="15000"/>
            </a:srgbClr>
          </a:solidFill>
          <a:ln w="663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15" name="任意多边形: 形状 214"/>
          <p:cNvSpPr/>
          <p:nvPr/>
        </p:nvSpPr>
        <p:spPr>
          <a:xfrm rot="3513166">
            <a:off x="45786" y="5448181"/>
            <a:ext cx="2080441" cy="2184401"/>
          </a:xfrm>
          <a:custGeom>
            <a:avLst/>
            <a:gdLst>
              <a:gd name="connsiteX0" fmla="*/ 252666 w 2080441"/>
              <a:gd name="connsiteY0" fmla="*/ 1071377 h 2184401"/>
              <a:gd name="connsiteX1" fmla="*/ 1448320 w 2080441"/>
              <a:gd name="connsiteY1" fmla="*/ 346956 h 2184401"/>
              <a:gd name="connsiteX2" fmla="*/ 1922327 w 2080441"/>
              <a:gd name="connsiteY2" fmla="*/ 33587 h 2184401"/>
              <a:gd name="connsiteX3" fmla="*/ 2080441 w 2080441"/>
              <a:gd name="connsiteY3" fmla="*/ 0 h 2184401"/>
              <a:gd name="connsiteX4" fmla="*/ 744605 w 2080441"/>
              <a:gd name="connsiteY4" fmla="*/ 2184401 h 2184401"/>
              <a:gd name="connsiteX5" fmla="*/ 0 w 2080441"/>
              <a:gd name="connsiteY5" fmla="*/ 1729049 h 2184401"/>
              <a:gd name="connsiteX6" fmla="*/ 2517 w 2080441"/>
              <a:gd name="connsiteY6" fmla="*/ 1708531 h 2184401"/>
              <a:gd name="connsiteX7" fmla="*/ 252666 w 2080441"/>
              <a:gd name="connsiteY7" fmla="*/ 1071377 h 2184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80441" h="2184401">
                <a:moveTo>
                  <a:pt x="252666" y="1071377"/>
                </a:moveTo>
                <a:cubicBezTo>
                  <a:pt x="608406" y="519379"/>
                  <a:pt x="885786" y="912048"/>
                  <a:pt x="1448320" y="346956"/>
                </a:cubicBezTo>
                <a:cubicBezTo>
                  <a:pt x="1619221" y="175250"/>
                  <a:pt x="1765407" y="81808"/>
                  <a:pt x="1922327" y="33587"/>
                </a:cubicBezTo>
                <a:lnTo>
                  <a:pt x="2080441" y="0"/>
                </a:lnTo>
                <a:lnTo>
                  <a:pt x="744605" y="2184401"/>
                </a:lnTo>
                <a:lnTo>
                  <a:pt x="0" y="1729049"/>
                </a:lnTo>
                <a:lnTo>
                  <a:pt x="2517" y="1708531"/>
                </a:lnTo>
                <a:cubicBezTo>
                  <a:pt x="46357" y="1460913"/>
                  <a:pt x="137582" y="1249835"/>
                  <a:pt x="252666" y="1071377"/>
                </a:cubicBezTo>
                <a:close/>
              </a:path>
            </a:pathLst>
          </a:custGeom>
          <a:solidFill>
            <a:srgbClr val="BAC5F4">
              <a:alpha val="15000"/>
            </a:srgbClr>
          </a:solidFill>
          <a:ln w="663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19" name="任意多边形: 形状 218"/>
          <p:cNvSpPr/>
          <p:nvPr/>
        </p:nvSpPr>
        <p:spPr>
          <a:xfrm rot="14984251" flipH="1">
            <a:off x="4375877" y="-983498"/>
            <a:ext cx="1109497" cy="2234110"/>
          </a:xfrm>
          <a:custGeom>
            <a:avLst/>
            <a:gdLst>
              <a:gd name="connsiteX0" fmla="*/ 0 w 1109497"/>
              <a:gd name="connsiteY0" fmla="*/ 0 h 2234110"/>
              <a:gd name="connsiteX1" fmla="*/ 824760 w 1109497"/>
              <a:gd name="connsiteY1" fmla="*/ 2234110 h 2234110"/>
              <a:gd name="connsiteX2" fmla="*/ 859904 w 1109497"/>
              <a:gd name="connsiteY2" fmla="*/ 2190409 h 2234110"/>
              <a:gd name="connsiteX3" fmla="*/ 101111 w 1109497"/>
              <a:gd name="connsiteY3" fmla="*/ 23487 h 2234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09497" h="2234110">
                <a:moveTo>
                  <a:pt x="0" y="0"/>
                </a:moveTo>
                <a:lnTo>
                  <a:pt x="824760" y="2234110"/>
                </a:lnTo>
                <a:lnTo>
                  <a:pt x="859904" y="2190409"/>
                </a:lnTo>
                <a:cubicBezTo>
                  <a:pt x="1327241" y="1710093"/>
                  <a:pt x="1172987" y="318457"/>
                  <a:pt x="101111" y="23487"/>
                </a:cubicBezTo>
                <a:close/>
              </a:path>
            </a:pathLst>
          </a:custGeom>
          <a:solidFill>
            <a:srgbClr val="BAC5F4">
              <a:alpha val="10000"/>
            </a:srgbClr>
          </a:solidFill>
          <a:ln w="663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21" name="任意多边形: 形状 220"/>
          <p:cNvSpPr/>
          <p:nvPr/>
        </p:nvSpPr>
        <p:spPr>
          <a:xfrm rot="14984251" flipH="1">
            <a:off x="5057476" y="4840333"/>
            <a:ext cx="1588854" cy="3893052"/>
          </a:xfrm>
          <a:custGeom>
            <a:avLst/>
            <a:gdLst>
              <a:gd name="connsiteX0" fmla="*/ 427626 w 1588854"/>
              <a:gd name="connsiteY0" fmla="*/ 2661154 h 3893052"/>
              <a:gd name="connsiteX1" fmla="*/ 977213 w 1588854"/>
              <a:gd name="connsiteY1" fmla="*/ 3197805 h 3893052"/>
              <a:gd name="connsiteX2" fmla="*/ 1567732 w 1588854"/>
              <a:gd name="connsiteY2" fmla="*/ 3879743 h 3893052"/>
              <a:gd name="connsiteX3" fmla="*/ 1588854 w 1588854"/>
              <a:gd name="connsiteY3" fmla="*/ 3893052 h 3893052"/>
              <a:gd name="connsiteX4" fmla="*/ 151668 w 1588854"/>
              <a:gd name="connsiteY4" fmla="*/ 0 h 3893052"/>
              <a:gd name="connsiteX5" fmla="*/ 126780 w 1588854"/>
              <a:gd name="connsiteY5" fmla="*/ 54016 h 3893052"/>
              <a:gd name="connsiteX6" fmla="*/ 62570 w 1588854"/>
              <a:gd name="connsiteY6" fmla="*/ 1254919 h 3893052"/>
              <a:gd name="connsiteX7" fmla="*/ 427626 w 1588854"/>
              <a:gd name="connsiteY7" fmla="*/ 2661154 h 3893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88854" h="3893052">
                <a:moveTo>
                  <a:pt x="427626" y="2661154"/>
                </a:moveTo>
                <a:cubicBezTo>
                  <a:pt x="549219" y="2963875"/>
                  <a:pt x="672554" y="2995487"/>
                  <a:pt x="977213" y="3197805"/>
                </a:cubicBezTo>
                <a:cubicBezTo>
                  <a:pt x="1315722" y="3422604"/>
                  <a:pt x="1384061" y="3737733"/>
                  <a:pt x="1567732" y="3879743"/>
                </a:cubicBezTo>
                <a:lnTo>
                  <a:pt x="1588854" y="3893052"/>
                </a:lnTo>
                <a:lnTo>
                  <a:pt x="151668" y="0"/>
                </a:lnTo>
                <a:lnTo>
                  <a:pt x="126780" y="54016"/>
                </a:lnTo>
                <a:cubicBezTo>
                  <a:pt x="-1235" y="372103"/>
                  <a:pt x="-49101" y="767995"/>
                  <a:pt x="62570" y="1254919"/>
                </a:cubicBezTo>
                <a:cubicBezTo>
                  <a:pt x="239532" y="2026253"/>
                  <a:pt x="333052" y="2425705"/>
                  <a:pt x="427626" y="2661154"/>
                </a:cubicBezTo>
                <a:close/>
              </a:path>
            </a:pathLst>
          </a:custGeom>
          <a:solidFill>
            <a:srgbClr val="BAC5F4">
              <a:alpha val="10000"/>
            </a:srgbClr>
          </a:solidFill>
          <a:ln w="663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grpSp>
        <p:nvGrpSpPr>
          <p:cNvPr id="164" name="组合 163"/>
          <p:cNvGrpSpPr/>
          <p:nvPr/>
        </p:nvGrpSpPr>
        <p:grpSpPr>
          <a:xfrm>
            <a:off x="902835" y="2302830"/>
            <a:ext cx="5196889" cy="616350"/>
            <a:chOff x="902835" y="1974450"/>
            <a:chExt cx="5196889" cy="616350"/>
          </a:xfrm>
        </p:grpSpPr>
        <p:sp>
          <p:nvSpPr>
            <p:cNvPr id="3" name="椭圆 2"/>
            <p:cNvSpPr/>
            <p:nvPr/>
          </p:nvSpPr>
          <p:spPr>
            <a:xfrm>
              <a:off x="902835" y="1974450"/>
              <a:ext cx="5196889" cy="597932"/>
            </a:xfrm>
            <a:custGeom>
              <a:avLst/>
              <a:gdLst>
                <a:gd name="connsiteX0" fmla="*/ 0 w 5082540"/>
                <a:gd name="connsiteY0" fmla="*/ 395730 h 791459"/>
                <a:gd name="connsiteX1" fmla="*/ 2541270 w 5082540"/>
                <a:gd name="connsiteY1" fmla="*/ 0 h 791459"/>
                <a:gd name="connsiteX2" fmla="*/ 5082540 w 5082540"/>
                <a:gd name="connsiteY2" fmla="*/ 395730 h 791459"/>
                <a:gd name="connsiteX3" fmla="*/ 2541270 w 5082540"/>
                <a:gd name="connsiteY3" fmla="*/ 791460 h 791459"/>
                <a:gd name="connsiteX4" fmla="*/ 0 w 5082540"/>
                <a:gd name="connsiteY4" fmla="*/ 395730 h 791459"/>
                <a:gd name="connsiteX0-1" fmla="*/ 145828 w 5228368"/>
                <a:gd name="connsiteY0-2" fmla="*/ 395730 h 715260"/>
                <a:gd name="connsiteX1-3" fmla="*/ 2687098 w 5228368"/>
                <a:gd name="connsiteY1-4" fmla="*/ 0 h 715260"/>
                <a:gd name="connsiteX2-5" fmla="*/ 5228368 w 5228368"/>
                <a:gd name="connsiteY2-6" fmla="*/ 395730 h 715260"/>
                <a:gd name="connsiteX3-7" fmla="*/ 1208818 w 5228368"/>
                <a:gd name="connsiteY3-8" fmla="*/ 715260 h 715260"/>
                <a:gd name="connsiteX4-9" fmla="*/ 145828 w 5228368"/>
                <a:gd name="connsiteY4-10" fmla="*/ 395730 h 715260"/>
                <a:gd name="connsiteX0-11" fmla="*/ 220894 w 5303434"/>
                <a:gd name="connsiteY0-12" fmla="*/ 334770 h 654300"/>
                <a:gd name="connsiteX1-13" fmla="*/ 3775624 w 5303434"/>
                <a:gd name="connsiteY1-14" fmla="*/ 0 h 654300"/>
                <a:gd name="connsiteX2-15" fmla="*/ 5303434 w 5303434"/>
                <a:gd name="connsiteY2-16" fmla="*/ 334770 h 654300"/>
                <a:gd name="connsiteX3-17" fmla="*/ 1283884 w 5303434"/>
                <a:gd name="connsiteY3-18" fmla="*/ 654300 h 654300"/>
                <a:gd name="connsiteX4-19" fmla="*/ 220894 w 5303434"/>
                <a:gd name="connsiteY4-20" fmla="*/ 334770 h 654300"/>
                <a:gd name="connsiteX0-21" fmla="*/ 131008 w 5213548"/>
                <a:gd name="connsiteY0-22" fmla="*/ 165594 h 664455"/>
                <a:gd name="connsiteX1-23" fmla="*/ 3685738 w 5213548"/>
                <a:gd name="connsiteY1-24" fmla="*/ 6084 h 664455"/>
                <a:gd name="connsiteX2-25" fmla="*/ 5213548 w 5213548"/>
                <a:gd name="connsiteY2-26" fmla="*/ 340854 h 664455"/>
                <a:gd name="connsiteX3-27" fmla="*/ 1193998 w 5213548"/>
                <a:gd name="connsiteY3-28" fmla="*/ 660384 h 664455"/>
                <a:gd name="connsiteX4-29" fmla="*/ 131008 w 5213548"/>
                <a:gd name="connsiteY4-30" fmla="*/ 165594 h 664455"/>
                <a:gd name="connsiteX0-31" fmla="*/ 106935 w 5189475"/>
                <a:gd name="connsiteY0-32" fmla="*/ 217356 h 716217"/>
                <a:gd name="connsiteX1-33" fmla="*/ 3661665 w 5189475"/>
                <a:gd name="connsiteY1-34" fmla="*/ 57846 h 716217"/>
                <a:gd name="connsiteX2-35" fmla="*/ 5189475 w 5189475"/>
                <a:gd name="connsiteY2-36" fmla="*/ 392616 h 716217"/>
                <a:gd name="connsiteX3-37" fmla="*/ 1169925 w 5189475"/>
                <a:gd name="connsiteY3-38" fmla="*/ 712146 h 716217"/>
                <a:gd name="connsiteX4-39" fmla="*/ 106935 w 5189475"/>
                <a:gd name="connsiteY4-40" fmla="*/ 217356 h 716217"/>
                <a:gd name="connsiteX0-41" fmla="*/ 106935 w 5189475"/>
                <a:gd name="connsiteY0-42" fmla="*/ 217356 h 743830"/>
                <a:gd name="connsiteX1-43" fmla="*/ 3661665 w 5189475"/>
                <a:gd name="connsiteY1-44" fmla="*/ 57846 h 743830"/>
                <a:gd name="connsiteX2-45" fmla="*/ 5189475 w 5189475"/>
                <a:gd name="connsiteY2-46" fmla="*/ 392616 h 743830"/>
                <a:gd name="connsiteX3-47" fmla="*/ 1169925 w 5189475"/>
                <a:gd name="connsiteY3-48" fmla="*/ 712146 h 743830"/>
                <a:gd name="connsiteX4-49" fmla="*/ 106935 w 5189475"/>
                <a:gd name="connsiteY4-50" fmla="*/ 217356 h 743830"/>
                <a:gd name="connsiteX0-51" fmla="*/ 106935 w 5194775"/>
                <a:gd name="connsiteY0-52" fmla="*/ 217356 h 743830"/>
                <a:gd name="connsiteX1-53" fmla="*/ 3661665 w 5194775"/>
                <a:gd name="connsiteY1-54" fmla="*/ 57846 h 743830"/>
                <a:gd name="connsiteX2-55" fmla="*/ 5189475 w 5194775"/>
                <a:gd name="connsiteY2-56" fmla="*/ 392616 h 743830"/>
                <a:gd name="connsiteX3-57" fmla="*/ 1169925 w 5194775"/>
                <a:gd name="connsiteY3-58" fmla="*/ 712146 h 743830"/>
                <a:gd name="connsiteX4-59" fmla="*/ 106935 w 5194775"/>
                <a:gd name="connsiteY4-60" fmla="*/ 217356 h 743830"/>
                <a:gd name="connsiteX0-61" fmla="*/ 107430 w 5193674"/>
                <a:gd name="connsiteY0-62" fmla="*/ 187556 h 714030"/>
                <a:gd name="connsiteX1-63" fmla="*/ 3304020 w 5193674"/>
                <a:gd name="connsiteY1-64" fmla="*/ 5186 h 714030"/>
                <a:gd name="connsiteX2-65" fmla="*/ 5189970 w 5193674"/>
                <a:gd name="connsiteY2-66" fmla="*/ 362816 h 714030"/>
                <a:gd name="connsiteX3-67" fmla="*/ 1170420 w 5193674"/>
                <a:gd name="connsiteY3-68" fmla="*/ 682346 h 714030"/>
                <a:gd name="connsiteX4-69" fmla="*/ 107430 w 5193674"/>
                <a:gd name="connsiteY4-70" fmla="*/ 187556 h 714030"/>
                <a:gd name="connsiteX0-71" fmla="*/ 89779 w 5176023"/>
                <a:gd name="connsiteY0-72" fmla="*/ 218381 h 744855"/>
                <a:gd name="connsiteX1-73" fmla="*/ 3286369 w 5176023"/>
                <a:gd name="connsiteY1-74" fmla="*/ 36011 h 744855"/>
                <a:gd name="connsiteX2-75" fmla="*/ 5172319 w 5176023"/>
                <a:gd name="connsiteY2-76" fmla="*/ 393641 h 744855"/>
                <a:gd name="connsiteX3-77" fmla="*/ 1152769 w 5176023"/>
                <a:gd name="connsiteY3-78" fmla="*/ 713171 h 744855"/>
                <a:gd name="connsiteX4-79" fmla="*/ 89779 w 5176023"/>
                <a:gd name="connsiteY4-80" fmla="*/ 218381 h 744855"/>
                <a:gd name="connsiteX0-81" fmla="*/ 86611 w 5210975"/>
                <a:gd name="connsiteY0-82" fmla="*/ 245965 h 723357"/>
                <a:gd name="connsiteX1-83" fmla="*/ 3321301 w 5210975"/>
                <a:gd name="connsiteY1-84" fmla="*/ 17875 h 723357"/>
                <a:gd name="connsiteX2-85" fmla="*/ 5207251 w 5210975"/>
                <a:gd name="connsiteY2-86" fmla="*/ 375505 h 723357"/>
                <a:gd name="connsiteX3-87" fmla="*/ 1187701 w 5210975"/>
                <a:gd name="connsiteY3-88" fmla="*/ 695035 h 723357"/>
                <a:gd name="connsiteX4-89" fmla="*/ 86611 w 5210975"/>
                <a:gd name="connsiteY4-90" fmla="*/ 245965 h 723357"/>
                <a:gd name="connsiteX0-91" fmla="*/ 43224 w 5167588"/>
                <a:gd name="connsiteY0-92" fmla="*/ 255515 h 732907"/>
                <a:gd name="connsiteX1-93" fmla="*/ 3277914 w 5167588"/>
                <a:gd name="connsiteY1-94" fmla="*/ 27425 h 732907"/>
                <a:gd name="connsiteX2-95" fmla="*/ 5163864 w 5167588"/>
                <a:gd name="connsiteY2-96" fmla="*/ 385055 h 732907"/>
                <a:gd name="connsiteX3-97" fmla="*/ 1144314 w 5167588"/>
                <a:gd name="connsiteY3-98" fmla="*/ 704585 h 732907"/>
                <a:gd name="connsiteX4-99" fmla="*/ 43224 w 5167588"/>
                <a:gd name="connsiteY4-100" fmla="*/ 255515 h 732907"/>
                <a:gd name="connsiteX0-101" fmla="*/ 28682 w 5153046"/>
                <a:gd name="connsiteY0-102" fmla="*/ 257665 h 735057"/>
                <a:gd name="connsiteX1-103" fmla="*/ 3263372 w 5153046"/>
                <a:gd name="connsiteY1-104" fmla="*/ 29575 h 735057"/>
                <a:gd name="connsiteX2-105" fmla="*/ 5149322 w 5153046"/>
                <a:gd name="connsiteY2-106" fmla="*/ 387205 h 735057"/>
                <a:gd name="connsiteX3-107" fmla="*/ 1129772 w 5153046"/>
                <a:gd name="connsiteY3-108" fmla="*/ 706735 h 735057"/>
                <a:gd name="connsiteX4-109" fmla="*/ 28682 w 5153046"/>
                <a:gd name="connsiteY4-110" fmla="*/ 257665 h 735057"/>
                <a:gd name="connsiteX0-111" fmla="*/ 45765 w 5170129"/>
                <a:gd name="connsiteY0-112" fmla="*/ 259882 h 737274"/>
                <a:gd name="connsiteX1-113" fmla="*/ 3280455 w 5170129"/>
                <a:gd name="connsiteY1-114" fmla="*/ 31792 h 737274"/>
                <a:gd name="connsiteX2-115" fmla="*/ 5166405 w 5170129"/>
                <a:gd name="connsiteY2-116" fmla="*/ 389422 h 737274"/>
                <a:gd name="connsiteX3-117" fmla="*/ 1146855 w 5170129"/>
                <a:gd name="connsiteY3-118" fmla="*/ 708952 h 737274"/>
                <a:gd name="connsiteX4-119" fmla="*/ 45765 w 5170129"/>
                <a:gd name="connsiteY4-120" fmla="*/ 259882 h 737274"/>
                <a:gd name="connsiteX0-121" fmla="*/ 72525 w 5196889"/>
                <a:gd name="connsiteY0-122" fmla="*/ 266896 h 744288"/>
                <a:gd name="connsiteX1-123" fmla="*/ 3307215 w 5196889"/>
                <a:gd name="connsiteY1-124" fmla="*/ 38806 h 744288"/>
                <a:gd name="connsiteX2-125" fmla="*/ 5193165 w 5196889"/>
                <a:gd name="connsiteY2-126" fmla="*/ 396436 h 744288"/>
                <a:gd name="connsiteX3-127" fmla="*/ 1173615 w 5196889"/>
                <a:gd name="connsiteY3-128" fmla="*/ 715966 h 744288"/>
                <a:gd name="connsiteX4-129" fmla="*/ 72525 w 5196889"/>
                <a:gd name="connsiteY4-130" fmla="*/ 266896 h 74428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5196889" h="744288">
                  <a:moveTo>
                    <a:pt x="72525" y="266896"/>
                  </a:moveTo>
                  <a:cubicBezTo>
                    <a:pt x="344305" y="-112664"/>
                    <a:pt x="2453775" y="17216"/>
                    <a:pt x="3307215" y="38806"/>
                  </a:cubicBezTo>
                  <a:cubicBezTo>
                    <a:pt x="4160655" y="60396"/>
                    <a:pt x="5269365" y="25480"/>
                    <a:pt x="5193165" y="396436"/>
                  </a:cubicBezTo>
                  <a:cubicBezTo>
                    <a:pt x="5155065" y="851212"/>
                    <a:pt x="2027055" y="737556"/>
                    <a:pt x="1173615" y="715966"/>
                  </a:cubicBezTo>
                  <a:cubicBezTo>
                    <a:pt x="320175" y="694376"/>
                    <a:pt x="-199255" y="646456"/>
                    <a:pt x="72525" y="266896"/>
                  </a:cubicBezTo>
                  <a:close/>
                </a:path>
              </a:pathLst>
            </a:custGeom>
            <a:solidFill>
              <a:srgbClr val="B0C0F4"/>
            </a:solidFill>
            <a:ln w="66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4" name="椭圆 3"/>
            <p:cNvSpPr/>
            <p:nvPr/>
          </p:nvSpPr>
          <p:spPr>
            <a:xfrm>
              <a:off x="1544273" y="1974450"/>
              <a:ext cx="616350" cy="616350"/>
            </a:xfrm>
            <a:prstGeom prst="ellipse">
              <a:avLst/>
            </a:prstGeom>
            <a:solidFill>
              <a:srgbClr val="6887EA"/>
            </a:solidFill>
            <a:ln w="66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2557990" y="2111161"/>
              <a:ext cx="269250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solidFill>
                    <a:schemeClr val="bg1"/>
                  </a:solidFill>
                </a:rPr>
                <a:t>单击此处添加标题文本</a:t>
              </a:r>
              <a:endParaRPr lang="zh-CN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601045" y="2050707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solidFill>
                    <a:schemeClr val="bg1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rPr>
                <a:t>01</a:t>
              </a:r>
              <a:endParaRPr lang="zh-CN" altLang="en-US" sz="2400" dirty="0">
                <a:solidFill>
                  <a:schemeClr val="bg1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</a:endParaRPr>
            </a:p>
          </p:txBody>
        </p:sp>
      </p:grpSp>
      <p:sp>
        <p:nvSpPr>
          <p:cNvPr id="165" name="文本框 164"/>
          <p:cNvSpPr txBox="1"/>
          <p:nvPr/>
        </p:nvSpPr>
        <p:spPr>
          <a:xfrm>
            <a:off x="916881" y="3234399"/>
            <a:ext cx="5730662" cy="1174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此处添加详细文本描述，建议与标题相关并符合整体语言风格，语言描述尽量简洁生动。尽量将每页幻灯片的字数控制在200字以内，据统计每页幻灯片的最好控制在5分钟之内。此处添加详细文本描述，建议与标题相关并符合整体语言风格，语言描述尽量简洁生动。</a:t>
            </a:r>
            <a:endParaRPr lang="zh-CN" altLang="en-US" sz="1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497555" y="249084"/>
            <a:ext cx="5196889" cy="616350"/>
            <a:chOff x="902835" y="1974450"/>
            <a:chExt cx="5196889" cy="616350"/>
          </a:xfrm>
        </p:grpSpPr>
        <p:sp>
          <p:nvSpPr>
            <p:cNvPr id="166" name="椭圆 2"/>
            <p:cNvSpPr/>
            <p:nvPr/>
          </p:nvSpPr>
          <p:spPr>
            <a:xfrm>
              <a:off x="902835" y="1974450"/>
              <a:ext cx="5196889" cy="597932"/>
            </a:xfrm>
            <a:custGeom>
              <a:avLst/>
              <a:gdLst>
                <a:gd name="connsiteX0" fmla="*/ 0 w 5082540"/>
                <a:gd name="connsiteY0" fmla="*/ 395730 h 791459"/>
                <a:gd name="connsiteX1" fmla="*/ 2541270 w 5082540"/>
                <a:gd name="connsiteY1" fmla="*/ 0 h 791459"/>
                <a:gd name="connsiteX2" fmla="*/ 5082540 w 5082540"/>
                <a:gd name="connsiteY2" fmla="*/ 395730 h 791459"/>
                <a:gd name="connsiteX3" fmla="*/ 2541270 w 5082540"/>
                <a:gd name="connsiteY3" fmla="*/ 791460 h 791459"/>
                <a:gd name="connsiteX4" fmla="*/ 0 w 5082540"/>
                <a:gd name="connsiteY4" fmla="*/ 395730 h 791459"/>
                <a:gd name="connsiteX0-1" fmla="*/ 145828 w 5228368"/>
                <a:gd name="connsiteY0-2" fmla="*/ 395730 h 715260"/>
                <a:gd name="connsiteX1-3" fmla="*/ 2687098 w 5228368"/>
                <a:gd name="connsiteY1-4" fmla="*/ 0 h 715260"/>
                <a:gd name="connsiteX2-5" fmla="*/ 5228368 w 5228368"/>
                <a:gd name="connsiteY2-6" fmla="*/ 395730 h 715260"/>
                <a:gd name="connsiteX3-7" fmla="*/ 1208818 w 5228368"/>
                <a:gd name="connsiteY3-8" fmla="*/ 715260 h 715260"/>
                <a:gd name="connsiteX4-9" fmla="*/ 145828 w 5228368"/>
                <a:gd name="connsiteY4-10" fmla="*/ 395730 h 715260"/>
                <a:gd name="connsiteX0-11" fmla="*/ 220894 w 5303434"/>
                <a:gd name="connsiteY0-12" fmla="*/ 334770 h 654300"/>
                <a:gd name="connsiteX1-13" fmla="*/ 3775624 w 5303434"/>
                <a:gd name="connsiteY1-14" fmla="*/ 0 h 654300"/>
                <a:gd name="connsiteX2-15" fmla="*/ 5303434 w 5303434"/>
                <a:gd name="connsiteY2-16" fmla="*/ 334770 h 654300"/>
                <a:gd name="connsiteX3-17" fmla="*/ 1283884 w 5303434"/>
                <a:gd name="connsiteY3-18" fmla="*/ 654300 h 654300"/>
                <a:gd name="connsiteX4-19" fmla="*/ 220894 w 5303434"/>
                <a:gd name="connsiteY4-20" fmla="*/ 334770 h 654300"/>
                <a:gd name="connsiteX0-21" fmla="*/ 131008 w 5213548"/>
                <a:gd name="connsiteY0-22" fmla="*/ 165594 h 664455"/>
                <a:gd name="connsiteX1-23" fmla="*/ 3685738 w 5213548"/>
                <a:gd name="connsiteY1-24" fmla="*/ 6084 h 664455"/>
                <a:gd name="connsiteX2-25" fmla="*/ 5213548 w 5213548"/>
                <a:gd name="connsiteY2-26" fmla="*/ 340854 h 664455"/>
                <a:gd name="connsiteX3-27" fmla="*/ 1193998 w 5213548"/>
                <a:gd name="connsiteY3-28" fmla="*/ 660384 h 664455"/>
                <a:gd name="connsiteX4-29" fmla="*/ 131008 w 5213548"/>
                <a:gd name="connsiteY4-30" fmla="*/ 165594 h 664455"/>
                <a:gd name="connsiteX0-31" fmla="*/ 106935 w 5189475"/>
                <a:gd name="connsiteY0-32" fmla="*/ 217356 h 716217"/>
                <a:gd name="connsiteX1-33" fmla="*/ 3661665 w 5189475"/>
                <a:gd name="connsiteY1-34" fmla="*/ 57846 h 716217"/>
                <a:gd name="connsiteX2-35" fmla="*/ 5189475 w 5189475"/>
                <a:gd name="connsiteY2-36" fmla="*/ 392616 h 716217"/>
                <a:gd name="connsiteX3-37" fmla="*/ 1169925 w 5189475"/>
                <a:gd name="connsiteY3-38" fmla="*/ 712146 h 716217"/>
                <a:gd name="connsiteX4-39" fmla="*/ 106935 w 5189475"/>
                <a:gd name="connsiteY4-40" fmla="*/ 217356 h 716217"/>
                <a:gd name="connsiteX0-41" fmla="*/ 106935 w 5189475"/>
                <a:gd name="connsiteY0-42" fmla="*/ 217356 h 743830"/>
                <a:gd name="connsiteX1-43" fmla="*/ 3661665 w 5189475"/>
                <a:gd name="connsiteY1-44" fmla="*/ 57846 h 743830"/>
                <a:gd name="connsiteX2-45" fmla="*/ 5189475 w 5189475"/>
                <a:gd name="connsiteY2-46" fmla="*/ 392616 h 743830"/>
                <a:gd name="connsiteX3-47" fmla="*/ 1169925 w 5189475"/>
                <a:gd name="connsiteY3-48" fmla="*/ 712146 h 743830"/>
                <a:gd name="connsiteX4-49" fmla="*/ 106935 w 5189475"/>
                <a:gd name="connsiteY4-50" fmla="*/ 217356 h 743830"/>
                <a:gd name="connsiteX0-51" fmla="*/ 106935 w 5194775"/>
                <a:gd name="connsiteY0-52" fmla="*/ 217356 h 743830"/>
                <a:gd name="connsiteX1-53" fmla="*/ 3661665 w 5194775"/>
                <a:gd name="connsiteY1-54" fmla="*/ 57846 h 743830"/>
                <a:gd name="connsiteX2-55" fmla="*/ 5189475 w 5194775"/>
                <a:gd name="connsiteY2-56" fmla="*/ 392616 h 743830"/>
                <a:gd name="connsiteX3-57" fmla="*/ 1169925 w 5194775"/>
                <a:gd name="connsiteY3-58" fmla="*/ 712146 h 743830"/>
                <a:gd name="connsiteX4-59" fmla="*/ 106935 w 5194775"/>
                <a:gd name="connsiteY4-60" fmla="*/ 217356 h 743830"/>
                <a:gd name="connsiteX0-61" fmla="*/ 107430 w 5193674"/>
                <a:gd name="connsiteY0-62" fmla="*/ 187556 h 714030"/>
                <a:gd name="connsiteX1-63" fmla="*/ 3304020 w 5193674"/>
                <a:gd name="connsiteY1-64" fmla="*/ 5186 h 714030"/>
                <a:gd name="connsiteX2-65" fmla="*/ 5189970 w 5193674"/>
                <a:gd name="connsiteY2-66" fmla="*/ 362816 h 714030"/>
                <a:gd name="connsiteX3-67" fmla="*/ 1170420 w 5193674"/>
                <a:gd name="connsiteY3-68" fmla="*/ 682346 h 714030"/>
                <a:gd name="connsiteX4-69" fmla="*/ 107430 w 5193674"/>
                <a:gd name="connsiteY4-70" fmla="*/ 187556 h 714030"/>
                <a:gd name="connsiteX0-71" fmla="*/ 89779 w 5176023"/>
                <a:gd name="connsiteY0-72" fmla="*/ 218381 h 744855"/>
                <a:gd name="connsiteX1-73" fmla="*/ 3286369 w 5176023"/>
                <a:gd name="connsiteY1-74" fmla="*/ 36011 h 744855"/>
                <a:gd name="connsiteX2-75" fmla="*/ 5172319 w 5176023"/>
                <a:gd name="connsiteY2-76" fmla="*/ 393641 h 744855"/>
                <a:gd name="connsiteX3-77" fmla="*/ 1152769 w 5176023"/>
                <a:gd name="connsiteY3-78" fmla="*/ 713171 h 744855"/>
                <a:gd name="connsiteX4-79" fmla="*/ 89779 w 5176023"/>
                <a:gd name="connsiteY4-80" fmla="*/ 218381 h 744855"/>
                <a:gd name="connsiteX0-81" fmla="*/ 86611 w 5210975"/>
                <a:gd name="connsiteY0-82" fmla="*/ 245965 h 723357"/>
                <a:gd name="connsiteX1-83" fmla="*/ 3321301 w 5210975"/>
                <a:gd name="connsiteY1-84" fmla="*/ 17875 h 723357"/>
                <a:gd name="connsiteX2-85" fmla="*/ 5207251 w 5210975"/>
                <a:gd name="connsiteY2-86" fmla="*/ 375505 h 723357"/>
                <a:gd name="connsiteX3-87" fmla="*/ 1187701 w 5210975"/>
                <a:gd name="connsiteY3-88" fmla="*/ 695035 h 723357"/>
                <a:gd name="connsiteX4-89" fmla="*/ 86611 w 5210975"/>
                <a:gd name="connsiteY4-90" fmla="*/ 245965 h 723357"/>
                <a:gd name="connsiteX0-91" fmla="*/ 43224 w 5167588"/>
                <a:gd name="connsiteY0-92" fmla="*/ 255515 h 732907"/>
                <a:gd name="connsiteX1-93" fmla="*/ 3277914 w 5167588"/>
                <a:gd name="connsiteY1-94" fmla="*/ 27425 h 732907"/>
                <a:gd name="connsiteX2-95" fmla="*/ 5163864 w 5167588"/>
                <a:gd name="connsiteY2-96" fmla="*/ 385055 h 732907"/>
                <a:gd name="connsiteX3-97" fmla="*/ 1144314 w 5167588"/>
                <a:gd name="connsiteY3-98" fmla="*/ 704585 h 732907"/>
                <a:gd name="connsiteX4-99" fmla="*/ 43224 w 5167588"/>
                <a:gd name="connsiteY4-100" fmla="*/ 255515 h 732907"/>
                <a:gd name="connsiteX0-101" fmla="*/ 28682 w 5153046"/>
                <a:gd name="connsiteY0-102" fmla="*/ 257665 h 735057"/>
                <a:gd name="connsiteX1-103" fmla="*/ 3263372 w 5153046"/>
                <a:gd name="connsiteY1-104" fmla="*/ 29575 h 735057"/>
                <a:gd name="connsiteX2-105" fmla="*/ 5149322 w 5153046"/>
                <a:gd name="connsiteY2-106" fmla="*/ 387205 h 735057"/>
                <a:gd name="connsiteX3-107" fmla="*/ 1129772 w 5153046"/>
                <a:gd name="connsiteY3-108" fmla="*/ 706735 h 735057"/>
                <a:gd name="connsiteX4-109" fmla="*/ 28682 w 5153046"/>
                <a:gd name="connsiteY4-110" fmla="*/ 257665 h 735057"/>
                <a:gd name="connsiteX0-111" fmla="*/ 45765 w 5170129"/>
                <a:gd name="connsiteY0-112" fmla="*/ 259882 h 737274"/>
                <a:gd name="connsiteX1-113" fmla="*/ 3280455 w 5170129"/>
                <a:gd name="connsiteY1-114" fmla="*/ 31792 h 737274"/>
                <a:gd name="connsiteX2-115" fmla="*/ 5166405 w 5170129"/>
                <a:gd name="connsiteY2-116" fmla="*/ 389422 h 737274"/>
                <a:gd name="connsiteX3-117" fmla="*/ 1146855 w 5170129"/>
                <a:gd name="connsiteY3-118" fmla="*/ 708952 h 737274"/>
                <a:gd name="connsiteX4-119" fmla="*/ 45765 w 5170129"/>
                <a:gd name="connsiteY4-120" fmla="*/ 259882 h 737274"/>
                <a:gd name="connsiteX0-121" fmla="*/ 72525 w 5196889"/>
                <a:gd name="connsiteY0-122" fmla="*/ 266896 h 744288"/>
                <a:gd name="connsiteX1-123" fmla="*/ 3307215 w 5196889"/>
                <a:gd name="connsiteY1-124" fmla="*/ 38806 h 744288"/>
                <a:gd name="connsiteX2-125" fmla="*/ 5193165 w 5196889"/>
                <a:gd name="connsiteY2-126" fmla="*/ 396436 h 744288"/>
                <a:gd name="connsiteX3-127" fmla="*/ 1173615 w 5196889"/>
                <a:gd name="connsiteY3-128" fmla="*/ 715966 h 744288"/>
                <a:gd name="connsiteX4-129" fmla="*/ 72525 w 5196889"/>
                <a:gd name="connsiteY4-130" fmla="*/ 266896 h 74428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5196889" h="744288">
                  <a:moveTo>
                    <a:pt x="72525" y="266896"/>
                  </a:moveTo>
                  <a:cubicBezTo>
                    <a:pt x="344305" y="-112664"/>
                    <a:pt x="2453775" y="17216"/>
                    <a:pt x="3307215" y="38806"/>
                  </a:cubicBezTo>
                  <a:cubicBezTo>
                    <a:pt x="4160655" y="60396"/>
                    <a:pt x="5269365" y="25480"/>
                    <a:pt x="5193165" y="396436"/>
                  </a:cubicBezTo>
                  <a:cubicBezTo>
                    <a:pt x="5155065" y="851212"/>
                    <a:pt x="2027055" y="737556"/>
                    <a:pt x="1173615" y="715966"/>
                  </a:cubicBezTo>
                  <a:cubicBezTo>
                    <a:pt x="320175" y="694376"/>
                    <a:pt x="-199255" y="646456"/>
                    <a:pt x="72525" y="266896"/>
                  </a:cubicBezTo>
                  <a:close/>
                </a:path>
              </a:pathLst>
            </a:custGeom>
            <a:solidFill>
              <a:srgbClr val="B0C0F4"/>
            </a:solidFill>
            <a:ln w="66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167" name="椭圆 166"/>
            <p:cNvSpPr/>
            <p:nvPr/>
          </p:nvSpPr>
          <p:spPr>
            <a:xfrm>
              <a:off x="1544273" y="1974450"/>
              <a:ext cx="616350" cy="616350"/>
            </a:xfrm>
            <a:prstGeom prst="ellipse">
              <a:avLst/>
            </a:prstGeom>
            <a:solidFill>
              <a:srgbClr val="6887EA"/>
            </a:solidFill>
            <a:ln w="66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168" name="文本框 167"/>
            <p:cNvSpPr txBox="1"/>
            <p:nvPr/>
          </p:nvSpPr>
          <p:spPr>
            <a:xfrm>
              <a:off x="2557990" y="2111161"/>
              <a:ext cx="269250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solidFill>
                    <a:schemeClr val="bg1"/>
                  </a:solidFill>
                </a:rPr>
                <a:t>单击此处添加标题文本</a:t>
              </a:r>
              <a:endParaRPr lang="zh-CN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169" name="文本框 168"/>
            <p:cNvSpPr txBox="1"/>
            <p:nvPr/>
          </p:nvSpPr>
          <p:spPr>
            <a:xfrm>
              <a:off x="1601045" y="2050707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solidFill>
                    <a:schemeClr val="bg1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rPr>
                <a:t>01</a:t>
              </a:r>
              <a:endParaRPr lang="zh-CN" altLang="en-US" sz="2400" dirty="0">
                <a:solidFill>
                  <a:schemeClr val="bg1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</a:endParaRPr>
            </a:p>
          </p:txBody>
        </p:sp>
      </p:grpSp>
      <p:sp>
        <p:nvSpPr>
          <p:cNvPr id="3" name="矩形: 剪去对角 2"/>
          <p:cNvSpPr/>
          <p:nvPr/>
        </p:nvSpPr>
        <p:spPr>
          <a:xfrm>
            <a:off x="1264897" y="1898595"/>
            <a:ext cx="9662205" cy="3264010"/>
          </a:xfrm>
          <a:prstGeom prst="snip2DiagRect">
            <a:avLst>
              <a:gd name="adj1" fmla="val 20813"/>
              <a:gd name="adj2" fmla="val 0"/>
            </a:avLst>
          </a:prstGeom>
          <a:solidFill>
            <a:srgbClr val="6887EA"/>
          </a:solidFill>
          <a:ln w="663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4" name="缺角矩形 3" descr="D:\51PPT模板网\51pptmoban.com\图片.jpg"/>
          <p:cNvSpPr/>
          <p:nvPr/>
        </p:nvSpPr>
        <p:spPr>
          <a:xfrm>
            <a:off x="807697" y="1248229"/>
            <a:ext cx="914400" cy="914400"/>
          </a:xfrm>
          <a:prstGeom prst="plaque">
            <a:avLst>
              <a:gd name="adj" fmla="val 50000"/>
            </a:avLst>
          </a:prstGeom>
          <a:solidFill>
            <a:srgbClr val="B0C0F4"/>
          </a:solidFill>
          <a:ln w="663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5" name="缺角矩形 4"/>
          <p:cNvSpPr/>
          <p:nvPr/>
        </p:nvSpPr>
        <p:spPr>
          <a:xfrm>
            <a:off x="2026897" y="1498940"/>
            <a:ext cx="379848" cy="379848"/>
          </a:xfrm>
          <a:prstGeom prst="plaque">
            <a:avLst>
              <a:gd name="adj" fmla="val 50000"/>
            </a:avLst>
          </a:prstGeom>
          <a:solidFill>
            <a:srgbClr val="B0C0F4"/>
          </a:solidFill>
          <a:ln w="663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6" name="缺角矩形 5"/>
          <p:cNvSpPr/>
          <p:nvPr/>
        </p:nvSpPr>
        <p:spPr>
          <a:xfrm>
            <a:off x="10469902" y="4951422"/>
            <a:ext cx="914400" cy="914400"/>
          </a:xfrm>
          <a:prstGeom prst="plaque">
            <a:avLst>
              <a:gd name="adj" fmla="val 50000"/>
            </a:avLst>
          </a:prstGeom>
          <a:solidFill>
            <a:srgbClr val="B0C0F4"/>
          </a:solidFill>
          <a:ln w="663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9" name="缺角矩形 8"/>
          <p:cNvSpPr/>
          <p:nvPr/>
        </p:nvSpPr>
        <p:spPr>
          <a:xfrm>
            <a:off x="9864611" y="5218698"/>
            <a:ext cx="379848" cy="379848"/>
          </a:xfrm>
          <a:prstGeom prst="plaque">
            <a:avLst>
              <a:gd name="adj" fmla="val 50000"/>
            </a:avLst>
          </a:prstGeom>
          <a:solidFill>
            <a:srgbClr val="B0C0F4"/>
          </a:solidFill>
          <a:ln w="663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cs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843313" y="2289685"/>
            <a:ext cx="8505374" cy="1031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</a:rPr>
              <a:t>此处添加详细文本描述，建议与标题相关并符合整体语言风格，语言描述尽量简洁生动。尽量将每页幻灯片的字数控制在200字以内，据统计每页幻灯片的最好控制在5分钟之内。此处添加详细文本描述，建议与标题相关并符合整体语言风格，语言描述尽量简洁生动。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843313" y="3594529"/>
            <a:ext cx="8505374" cy="1031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</a:rPr>
              <a:t>此处添加详细文本描述，建议与标题相关并符合整体语言风格，语言描述尽量简洁生动。尽量将每页幻灯片的字数控制在200字以内，据统计每页幻灯片的最好控制在5分钟之内。此处添加详细文本描述，建议与标题相关并符合整体语言风格，语言描述尽量简洁生动。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497555" y="249084"/>
            <a:ext cx="5196889" cy="616350"/>
            <a:chOff x="902835" y="1974450"/>
            <a:chExt cx="5196889" cy="616350"/>
          </a:xfrm>
        </p:grpSpPr>
        <p:sp>
          <p:nvSpPr>
            <p:cNvPr id="166" name="椭圆 2"/>
            <p:cNvSpPr/>
            <p:nvPr/>
          </p:nvSpPr>
          <p:spPr>
            <a:xfrm>
              <a:off x="902835" y="1974450"/>
              <a:ext cx="5196889" cy="597932"/>
            </a:xfrm>
            <a:custGeom>
              <a:avLst/>
              <a:gdLst>
                <a:gd name="connsiteX0" fmla="*/ 0 w 5082540"/>
                <a:gd name="connsiteY0" fmla="*/ 395730 h 791459"/>
                <a:gd name="connsiteX1" fmla="*/ 2541270 w 5082540"/>
                <a:gd name="connsiteY1" fmla="*/ 0 h 791459"/>
                <a:gd name="connsiteX2" fmla="*/ 5082540 w 5082540"/>
                <a:gd name="connsiteY2" fmla="*/ 395730 h 791459"/>
                <a:gd name="connsiteX3" fmla="*/ 2541270 w 5082540"/>
                <a:gd name="connsiteY3" fmla="*/ 791460 h 791459"/>
                <a:gd name="connsiteX4" fmla="*/ 0 w 5082540"/>
                <a:gd name="connsiteY4" fmla="*/ 395730 h 791459"/>
                <a:gd name="connsiteX0-1" fmla="*/ 145828 w 5228368"/>
                <a:gd name="connsiteY0-2" fmla="*/ 395730 h 715260"/>
                <a:gd name="connsiteX1-3" fmla="*/ 2687098 w 5228368"/>
                <a:gd name="connsiteY1-4" fmla="*/ 0 h 715260"/>
                <a:gd name="connsiteX2-5" fmla="*/ 5228368 w 5228368"/>
                <a:gd name="connsiteY2-6" fmla="*/ 395730 h 715260"/>
                <a:gd name="connsiteX3-7" fmla="*/ 1208818 w 5228368"/>
                <a:gd name="connsiteY3-8" fmla="*/ 715260 h 715260"/>
                <a:gd name="connsiteX4-9" fmla="*/ 145828 w 5228368"/>
                <a:gd name="connsiteY4-10" fmla="*/ 395730 h 715260"/>
                <a:gd name="connsiteX0-11" fmla="*/ 220894 w 5303434"/>
                <a:gd name="connsiteY0-12" fmla="*/ 334770 h 654300"/>
                <a:gd name="connsiteX1-13" fmla="*/ 3775624 w 5303434"/>
                <a:gd name="connsiteY1-14" fmla="*/ 0 h 654300"/>
                <a:gd name="connsiteX2-15" fmla="*/ 5303434 w 5303434"/>
                <a:gd name="connsiteY2-16" fmla="*/ 334770 h 654300"/>
                <a:gd name="connsiteX3-17" fmla="*/ 1283884 w 5303434"/>
                <a:gd name="connsiteY3-18" fmla="*/ 654300 h 654300"/>
                <a:gd name="connsiteX4-19" fmla="*/ 220894 w 5303434"/>
                <a:gd name="connsiteY4-20" fmla="*/ 334770 h 654300"/>
                <a:gd name="connsiteX0-21" fmla="*/ 131008 w 5213548"/>
                <a:gd name="connsiteY0-22" fmla="*/ 165594 h 664455"/>
                <a:gd name="connsiteX1-23" fmla="*/ 3685738 w 5213548"/>
                <a:gd name="connsiteY1-24" fmla="*/ 6084 h 664455"/>
                <a:gd name="connsiteX2-25" fmla="*/ 5213548 w 5213548"/>
                <a:gd name="connsiteY2-26" fmla="*/ 340854 h 664455"/>
                <a:gd name="connsiteX3-27" fmla="*/ 1193998 w 5213548"/>
                <a:gd name="connsiteY3-28" fmla="*/ 660384 h 664455"/>
                <a:gd name="connsiteX4-29" fmla="*/ 131008 w 5213548"/>
                <a:gd name="connsiteY4-30" fmla="*/ 165594 h 664455"/>
                <a:gd name="connsiteX0-31" fmla="*/ 106935 w 5189475"/>
                <a:gd name="connsiteY0-32" fmla="*/ 217356 h 716217"/>
                <a:gd name="connsiteX1-33" fmla="*/ 3661665 w 5189475"/>
                <a:gd name="connsiteY1-34" fmla="*/ 57846 h 716217"/>
                <a:gd name="connsiteX2-35" fmla="*/ 5189475 w 5189475"/>
                <a:gd name="connsiteY2-36" fmla="*/ 392616 h 716217"/>
                <a:gd name="connsiteX3-37" fmla="*/ 1169925 w 5189475"/>
                <a:gd name="connsiteY3-38" fmla="*/ 712146 h 716217"/>
                <a:gd name="connsiteX4-39" fmla="*/ 106935 w 5189475"/>
                <a:gd name="connsiteY4-40" fmla="*/ 217356 h 716217"/>
                <a:gd name="connsiteX0-41" fmla="*/ 106935 w 5189475"/>
                <a:gd name="connsiteY0-42" fmla="*/ 217356 h 743830"/>
                <a:gd name="connsiteX1-43" fmla="*/ 3661665 w 5189475"/>
                <a:gd name="connsiteY1-44" fmla="*/ 57846 h 743830"/>
                <a:gd name="connsiteX2-45" fmla="*/ 5189475 w 5189475"/>
                <a:gd name="connsiteY2-46" fmla="*/ 392616 h 743830"/>
                <a:gd name="connsiteX3-47" fmla="*/ 1169925 w 5189475"/>
                <a:gd name="connsiteY3-48" fmla="*/ 712146 h 743830"/>
                <a:gd name="connsiteX4-49" fmla="*/ 106935 w 5189475"/>
                <a:gd name="connsiteY4-50" fmla="*/ 217356 h 743830"/>
                <a:gd name="connsiteX0-51" fmla="*/ 106935 w 5194775"/>
                <a:gd name="connsiteY0-52" fmla="*/ 217356 h 743830"/>
                <a:gd name="connsiteX1-53" fmla="*/ 3661665 w 5194775"/>
                <a:gd name="connsiteY1-54" fmla="*/ 57846 h 743830"/>
                <a:gd name="connsiteX2-55" fmla="*/ 5189475 w 5194775"/>
                <a:gd name="connsiteY2-56" fmla="*/ 392616 h 743830"/>
                <a:gd name="connsiteX3-57" fmla="*/ 1169925 w 5194775"/>
                <a:gd name="connsiteY3-58" fmla="*/ 712146 h 743830"/>
                <a:gd name="connsiteX4-59" fmla="*/ 106935 w 5194775"/>
                <a:gd name="connsiteY4-60" fmla="*/ 217356 h 743830"/>
                <a:gd name="connsiteX0-61" fmla="*/ 107430 w 5193674"/>
                <a:gd name="connsiteY0-62" fmla="*/ 187556 h 714030"/>
                <a:gd name="connsiteX1-63" fmla="*/ 3304020 w 5193674"/>
                <a:gd name="connsiteY1-64" fmla="*/ 5186 h 714030"/>
                <a:gd name="connsiteX2-65" fmla="*/ 5189970 w 5193674"/>
                <a:gd name="connsiteY2-66" fmla="*/ 362816 h 714030"/>
                <a:gd name="connsiteX3-67" fmla="*/ 1170420 w 5193674"/>
                <a:gd name="connsiteY3-68" fmla="*/ 682346 h 714030"/>
                <a:gd name="connsiteX4-69" fmla="*/ 107430 w 5193674"/>
                <a:gd name="connsiteY4-70" fmla="*/ 187556 h 714030"/>
                <a:gd name="connsiteX0-71" fmla="*/ 89779 w 5176023"/>
                <a:gd name="connsiteY0-72" fmla="*/ 218381 h 744855"/>
                <a:gd name="connsiteX1-73" fmla="*/ 3286369 w 5176023"/>
                <a:gd name="connsiteY1-74" fmla="*/ 36011 h 744855"/>
                <a:gd name="connsiteX2-75" fmla="*/ 5172319 w 5176023"/>
                <a:gd name="connsiteY2-76" fmla="*/ 393641 h 744855"/>
                <a:gd name="connsiteX3-77" fmla="*/ 1152769 w 5176023"/>
                <a:gd name="connsiteY3-78" fmla="*/ 713171 h 744855"/>
                <a:gd name="connsiteX4-79" fmla="*/ 89779 w 5176023"/>
                <a:gd name="connsiteY4-80" fmla="*/ 218381 h 744855"/>
                <a:gd name="connsiteX0-81" fmla="*/ 86611 w 5210975"/>
                <a:gd name="connsiteY0-82" fmla="*/ 245965 h 723357"/>
                <a:gd name="connsiteX1-83" fmla="*/ 3321301 w 5210975"/>
                <a:gd name="connsiteY1-84" fmla="*/ 17875 h 723357"/>
                <a:gd name="connsiteX2-85" fmla="*/ 5207251 w 5210975"/>
                <a:gd name="connsiteY2-86" fmla="*/ 375505 h 723357"/>
                <a:gd name="connsiteX3-87" fmla="*/ 1187701 w 5210975"/>
                <a:gd name="connsiteY3-88" fmla="*/ 695035 h 723357"/>
                <a:gd name="connsiteX4-89" fmla="*/ 86611 w 5210975"/>
                <a:gd name="connsiteY4-90" fmla="*/ 245965 h 723357"/>
                <a:gd name="connsiteX0-91" fmla="*/ 43224 w 5167588"/>
                <a:gd name="connsiteY0-92" fmla="*/ 255515 h 732907"/>
                <a:gd name="connsiteX1-93" fmla="*/ 3277914 w 5167588"/>
                <a:gd name="connsiteY1-94" fmla="*/ 27425 h 732907"/>
                <a:gd name="connsiteX2-95" fmla="*/ 5163864 w 5167588"/>
                <a:gd name="connsiteY2-96" fmla="*/ 385055 h 732907"/>
                <a:gd name="connsiteX3-97" fmla="*/ 1144314 w 5167588"/>
                <a:gd name="connsiteY3-98" fmla="*/ 704585 h 732907"/>
                <a:gd name="connsiteX4-99" fmla="*/ 43224 w 5167588"/>
                <a:gd name="connsiteY4-100" fmla="*/ 255515 h 732907"/>
                <a:gd name="connsiteX0-101" fmla="*/ 28682 w 5153046"/>
                <a:gd name="connsiteY0-102" fmla="*/ 257665 h 735057"/>
                <a:gd name="connsiteX1-103" fmla="*/ 3263372 w 5153046"/>
                <a:gd name="connsiteY1-104" fmla="*/ 29575 h 735057"/>
                <a:gd name="connsiteX2-105" fmla="*/ 5149322 w 5153046"/>
                <a:gd name="connsiteY2-106" fmla="*/ 387205 h 735057"/>
                <a:gd name="connsiteX3-107" fmla="*/ 1129772 w 5153046"/>
                <a:gd name="connsiteY3-108" fmla="*/ 706735 h 735057"/>
                <a:gd name="connsiteX4-109" fmla="*/ 28682 w 5153046"/>
                <a:gd name="connsiteY4-110" fmla="*/ 257665 h 735057"/>
                <a:gd name="connsiteX0-111" fmla="*/ 45765 w 5170129"/>
                <a:gd name="connsiteY0-112" fmla="*/ 259882 h 737274"/>
                <a:gd name="connsiteX1-113" fmla="*/ 3280455 w 5170129"/>
                <a:gd name="connsiteY1-114" fmla="*/ 31792 h 737274"/>
                <a:gd name="connsiteX2-115" fmla="*/ 5166405 w 5170129"/>
                <a:gd name="connsiteY2-116" fmla="*/ 389422 h 737274"/>
                <a:gd name="connsiteX3-117" fmla="*/ 1146855 w 5170129"/>
                <a:gd name="connsiteY3-118" fmla="*/ 708952 h 737274"/>
                <a:gd name="connsiteX4-119" fmla="*/ 45765 w 5170129"/>
                <a:gd name="connsiteY4-120" fmla="*/ 259882 h 737274"/>
                <a:gd name="connsiteX0-121" fmla="*/ 72525 w 5196889"/>
                <a:gd name="connsiteY0-122" fmla="*/ 266896 h 744288"/>
                <a:gd name="connsiteX1-123" fmla="*/ 3307215 w 5196889"/>
                <a:gd name="connsiteY1-124" fmla="*/ 38806 h 744288"/>
                <a:gd name="connsiteX2-125" fmla="*/ 5193165 w 5196889"/>
                <a:gd name="connsiteY2-126" fmla="*/ 396436 h 744288"/>
                <a:gd name="connsiteX3-127" fmla="*/ 1173615 w 5196889"/>
                <a:gd name="connsiteY3-128" fmla="*/ 715966 h 744288"/>
                <a:gd name="connsiteX4-129" fmla="*/ 72525 w 5196889"/>
                <a:gd name="connsiteY4-130" fmla="*/ 266896 h 74428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5196889" h="744288">
                  <a:moveTo>
                    <a:pt x="72525" y="266896"/>
                  </a:moveTo>
                  <a:cubicBezTo>
                    <a:pt x="344305" y="-112664"/>
                    <a:pt x="2453775" y="17216"/>
                    <a:pt x="3307215" y="38806"/>
                  </a:cubicBezTo>
                  <a:cubicBezTo>
                    <a:pt x="4160655" y="60396"/>
                    <a:pt x="5269365" y="25480"/>
                    <a:pt x="5193165" y="396436"/>
                  </a:cubicBezTo>
                  <a:cubicBezTo>
                    <a:pt x="5155065" y="851212"/>
                    <a:pt x="2027055" y="737556"/>
                    <a:pt x="1173615" y="715966"/>
                  </a:cubicBezTo>
                  <a:cubicBezTo>
                    <a:pt x="320175" y="694376"/>
                    <a:pt x="-199255" y="646456"/>
                    <a:pt x="72525" y="266896"/>
                  </a:cubicBezTo>
                  <a:close/>
                </a:path>
              </a:pathLst>
            </a:custGeom>
            <a:solidFill>
              <a:srgbClr val="B0C0F4"/>
            </a:solidFill>
            <a:ln w="66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167" name="椭圆 166"/>
            <p:cNvSpPr/>
            <p:nvPr/>
          </p:nvSpPr>
          <p:spPr>
            <a:xfrm>
              <a:off x="1544273" y="1974450"/>
              <a:ext cx="616350" cy="616350"/>
            </a:xfrm>
            <a:prstGeom prst="ellipse">
              <a:avLst/>
            </a:prstGeom>
            <a:solidFill>
              <a:srgbClr val="6887EA"/>
            </a:solidFill>
            <a:ln w="66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168" name="文本框 167"/>
            <p:cNvSpPr txBox="1"/>
            <p:nvPr/>
          </p:nvSpPr>
          <p:spPr>
            <a:xfrm>
              <a:off x="2557990" y="2111161"/>
              <a:ext cx="269250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solidFill>
                    <a:schemeClr val="bg1"/>
                  </a:solidFill>
                </a:rPr>
                <a:t>单击此处添加标题文本</a:t>
              </a:r>
              <a:endParaRPr lang="zh-CN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169" name="文本框 168"/>
            <p:cNvSpPr txBox="1"/>
            <p:nvPr/>
          </p:nvSpPr>
          <p:spPr>
            <a:xfrm>
              <a:off x="1601045" y="2050707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solidFill>
                    <a:schemeClr val="bg1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rPr>
                <a:t>01</a:t>
              </a:r>
              <a:endParaRPr lang="zh-CN" altLang="en-US" sz="2400" dirty="0">
                <a:solidFill>
                  <a:schemeClr val="bg1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838200" y="3862614"/>
            <a:ext cx="3227674" cy="1916906"/>
            <a:chOff x="838200" y="3848100"/>
            <a:chExt cx="3227674" cy="1916906"/>
          </a:xfrm>
        </p:grpSpPr>
        <p:sp>
          <p:nvSpPr>
            <p:cNvPr id="5" name="矩形: 圆角 4"/>
            <p:cNvSpPr/>
            <p:nvPr/>
          </p:nvSpPr>
          <p:spPr>
            <a:xfrm>
              <a:off x="947738" y="3848100"/>
              <a:ext cx="3118136" cy="1916906"/>
            </a:xfrm>
            <a:prstGeom prst="roundRect">
              <a:avLst>
                <a:gd name="adj" fmla="val 0"/>
              </a:avLst>
            </a:prstGeom>
            <a:solidFill>
              <a:srgbClr val="F8F8FF"/>
            </a:solidFill>
            <a:ln w="12700">
              <a:solidFill>
                <a:srgbClr val="B0C0F4"/>
              </a:solidFill>
            </a:ln>
          </p:spPr>
          <p:txBody>
            <a:bodyPr/>
            <a:lstStyle/>
            <a:p>
              <a:endParaRPr lang="zh-CN" altLang="en-US" sz="13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sym typeface="+mn-lt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1376125" y="4607672"/>
              <a:ext cx="2495550" cy="8303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10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根据自己的需要添加适当的文字，此处添加详细文本描述，建议与标题相关尽量简洁</a:t>
              </a:r>
              <a:r>
                <a:rPr lang="en-US" altLang="zh-CN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... ...</a:t>
              </a:r>
              <a:endPara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838200" y="4051620"/>
              <a:ext cx="2495551" cy="482600"/>
              <a:chOff x="838200" y="3720524"/>
              <a:chExt cx="2495551" cy="482600"/>
            </a:xfrm>
          </p:grpSpPr>
          <p:sp>
            <p:nvSpPr>
              <p:cNvPr id="10" name="矩形: 圆角 9"/>
              <p:cNvSpPr/>
              <p:nvPr/>
            </p:nvSpPr>
            <p:spPr>
              <a:xfrm>
                <a:off x="838200" y="3720524"/>
                <a:ext cx="2495551" cy="482600"/>
              </a:xfrm>
              <a:prstGeom prst="roundRect">
                <a:avLst>
                  <a:gd name="adj" fmla="val 0"/>
                </a:avLst>
              </a:prstGeom>
              <a:solidFill>
                <a:srgbClr val="B0C0F4"/>
              </a:solidFill>
              <a:ln w="6636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>
                  <a:cs typeface="+mn-ea"/>
                </a:endParaRPr>
              </a:p>
            </p:txBody>
          </p:sp>
          <p:sp>
            <p:nvSpPr>
              <p:cNvPr id="11" name="文本框 10"/>
              <p:cNvSpPr txBox="1"/>
              <p:nvPr/>
            </p:nvSpPr>
            <p:spPr>
              <a:xfrm>
                <a:off x="1339851" y="3764458"/>
                <a:ext cx="181483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b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HarmonyOS Sans SC Light" panose="00000400000000000000" pitchFamily="2" charset="-122"/>
                    <a:ea typeface="阿里巴巴普惠体 2.0 55 Regular" panose="00020600040101010101" pitchFamily="18" charset="-122"/>
                    <a:cs typeface="阿里巴巴普惠体 2.0 55 Regular" panose="00020600040101010101" pitchFamily="18" charset="-122"/>
                  </a:defRPr>
                </a:lvl1pPr>
              </a:lstStyle>
              <a:p>
                <a:r>
                  <a:rPr lang="zh-CN" altLang="en-US" dirty="0">
                    <a:solidFill>
                      <a:schemeClr val="bg1"/>
                    </a:solidFill>
                    <a:latin typeface="+mn-lt"/>
                    <a:ea typeface="+mn-ea"/>
                    <a:cs typeface="+mn-ea"/>
                    <a:sym typeface="+mn-lt"/>
                  </a:rPr>
                  <a:t>添加标题文本</a:t>
                </a:r>
                <a:endParaRPr lang="zh-CN" altLang="en-US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26" name="组合 25"/>
          <p:cNvGrpSpPr/>
          <p:nvPr/>
        </p:nvGrpSpPr>
        <p:grpSpPr>
          <a:xfrm>
            <a:off x="4427394" y="3862614"/>
            <a:ext cx="3227674" cy="1916906"/>
            <a:chOff x="838200" y="3848100"/>
            <a:chExt cx="3227674" cy="1916906"/>
          </a:xfrm>
        </p:grpSpPr>
        <p:sp>
          <p:nvSpPr>
            <p:cNvPr id="27" name="矩形: 圆角 26"/>
            <p:cNvSpPr/>
            <p:nvPr/>
          </p:nvSpPr>
          <p:spPr>
            <a:xfrm>
              <a:off x="947738" y="3848100"/>
              <a:ext cx="3118136" cy="1916906"/>
            </a:xfrm>
            <a:prstGeom prst="roundRect">
              <a:avLst>
                <a:gd name="adj" fmla="val 0"/>
              </a:avLst>
            </a:prstGeom>
            <a:solidFill>
              <a:srgbClr val="F8F8FF"/>
            </a:solidFill>
            <a:ln w="12700">
              <a:solidFill>
                <a:srgbClr val="B0C0F4"/>
              </a:solidFill>
            </a:ln>
          </p:spPr>
          <p:txBody>
            <a:bodyPr/>
            <a:lstStyle/>
            <a:p>
              <a:endParaRPr lang="zh-CN" altLang="en-US" sz="13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sym typeface="+mn-lt"/>
              </a:endParaRP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1376125" y="4607672"/>
              <a:ext cx="2495550" cy="8303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10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根据自己的需要添加适当的文字，此处添加详细文本描述，建议与标题相关尽量简洁</a:t>
              </a:r>
              <a:r>
                <a:rPr lang="en-US" altLang="zh-CN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... ...</a:t>
              </a:r>
              <a:endPara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grpSp>
          <p:nvGrpSpPr>
            <p:cNvPr id="29" name="组合 28"/>
            <p:cNvGrpSpPr/>
            <p:nvPr/>
          </p:nvGrpSpPr>
          <p:grpSpPr>
            <a:xfrm>
              <a:off x="838200" y="4051620"/>
              <a:ext cx="2495551" cy="482600"/>
              <a:chOff x="838200" y="3720524"/>
              <a:chExt cx="2495551" cy="482600"/>
            </a:xfrm>
          </p:grpSpPr>
          <p:sp>
            <p:nvSpPr>
              <p:cNvPr id="30" name="矩形: 圆角 29"/>
              <p:cNvSpPr/>
              <p:nvPr/>
            </p:nvSpPr>
            <p:spPr>
              <a:xfrm>
                <a:off x="838200" y="3720524"/>
                <a:ext cx="2495551" cy="482600"/>
              </a:xfrm>
              <a:prstGeom prst="roundRect">
                <a:avLst>
                  <a:gd name="adj" fmla="val 0"/>
                </a:avLst>
              </a:prstGeom>
              <a:solidFill>
                <a:srgbClr val="6887EA"/>
              </a:solidFill>
              <a:ln w="6636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>
                  <a:solidFill>
                    <a:schemeClr val="tx1"/>
                  </a:solidFill>
                  <a:cs typeface="+mn-ea"/>
                </a:endParaRPr>
              </a:p>
            </p:txBody>
          </p:sp>
          <p:sp>
            <p:nvSpPr>
              <p:cNvPr id="31" name="文本框 30"/>
              <p:cNvSpPr txBox="1"/>
              <p:nvPr/>
            </p:nvSpPr>
            <p:spPr>
              <a:xfrm>
                <a:off x="1339851" y="3764458"/>
                <a:ext cx="181483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b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HarmonyOS Sans SC Light" panose="00000400000000000000" pitchFamily="2" charset="-122"/>
                    <a:ea typeface="阿里巴巴普惠体 2.0 55 Regular" panose="00020600040101010101" pitchFamily="18" charset="-122"/>
                    <a:cs typeface="阿里巴巴普惠体 2.0 55 Regular" panose="00020600040101010101" pitchFamily="18" charset="-122"/>
                  </a:defRPr>
                </a:lvl1pPr>
              </a:lstStyle>
              <a:p>
                <a:r>
                  <a:rPr lang="zh-CN" altLang="en-US" dirty="0">
                    <a:solidFill>
                      <a:schemeClr val="bg1"/>
                    </a:solidFill>
                    <a:latin typeface="+mn-lt"/>
                    <a:ea typeface="+mn-ea"/>
                    <a:cs typeface="+mn-ea"/>
                    <a:sym typeface="+mn-lt"/>
                  </a:rPr>
                  <a:t>添加标题文本</a:t>
                </a:r>
                <a:endParaRPr lang="zh-CN" altLang="en-US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32" name="组合 31"/>
          <p:cNvGrpSpPr/>
          <p:nvPr/>
        </p:nvGrpSpPr>
        <p:grpSpPr>
          <a:xfrm>
            <a:off x="8016588" y="3862614"/>
            <a:ext cx="3227674" cy="1916906"/>
            <a:chOff x="838200" y="3848100"/>
            <a:chExt cx="3227674" cy="1916906"/>
          </a:xfrm>
        </p:grpSpPr>
        <p:sp>
          <p:nvSpPr>
            <p:cNvPr id="33" name="矩形: 圆角 32"/>
            <p:cNvSpPr/>
            <p:nvPr/>
          </p:nvSpPr>
          <p:spPr>
            <a:xfrm>
              <a:off x="947738" y="3848100"/>
              <a:ext cx="3118136" cy="1916906"/>
            </a:xfrm>
            <a:prstGeom prst="roundRect">
              <a:avLst>
                <a:gd name="adj" fmla="val 0"/>
              </a:avLst>
            </a:prstGeom>
            <a:solidFill>
              <a:srgbClr val="F8F8FF"/>
            </a:solidFill>
            <a:ln w="12700">
              <a:solidFill>
                <a:srgbClr val="B0C0F4"/>
              </a:solidFill>
            </a:ln>
          </p:spPr>
          <p:txBody>
            <a:bodyPr/>
            <a:lstStyle/>
            <a:p>
              <a:endParaRPr lang="zh-CN" altLang="en-US" sz="13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sym typeface="+mn-lt"/>
              </a:endParaRPr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1376125" y="4607672"/>
              <a:ext cx="2495550" cy="8303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10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根据自己的需要添加适当的文字，此处添加详细文本描述，建议与标题相关尽量简洁</a:t>
              </a:r>
              <a:r>
                <a:rPr lang="en-US" altLang="zh-CN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... ...</a:t>
              </a:r>
              <a:endPara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grpSp>
          <p:nvGrpSpPr>
            <p:cNvPr id="35" name="组合 34"/>
            <p:cNvGrpSpPr/>
            <p:nvPr/>
          </p:nvGrpSpPr>
          <p:grpSpPr>
            <a:xfrm>
              <a:off x="838200" y="4051620"/>
              <a:ext cx="2495551" cy="482600"/>
              <a:chOff x="838200" y="3720524"/>
              <a:chExt cx="2495551" cy="482600"/>
            </a:xfrm>
          </p:grpSpPr>
          <p:sp>
            <p:nvSpPr>
              <p:cNvPr id="36" name="矩形: 圆角 35"/>
              <p:cNvSpPr/>
              <p:nvPr/>
            </p:nvSpPr>
            <p:spPr>
              <a:xfrm>
                <a:off x="838200" y="3720524"/>
                <a:ext cx="2495551" cy="482600"/>
              </a:xfrm>
              <a:prstGeom prst="roundRect">
                <a:avLst>
                  <a:gd name="adj" fmla="val 0"/>
                </a:avLst>
              </a:prstGeom>
              <a:solidFill>
                <a:srgbClr val="B0C0F4"/>
              </a:solidFill>
              <a:ln w="6636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 dirty="0">
                  <a:cs typeface="+mn-ea"/>
                </a:endParaRPr>
              </a:p>
            </p:txBody>
          </p:sp>
          <p:sp>
            <p:nvSpPr>
              <p:cNvPr id="37" name="文本框 36"/>
              <p:cNvSpPr txBox="1"/>
              <p:nvPr/>
            </p:nvSpPr>
            <p:spPr>
              <a:xfrm>
                <a:off x="1339851" y="3764458"/>
                <a:ext cx="181483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b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HarmonyOS Sans SC Light" panose="00000400000000000000" pitchFamily="2" charset="-122"/>
                    <a:ea typeface="阿里巴巴普惠体 2.0 55 Regular" panose="00020600040101010101" pitchFamily="18" charset="-122"/>
                    <a:cs typeface="阿里巴巴普惠体 2.0 55 Regular" panose="00020600040101010101" pitchFamily="18" charset="-122"/>
                  </a:defRPr>
                </a:lvl1pPr>
              </a:lstStyle>
              <a:p>
                <a:r>
                  <a:rPr lang="zh-CN" altLang="en-US" dirty="0">
                    <a:solidFill>
                      <a:schemeClr val="bg1"/>
                    </a:solidFill>
                    <a:latin typeface="+mn-lt"/>
                    <a:ea typeface="+mn-ea"/>
                    <a:cs typeface="+mn-ea"/>
                    <a:sym typeface="+mn-lt"/>
                  </a:rPr>
                  <a:t>添加标题文本</a:t>
                </a:r>
                <a:endParaRPr lang="zh-CN" altLang="en-US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41" name="组合 40"/>
          <p:cNvGrpSpPr/>
          <p:nvPr/>
        </p:nvGrpSpPr>
        <p:grpSpPr>
          <a:xfrm>
            <a:off x="1599391" y="1438502"/>
            <a:ext cx="1814830" cy="1868602"/>
            <a:chOff x="1599391" y="1233488"/>
            <a:chExt cx="1814830" cy="1868602"/>
          </a:xfrm>
        </p:grpSpPr>
        <p:sp>
          <p:nvSpPr>
            <p:cNvPr id="38" name="椭圆 37"/>
            <p:cNvSpPr/>
            <p:nvPr/>
          </p:nvSpPr>
          <p:spPr>
            <a:xfrm>
              <a:off x="1858931" y="1233488"/>
              <a:ext cx="1295750" cy="1295750"/>
            </a:xfrm>
            <a:prstGeom prst="ellipse">
              <a:avLst/>
            </a:prstGeom>
            <a:solidFill>
              <a:srgbClr val="F8F8FF"/>
            </a:solidFill>
            <a:ln w="12700">
              <a:solidFill>
                <a:srgbClr val="B0C0F4"/>
              </a:solidFill>
            </a:ln>
          </p:spPr>
          <p:txBody>
            <a:bodyPr/>
            <a:lstStyle/>
            <a:p>
              <a:endParaRPr lang="zh-CN" altLang="en-US" sz="13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9" name="Oval 37+"/>
            <p:cNvSpPr/>
            <p:nvPr/>
          </p:nvSpPr>
          <p:spPr>
            <a:xfrm>
              <a:off x="1994187" y="1368744"/>
              <a:ext cx="1025238" cy="1025238"/>
            </a:xfrm>
            <a:prstGeom prst="ellipse">
              <a:avLst/>
            </a:prstGeom>
            <a:solidFill>
              <a:srgbClr val="B0C0F4"/>
            </a:solidFill>
            <a:ln w="66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1599391" y="2732758"/>
              <a:ext cx="18148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添加标题文本</a:t>
              </a:r>
              <a:endPara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5188585" y="1438502"/>
            <a:ext cx="1814830" cy="1868602"/>
            <a:chOff x="1599391" y="1233488"/>
            <a:chExt cx="1814830" cy="1868602"/>
          </a:xfrm>
        </p:grpSpPr>
        <p:sp>
          <p:nvSpPr>
            <p:cNvPr id="43" name="椭圆 42"/>
            <p:cNvSpPr/>
            <p:nvPr/>
          </p:nvSpPr>
          <p:spPr>
            <a:xfrm>
              <a:off x="1858931" y="1233488"/>
              <a:ext cx="1295750" cy="1295750"/>
            </a:xfrm>
            <a:prstGeom prst="ellipse">
              <a:avLst/>
            </a:prstGeom>
            <a:solidFill>
              <a:srgbClr val="F8F8FF"/>
            </a:solidFill>
            <a:ln w="12700">
              <a:solidFill>
                <a:srgbClr val="B0C0F4"/>
              </a:solidFill>
            </a:ln>
          </p:spPr>
          <p:txBody>
            <a:bodyPr/>
            <a:lstStyle/>
            <a:p>
              <a:endParaRPr lang="zh-CN" altLang="en-US" sz="13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4" name="Oval 37+"/>
            <p:cNvSpPr/>
            <p:nvPr/>
          </p:nvSpPr>
          <p:spPr>
            <a:xfrm>
              <a:off x="1994187" y="1368744"/>
              <a:ext cx="1025238" cy="1025238"/>
            </a:xfrm>
            <a:prstGeom prst="ellipse">
              <a:avLst/>
            </a:prstGeom>
            <a:solidFill>
              <a:srgbClr val="6887EA"/>
            </a:solidFill>
            <a:ln w="66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solidFill>
                  <a:schemeClr val="tx1"/>
                </a:solidFill>
                <a:cs typeface="+mn-ea"/>
              </a:endParaRPr>
            </a:p>
          </p:txBody>
        </p:sp>
        <p:sp>
          <p:nvSpPr>
            <p:cNvPr id="45" name="文本框 44"/>
            <p:cNvSpPr txBox="1"/>
            <p:nvPr/>
          </p:nvSpPr>
          <p:spPr>
            <a:xfrm>
              <a:off x="1599391" y="2732758"/>
              <a:ext cx="18148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添加标题文本</a:t>
              </a:r>
              <a:endPara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8777779" y="1438502"/>
            <a:ext cx="1814830" cy="1868602"/>
            <a:chOff x="1599391" y="1233488"/>
            <a:chExt cx="1814830" cy="1868602"/>
          </a:xfrm>
        </p:grpSpPr>
        <p:sp>
          <p:nvSpPr>
            <p:cNvPr id="47" name="椭圆 46"/>
            <p:cNvSpPr/>
            <p:nvPr/>
          </p:nvSpPr>
          <p:spPr>
            <a:xfrm>
              <a:off x="1858931" y="1233488"/>
              <a:ext cx="1295750" cy="1295750"/>
            </a:xfrm>
            <a:prstGeom prst="ellipse">
              <a:avLst/>
            </a:prstGeom>
            <a:solidFill>
              <a:srgbClr val="F8F8FF"/>
            </a:solidFill>
            <a:ln w="12700">
              <a:solidFill>
                <a:srgbClr val="B0C0F4"/>
              </a:solidFill>
            </a:ln>
          </p:spPr>
          <p:txBody>
            <a:bodyPr/>
            <a:lstStyle/>
            <a:p>
              <a:endParaRPr lang="zh-CN" altLang="en-US" sz="13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8" name="Oval 37+"/>
            <p:cNvSpPr/>
            <p:nvPr/>
          </p:nvSpPr>
          <p:spPr>
            <a:xfrm>
              <a:off x="1994187" y="1368744"/>
              <a:ext cx="1025238" cy="1025238"/>
            </a:xfrm>
            <a:prstGeom prst="ellipse">
              <a:avLst/>
            </a:prstGeom>
            <a:solidFill>
              <a:srgbClr val="B0C0F4"/>
            </a:solidFill>
            <a:ln w="66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1599391" y="2732758"/>
              <a:ext cx="18148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添加标题文本</a:t>
              </a:r>
              <a:endPara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62" name="图形 50" descr="日程表 纯色填充"/>
          <p:cNvGrpSpPr/>
          <p:nvPr/>
        </p:nvGrpSpPr>
        <p:grpSpPr>
          <a:xfrm>
            <a:off x="9482417" y="1879927"/>
            <a:ext cx="405554" cy="405554"/>
            <a:chOff x="9361344" y="1502094"/>
            <a:chExt cx="647700" cy="647700"/>
          </a:xfrm>
          <a:solidFill>
            <a:schemeClr val="bg1"/>
          </a:solidFill>
        </p:grpSpPr>
        <p:sp>
          <p:nvSpPr>
            <p:cNvPr id="63" name="任意多边形: 形状 62"/>
            <p:cNvSpPr/>
            <p:nvPr/>
          </p:nvSpPr>
          <p:spPr>
            <a:xfrm>
              <a:off x="9475644" y="1502094"/>
              <a:ext cx="57150" cy="114300"/>
            </a:xfrm>
            <a:custGeom>
              <a:avLst/>
              <a:gdLst>
                <a:gd name="connsiteX0" fmla="*/ 28575 w 57150"/>
                <a:gd name="connsiteY0" fmla="*/ 114300 h 114300"/>
                <a:gd name="connsiteX1" fmla="*/ 57150 w 57150"/>
                <a:gd name="connsiteY1" fmla="*/ 85725 h 114300"/>
                <a:gd name="connsiteX2" fmla="*/ 57150 w 57150"/>
                <a:gd name="connsiteY2" fmla="*/ 28575 h 114300"/>
                <a:gd name="connsiteX3" fmla="*/ 28575 w 57150"/>
                <a:gd name="connsiteY3" fmla="*/ 0 h 114300"/>
                <a:gd name="connsiteX4" fmla="*/ 0 w 57150"/>
                <a:gd name="connsiteY4" fmla="*/ 28575 h 114300"/>
                <a:gd name="connsiteX5" fmla="*/ 0 w 57150"/>
                <a:gd name="connsiteY5" fmla="*/ 85725 h 114300"/>
                <a:gd name="connsiteX6" fmla="*/ 28575 w 57150"/>
                <a:gd name="connsiteY6" fmla="*/ 114300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150" h="114300">
                  <a:moveTo>
                    <a:pt x="28575" y="114300"/>
                  </a:moveTo>
                  <a:cubicBezTo>
                    <a:pt x="44768" y="114300"/>
                    <a:pt x="57150" y="101918"/>
                    <a:pt x="57150" y="85725"/>
                  </a:cubicBezTo>
                  <a:lnTo>
                    <a:pt x="57150" y="28575"/>
                  </a:lnTo>
                  <a:cubicBezTo>
                    <a:pt x="57150" y="12383"/>
                    <a:pt x="44768" y="0"/>
                    <a:pt x="28575" y="0"/>
                  </a:cubicBezTo>
                  <a:cubicBezTo>
                    <a:pt x="12382" y="0"/>
                    <a:pt x="0" y="12383"/>
                    <a:pt x="0" y="28575"/>
                  </a:cubicBezTo>
                  <a:lnTo>
                    <a:pt x="0" y="85725"/>
                  </a:lnTo>
                  <a:cubicBezTo>
                    <a:pt x="0" y="101918"/>
                    <a:pt x="12382" y="114300"/>
                    <a:pt x="28575" y="11430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4" name="任意多边形: 形状 63"/>
            <p:cNvSpPr/>
            <p:nvPr/>
          </p:nvSpPr>
          <p:spPr>
            <a:xfrm>
              <a:off x="9361344" y="1730694"/>
              <a:ext cx="647700" cy="419100"/>
            </a:xfrm>
            <a:custGeom>
              <a:avLst/>
              <a:gdLst>
                <a:gd name="connsiteX0" fmla="*/ 57150 w 647700"/>
                <a:gd name="connsiteY0" fmla="*/ 285750 h 419100"/>
                <a:gd name="connsiteX1" fmla="*/ 209550 w 647700"/>
                <a:gd name="connsiteY1" fmla="*/ 285750 h 419100"/>
                <a:gd name="connsiteX2" fmla="*/ 209550 w 647700"/>
                <a:gd name="connsiteY2" fmla="*/ 361950 h 419100"/>
                <a:gd name="connsiteX3" fmla="*/ 57150 w 647700"/>
                <a:gd name="connsiteY3" fmla="*/ 361950 h 419100"/>
                <a:gd name="connsiteX4" fmla="*/ 57150 w 647700"/>
                <a:gd name="connsiteY4" fmla="*/ 285750 h 419100"/>
                <a:gd name="connsiteX5" fmla="*/ 57150 w 647700"/>
                <a:gd name="connsiteY5" fmla="*/ 171450 h 419100"/>
                <a:gd name="connsiteX6" fmla="*/ 209550 w 647700"/>
                <a:gd name="connsiteY6" fmla="*/ 171450 h 419100"/>
                <a:gd name="connsiteX7" fmla="*/ 209550 w 647700"/>
                <a:gd name="connsiteY7" fmla="*/ 247650 h 419100"/>
                <a:gd name="connsiteX8" fmla="*/ 57150 w 647700"/>
                <a:gd name="connsiteY8" fmla="*/ 247650 h 419100"/>
                <a:gd name="connsiteX9" fmla="*/ 57150 w 647700"/>
                <a:gd name="connsiteY9" fmla="*/ 171450 h 419100"/>
                <a:gd name="connsiteX10" fmla="*/ 57150 w 647700"/>
                <a:gd name="connsiteY10" fmla="*/ 57150 h 419100"/>
                <a:gd name="connsiteX11" fmla="*/ 209550 w 647700"/>
                <a:gd name="connsiteY11" fmla="*/ 57150 h 419100"/>
                <a:gd name="connsiteX12" fmla="*/ 209550 w 647700"/>
                <a:gd name="connsiteY12" fmla="*/ 133350 h 419100"/>
                <a:gd name="connsiteX13" fmla="*/ 57150 w 647700"/>
                <a:gd name="connsiteY13" fmla="*/ 133350 h 419100"/>
                <a:gd name="connsiteX14" fmla="*/ 57150 w 647700"/>
                <a:gd name="connsiteY14" fmla="*/ 57150 h 419100"/>
                <a:gd name="connsiteX15" fmla="*/ 400050 w 647700"/>
                <a:gd name="connsiteY15" fmla="*/ 57150 h 419100"/>
                <a:gd name="connsiteX16" fmla="*/ 400050 w 647700"/>
                <a:gd name="connsiteY16" fmla="*/ 133350 h 419100"/>
                <a:gd name="connsiteX17" fmla="*/ 247650 w 647700"/>
                <a:gd name="connsiteY17" fmla="*/ 133350 h 419100"/>
                <a:gd name="connsiteX18" fmla="*/ 247650 w 647700"/>
                <a:gd name="connsiteY18" fmla="*/ 57150 h 419100"/>
                <a:gd name="connsiteX19" fmla="*/ 400050 w 647700"/>
                <a:gd name="connsiteY19" fmla="*/ 57150 h 419100"/>
                <a:gd name="connsiteX20" fmla="*/ 590550 w 647700"/>
                <a:gd name="connsiteY20" fmla="*/ 57150 h 419100"/>
                <a:gd name="connsiteX21" fmla="*/ 590550 w 647700"/>
                <a:gd name="connsiteY21" fmla="*/ 133350 h 419100"/>
                <a:gd name="connsiteX22" fmla="*/ 438150 w 647700"/>
                <a:gd name="connsiteY22" fmla="*/ 133350 h 419100"/>
                <a:gd name="connsiteX23" fmla="*/ 438150 w 647700"/>
                <a:gd name="connsiteY23" fmla="*/ 57150 h 419100"/>
                <a:gd name="connsiteX24" fmla="*/ 590550 w 647700"/>
                <a:gd name="connsiteY24" fmla="*/ 57150 h 419100"/>
                <a:gd name="connsiteX25" fmla="*/ 590550 w 647700"/>
                <a:gd name="connsiteY25" fmla="*/ 247650 h 419100"/>
                <a:gd name="connsiteX26" fmla="*/ 438150 w 647700"/>
                <a:gd name="connsiteY26" fmla="*/ 247650 h 419100"/>
                <a:gd name="connsiteX27" fmla="*/ 438150 w 647700"/>
                <a:gd name="connsiteY27" fmla="*/ 171450 h 419100"/>
                <a:gd name="connsiteX28" fmla="*/ 590550 w 647700"/>
                <a:gd name="connsiteY28" fmla="*/ 171450 h 419100"/>
                <a:gd name="connsiteX29" fmla="*/ 590550 w 647700"/>
                <a:gd name="connsiteY29" fmla="*/ 247650 h 419100"/>
                <a:gd name="connsiteX30" fmla="*/ 590550 w 647700"/>
                <a:gd name="connsiteY30" fmla="*/ 361950 h 419100"/>
                <a:gd name="connsiteX31" fmla="*/ 438150 w 647700"/>
                <a:gd name="connsiteY31" fmla="*/ 361950 h 419100"/>
                <a:gd name="connsiteX32" fmla="*/ 438150 w 647700"/>
                <a:gd name="connsiteY32" fmla="*/ 285750 h 419100"/>
                <a:gd name="connsiteX33" fmla="*/ 590550 w 647700"/>
                <a:gd name="connsiteY33" fmla="*/ 285750 h 419100"/>
                <a:gd name="connsiteX34" fmla="*/ 590550 w 647700"/>
                <a:gd name="connsiteY34" fmla="*/ 361950 h 419100"/>
                <a:gd name="connsiteX35" fmla="*/ 247650 w 647700"/>
                <a:gd name="connsiteY35" fmla="*/ 247650 h 419100"/>
                <a:gd name="connsiteX36" fmla="*/ 247650 w 647700"/>
                <a:gd name="connsiteY36" fmla="*/ 171450 h 419100"/>
                <a:gd name="connsiteX37" fmla="*/ 400050 w 647700"/>
                <a:gd name="connsiteY37" fmla="*/ 171450 h 419100"/>
                <a:gd name="connsiteX38" fmla="*/ 400050 w 647700"/>
                <a:gd name="connsiteY38" fmla="*/ 247650 h 419100"/>
                <a:gd name="connsiteX39" fmla="*/ 247650 w 647700"/>
                <a:gd name="connsiteY39" fmla="*/ 247650 h 419100"/>
                <a:gd name="connsiteX40" fmla="*/ 247650 w 647700"/>
                <a:gd name="connsiteY40" fmla="*/ 361950 h 419100"/>
                <a:gd name="connsiteX41" fmla="*/ 247650 w 647700"/>
                <a:gd name="connsiteY41" fmla="*/ 285750 h 419100"/>
                <a:gd name="connsiteX42" fmla="*/ 400050 w 647700"/>
                <a:gd name="connsiteY42" fmla="*/ 285750 h 419100"/>
                <a:gd name="connsiteX43" fmla="*/ 400050 w 647700"/>
                <a:gd name="connsiteY43" fmla="*/ 361950 h 419100"/>
                <a:gd name="connsiteX44" fmla="*/ 247650 w 647700"/>
                <a:gd name="connsiteY44" fmla="*/ 361950 h 419100"/>
                <a:gd name="connsiteX45" fmla="*/ 0 w 647700"/>
                <a:gd name="connsiteY45" fmla="*/ 419100 h 419100"/>
                <a:gd name="connsiteX46" fmla="*/ 647700 w 647700"/>
                <a:gd name="connsiteY46" fmla="*/ 419100 h 419100"/>
                <a:gd name="connsiteX47" fmla="*/ 647700 w 647700"/>
                <a:gd name="connsiteY47" fmla="*/ 0 h 419100"/>
                <a:gd name="connsiteX48" fmla="*/ 0 w 647700"/>
                <a:gd name="connsiteY48" fmla="*/ 0 h 419100"/>
                <a:gd name="connsiteX49" fmla="*/ 0 w 647700"/>
                <a:gd name="connsiteY49" fmla="*/ 419100 h 419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647700" h="419100">
                  <a:moveTo>
                    <a:pt x="57150" y="285750"/>
                  </a:moveTo>
                  <a:lnTo>
                    <a:pt x="209550" y="285750"/>
                  </a:lnTo>
                  <a:lnTo>
                    <a:pt x="209550" y="361950"/>
                  </a:lnTo>
                  <a:lnTo>
                    <a:pt x="57150" y="361950"/>
                  </a:lnTo>
                  <a:lnTo>
                    <a:pt x="57150" y="285750"/>
                  </a:lnTo>
                  <a:close/>
                  <a:moveTo>
                    <a:pt x="57150" y="171450"/>
                  </a:moveTo>
                  <a:lnTo>
                    <a:pt x="209550" y="171450"/>
                  </a:lnTo>
                  <a:lnTo>
                    <a:pt x="209550" y="247650"/>
                  </a:lnTo>
                  <a:lnTo>
                    <a:pt x="57150" y="247650"/>
                  </a:lnTo>
                  <a:lnTo>
                    <a:pt x="57150" y="171450"/>
                  </a:lnTo>
                  <a:close/>
                  <a:moveTo>
                    <a:pt x="57150" y="57150"/>
                  </a:moveTo>
                  <a:lnTo>
                    <a:pt x="209550" y="57150"/>
                  </a:lnTo>
                  <a:lnTo>
                    <a:pt x="209550" y="133350"/>
                  </a:lnTo>
                  <a:lnTo>
                    <a:pt x="57150" y="133350"/>
                  </a:lnTo>
                  <a:lnTo>
                    <a:pt x="57150" y="57150"/>
                  </a:lnTo>
                  <a:close/>
                  <a:moveTo>
                    <a:pt x="400050" y="57150"/>
                  </a:moveTo>
                  <a:lnTo>
                    <a:pt x="400050" y="133350"/>
                  </a:lnTo>
                  <a:lnTo>
                    <a:pt x="247650" y="133350"/>
                  </a:lnTo>
                  <a:lnTo>
                    <a:pt x="247650" y="57150"/>
                  </a:lnTo>
                  <a:lnTo>
                    <a:pt x="400050" y="57150"/>
                  </a:lnTo>
                  <a:close/>
                  <a:moveTo>
                    <a:pt x="590550" y="57150"/>
                  </a:moveTo>
                  <a:lnTo>
                    <a:pt x="590550" y="133350"/>
                  </a:lnTo>
                  <a:lnTo>
                    <a:pt x="438150" y="133350"/>
                  </a:lnTo>
                  <a:lnTo>
                    <a:pt x="438150" y="57150"/>
                  </a:lnTo>
                  <a:lnTo>
                    <a:pt x="590550" y="57150"/>
                  </a:lnTo>
                  <a:close/>
                  <a:moveTo>
                    <a:pt x="590550" y="247650"/>
                  </a:moveTo>
                  <a:lnTo>
                    <a:pt x="438150" y="247650"/>
                  </a:lnTo>
                  <a:lnTo>
                    <a:pt x="438150" y="171450"/>
                  </a:lnTo>
                  <a:lnTo>
                    <a:pt x="590550" y="171450"/>
                  </a:lnTo>
                  <a:lnTo>
                    <a:pt x="590550" y="247650"/>
                  </a:lnTo>
                  <a:close/>
                  <a:moveTo>
                    <a:pt x="590550" y="361950"/>
                  </a:moveTo>
                  <a:lnTo>
                    <a:pt x="438150" y="361950"/>
                  </a:lnTo>
                  <a:lnTo>
                    <a:pt x="438150" y="285750"/>
                  </a:lnTo>
                  <a:lnTo>
                    <a:pt x="590550" y="285750"/>
                  </a:lnTo>
                  <a:lnTo>
                    <a:pt x="590550" y="361950"/>
                  </a:lnTo>
                  <a:close/>
                  <a:moveTo>
                    <a:pt x="247650" y="247650"/>
                  </a:moveTo>
                  <a:lnTo>
                    <a:pt x="247650" y="171450"/>
                  </a:lnTo>
                  <a:lnTo>
                    <a:pt x="400050" y="171450"/>
                  </a:lnTo>
                  <a:lnTo>
                    <a:pt x="400050" y="247650"/>
                  </a:lnTo>
                  <a:lnTo>
                    <a:pt x="247650" y="247650"/>
                  </a:lnTo>
                  <a:close/>
                  <a:moveTo>
                    <a:pt x="247650" y="361950"/>
                  </a:moveTo>
                  <a:lnTo>
                    <a:pt x="247650" y="285750"/>
                  </a:lnTo>
                  <a:lnTo>
                    <a:pt x="400050" y="285750"/>
                  </a:lnTo>
                  <a:lnTo>
                    <a:pt x="400050" y="361950"/>
                  </a:lnTo>
                  <a:lnTo>
                    <a:pt x="247650" y="361950"/>
                  </a:lnTo>
                  <a:close/>
                  <a:moveTo>
                    <a:pt x="0" y="419100"/>
                  </a:moveTo>
                  <a:lnTo>
                    <a:pt x="647700" y="419100"/>
                  </a:lnTo>
                  <a:lnTo>
                    <a:pt x="647700" y="0"/>
                  </a:lnTo>
                  <a:lnTo>
                    <a:pt x="0" y="0"/>
                  </a:lnTo>
                  <a:lnTo>
                    <a:pt x="0" y="41910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5" name="任意多边形: 形状 64"/>
            <p:cNvSpPr/>
            <p:nvPr/>
          </p:nvSpPr>
          <p:spPr>
            <a:xfrm>
              <a:off x="9837594" y="1502094"/>
              <a:ext cx="57150" cy="114300"/>
            </a:xfrm>
            <a:custGeom>
              <a:avLst/>
              <a:gdLst>
                <a:gd name="connsiteX0" fmla="*/ 28575 w 57150"/>
                <a:gd name="connsiteY0" fmla="*/ 114300 h 114300"/>
                <a:gd name="connsiteX1" fmla="*/ 57150 w 57150"/>
                <a:gd name="connsiteY1" fmla="*/ 85725 h 114300"/>
                <a:gd name="connsiteX2" fmla="*/ 57150 w 57150"/>
                <a:gd name="connsiteY2" fmla="*/ 28575 h 114300"/>
                <a:gd name="connsiteX3" fmla="*/ 28575 w 57150"/>
                <a:gd name="connsiteY3" fmla="*/ 0 h 114300"/>
                <a:gd name="connsiteX4" fmla="*/ 0 w 57150"/>
                <a:gd name="connsiteY4" fmla="*/ 28575 h 114300"/>
                <a:gd name="connsiteX5" fmla="*/ 0 w 57150"/>
                <a:gd name="connsiteY5" fmla="*/ 85725 h 114300"/>
                <a:gd name="connsiteX6" fmla="*/ 28575 w 57150"/>
                <a:gd name="connsiteY6" fmla="*/ 114300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150" h="114300">
                  <a:moveTo>
                    <a:pt x="28575" y="114300"/>
                  </a:moveTo>
                  <a:cubicBezTo>
                    <a:pt x="44767" y="114300"/>
                    <a:pt x="57150" y="101918"/>
                    <a:pt x="57150" y="85725"/>
                  </a:cubicBezTo>
                  <a:lnTo>
                    <a:pt x="57150" y="28575"/>
                  </a:lnTo>
                  <a:cubicBezTo>
                    <a:pt x="57150" y="12383"/>
                    <a:pt x="44767" y="0"/>
                    <a:pt x="28575" y="0"/>
                  </a:cubicBezTo>
                  <a:cubicBezTo>
                    <a:pt x="12383" y="0"/>
                    <a:pt x="0" y="12383"/>
                    <a:pt x="0" y="28575"/>
                  </a:cubicBezTo>
                  <a:lnTo>
                    <a:pt x="0" y="85725"/>
                  </a:lnTo>
                  <a:cubicBezTo>
                    <a:pt x="0" y="101918"/>
                    <a:pt x="12383" y="114300"/>
                    <a:pt x="28575" y="11430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6" name="任意多边形: 形状 65"/>
            <p:cNvSpPr/>
            <p:nvPr/>
          </p:nvSpPr>
          <p:spPr>
            <a:xfrm>
              <a:off x="9361344" y="1559244"/>
              <a:ext cx="647700" cy="133350"/>
            </a:xfrm>
            <a:custGeom>
              <a:avLst/>
              <a:gdLst>
                <a:gd name="connsiteX0" fmla="*/ 571500 w 647700"/>
                <a:gd name="connsiteY0" fmla="*/ 0 h 133350"/>
                <a:gd name="connsiteX1" fmla="*/ 571500 w 647700"/>
                <a:gd name="connsiteY1" fmla="*/ 28575 h 133350"/>
                <a:gd name="connsiteX2" fmla="*/ 504825 w 647700"/>
                <a:gd name="connsiteY2" fmla="*/ 95250 h 133350"/>
                <a:gd name="connsiteX3" fmla="*/ 438150 w 647700"/>
                <a:gd name="connsiteY3" fmla="*/ 28575 h 133350"/>
                <a:gd name="connsiteX4" fmla="*/ 438150 w 647700"/>
                <a:gd name="connsiteY4" fmla="*/ 0 h 133350"/>
                <a:gd name="connsiteX5" fmla="*/ 209550 w 647700"/>
                <a:gd name="connsiteY5" fmla="*/ 0 h 133350"/>
                <a:gd name="connsiteX6" fmla="*/ 209550 w 647700"/>
                <a:gd name="connsiteY6" fmla="*/ 28575 h 133350"/>
                <a:gd name="connsiteX7" fmla="*/ 142875 w 647700"/>
                <a:gd name="connsiteY7" fmla="*/ 95250 h 133350"/>
                <a:gd name="connsiteX8" fmla="*/ 76200 w 647700"/>
                <a:gd name="connsiteY8" fmla="*/ 28575 h 133350"/>
                <a:gd name="connsiteX9" fmla="*/ 76200 w 647700"/>
                <a:gd name="connsiteY9" fmla="*/ 0 h 133350"/>
                <a:gd name="connsiteX10" fmla="*/ 0 w 647700"/>
                <a:gd name="connsiteY10" fmla="*/ 0 h 133350"/>
                <a:gd name="connsiteX11" fmla="*/ 0 w 647700"/>
                <a:gd name="connsiteY11" fmla="*/ 133350 h 133350"/>
                <a:gd name="connsiteX12" fmla="*/ 647700 w 647700"/>
                <a:gd name="connsiteY12" fmla="*/ 133350 h 133350"/>
                <a:gd name="connsiteX13" fmla="*/ 647700 w 647700"/>
                <a:gd name="connsiteY13" fmla="*/ 0 h 133350"/>
                <a:gd name="connsiteX14" fmla="*/ 571500 w 647700"/>
                <a:gd name="connsiteY14" fmla="*/ 0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47700" h="133350">
                  <a:moveTo>
                    <a:pt x="571500" y="0"/>
                  </a:moveTo>
                  <a:lnTo>
                    <a:pt x="571500" y="28575"/>
                  </a:lnTo>
                  <a:cubicBezTo>
                    <a:pt x="571500" y="65723"/>
                    <a:pt x="541973" y="95250"/>
                    <a:pt x="504825" y="95250"/>
                  </a:cubicBezTo>
                  <a:cubicBezTo>
                    <a:pt x="467678" y="95250"/>
                    <a:pt x="438150" y="65723"/>
                    <a:pt x="438150" y="28575"/>
                  </a:cubicBezTo>
                  <a:lnTo>
                    <a:pt x="438150" y="0"/>
                  </a:lnTo>
                  <a:lnTo>
                    <a:pt x="209550" y="0"/>
                  </a:lnTo>
                  <a:lnTo>
                    <a:pt x="209550" y="28575"/>
                  </a:lnTo>
                  <a:cubicBezTo>
                    <a:pt x="209550" y="65723"/>
                    <a:pt x="180023" y="95250"/>
                    <a:pt x="142875" y="95250"/>
                  </a:cubicBezTo>
                  <a:cubicBezTo>
                    <a:pt x="105728" y="95250"/>
                    <a:pt x="76200" y="65723"/>
                    <a:pt x="76200" y="28575"/>
                  </a:cubicBezTo>
                  <a:lnTo>
                    <a:pt x="76200" y="0"/>
                  </a:lnTo>
                  <a:lnTo>
                    <a:pt x="0" y="0"/>
                  </a:lnTo>
                  <a:lnTo>
                    <a:pt x="0" y="133350"/>
                  </a:lnTo>
                  <a:lnTo>
                    <a:pt x="647700" y="133350"/>
                  </a:lnTo>
                  <a:lnTo>
                    <a:pt x="647700" y="0"/>
                  </a:lnTo>
                  <a:lnTo>
                    <a:pt x="57150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56" name="图形 52" descr="雇员徽章 纯色填充"/>
          <p:cNvGrpSpPr/>
          <p:nvPr/>
        </p:nvGrpSpPr>
        <p:grpSpPr>
          <a:xfrm>
            <a:off x="2276148" y="1862024"/>
            <a:ext cx="453521" cy="385493"/>
            <a:chOff x="2276148" y="1657010"/>
            <a:chExt cx="453521" cy="385493"/>
          </a:xfrm>
          <a:solidFill>
            <a:schemeClr val="bg1"/>
          </a:solidFill>
        </p:grpSpPr>
        <p:sp>
          <p:nvSpPr>
            <p:cNvPr id="57" name="任意多边形: 形状 56"/>
            <p:cNvSpPr/>
            <p:nvPr/>
          </p:nvSpPr>
          <p:spPr>
            <a:xfrm>
              <a:off x="2468894" y="1657010"/>
              <a:ext cx="68028" cy="90704"/>
            </a:xfrm>
            <a:custGeom>
              <a:avLst/>
              <a:gdLst>
                <a:gd name="connsiteX0" fmla="*/ 45352 w 68028"/>
                <a:gd name="connsiteY0" fmla="*/ 90704 h 90704"/>
                <a:gd name="connsiteX1" fmla="*/ 22676 w 68028"/>
                <a:gd name="connsiteY1" fmla="*/ 90704 h 90704"/>
                <a:gd name="connsiteX2" fmla="*/ 0 w 68028"/>
                <a:gd name="connsiteY2" fmla="*/ 68028 h 90704"/>
                <a:gd name="connsiteX3" fmla="*/ 0 w 68028"/>
                <a:gd name="connsiteY3" fmla="*/ 22676 h 90704"/>
                <a:gd name="connsiteX4" fmla="*/ 22676 w 68028"/>
                <a:gd name="connsiteY4" fmla="*/ 0 h 90704"/>
                <a:gd name="connsiteX5" fmla="*/ 45352 w 68028"/>
                <a:gd name="connsiteY5" fmla="*/ 0 h 90704"/>
                <a:gd name="connsiteX6" fmla="*/ 68028 w 68028"/>
                <a:gd name="connsiteY6" fmla="*/ 22676 h 90704"/>
                <a:gd name="connsiteX7" fmla="*/ 68028 w 68028"/>
                <a:gd name="connsiteY7" fmla="*/ 68028 h 90704"/>
                <a:gd name="connsiteX8" fmla="*/ 45352 w 68028"/>
                <a:gd name="connsiteY8" fmla="*/ 90704 h 90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8028" h="90704">
                  <a:moveTo>
                    <a:pt x="45352" y="90704"/>
                  </a:moveTo>
                  <a:lnTo>
                    <a:pt x="22676" y="90704"/>
                  </a:lnTo>
                  <a:cubicBezTo>
                    <a:pt x="10204" y="90704"/>
                    <a:pt x="0" y="80500"/>
                    <a:pt x="0" y="68028"/>
                  </a:cubicBezTo>
                  <a:lnTo>
                    <a:pt x="0" y="22676"/>
                  </a:lnTo>
                  <a:cubicBezTo>
                    <a:pt x="0" y="10204"/>
                    <a:pt x="10204" y="0"/>
                    <a:pt x="22676" y="0"/>
                  </a:cubicBezTo>
                  <a:lnTo>
                    <a:pt x="45352" y="0"/>
                  </a:lnTo>
                  <a:cubicBezTo>
                    <a:pt x="57824" y="0"/>
                    <a:pt x="68028" y="10204"/>
                    <a:pt x="68028" y="22676"/>
                  </a:cubicBezTo>
                  <a:lnTo>
                    <a:pt x="68028" y="68028"/>
                  </a:lnTo>
                  <a:cubicBezTo>
                    <a:pt x="68028" y="80500"/>
                    <a:pt x="57824" y="90704"/>
                    <a:pt x="45352" y="90704"/>
                  </a:cubicBezTo>
                  <a:close/>
                </a:path>
              </a:pathLst>
            </a:custGeom>
            <a:grpFill/>
            <a:ln w="56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8" name="任意多边形: 形状 57"/>
            <p:cNvSpPr/>
            <p:nvPr/>
          </p:nvSpPr>
          <p:spPr>
            <a:xfrm>
              <a:off x="2276148" y="1725038"/>
              <a:ext cx="453521" cy="317465"/>
            </a:xfrm>
            <a:custGeom>
              <a:avLst/>
              <a:gdLst>
                <a:gd name="connsiteX0" fmla="*/ 408170 w 453521"/>
                <a:gd name="connsiteY0" fmla="*/ 136057 h 317465"/>
                <a:gd name="connsiteX1" fmla="*/ 272113 w 453521"/>
                <a:gd name="connsiteY1" fmla="*/ 136057 h 317465"/>
                <a:gd name="connsiteX2" fmla="*/ 272113 w 453521"/>
                <a:gd name="connsiteY2" fmla="*/ 113380 h 317465"/>
                <a:gd name="connsiteX3" fmla="*/ 408170 w 453521"/>
                <a:gd name="connsiteY3" fmla="*/ 113380 h 317465"/>
                <a:gd name="connsiteX4" fmla="*/ 408170 w 453521"/>
                <a:gd name="connsiteY4" fmla="*/ 136057 h 317465"/>
                <a:gd name="connsiteX5" fmla="*/ 408170 w 453521"/>
                <a:gd name="connsiteY5" fmla="*/ 204085 h 317465"/>
                <a:gd name="connsiteX6" fmla="*/ 272113 w 453521"/>
                <a:gd name="connsiteY6" fmla="*/ 204085 h 317465"/>
                <a:gd name="connsiteX7" fmla="*/ 272113 w 453521"/>
                <a:gd name="connsiteY7" fmla="*/ 181409 h 317465"/>
                <a:gd name="connsiteX8" fmla="*/ 408170 w 453521"/>
                <a:gd name="connsiteY8" fmla="*/ 181409 h 317465"/>
                <a:gd name="connsiteX9" fmla="*/ 408170 w 453521"/>
                <a:gd name="connsiteY9" fmla="*/ 204085 h 317465"/>
                <a:gd name="connsiteX10" fmla="*/ 408170 w 453521"/>
                <a:gd name="connsiteY10" fmla="*/ 272113 h 317465"/>
                <a:gd name="connsiteX11" fmla="*/ 272113 w 453521"/>
                <a:gd name="connsiteY11" fmla="*/ 272113 h 317465"/>
                <a:gd name="connsiteX12" fmla="*/ 272113 w 453521"/>
                <a:gd name="connsiteY12" fmla="*/ 249437 h 317465"/>
                <a:gd name="connsiteX13" fmla="*/ 408170 w 453521"/>
                <a:gd name="connsiteY13" fmla="*/ 249437 h 317465"/>
                <a:gd name="connsiteX14" fmla="*/ 408170 w 453521"/>
                <a:gd name="connsiteY14" fmla="*/ 272113 h 317465"/>
                <a:gd name="connsiteX15" fmla="*/ 226761 w 453521"/>
                <a:gd name="connsiteY15" fmla="*/ 272113 h 317465"/>
                <a:gd name="connsiteX16" fmla="*/ 45352 w 453521"/>
                <a:gd name="connsiteY16" fmla="*/ 272113 h 317465"/>
                <a:gd name="connsiteX17" fmla="*/ 45352 w 453521"/>
                <a:gd name="connsiteY17" fmla="*/ 226761 h 317465"/>
                <a:gd name="connsiteX18" fmla="*/ 54423 w 453521"/>
                <a:gd name="connsiteY18" fmla="*/ 208620 h 317465"/>
                <a:gd name="connsiteX19" fmla="*/ 98641 w 453521"/>
                <a:gd name="connsiteY19" fmla="*/ 187078 h 317465"/>
                <a:gd name="connsiteX20" fmla="*/ 136057 w 453521"/>
                <a:gd name="connsiteY20" fmla="*/ 181409 h 317465"/>
                <a:gd name="connsiteX21" fmla="*/ 173472 w 453521"/>
                <a:gd name="connsiteY21" fmla="*/ 187078 h 317465"/>
                <a:gd name="connsiteX22" fmla="*/ 217690 w 453521"/>
                <a:gd name="connsiteY22" fmla="*/ 208620 h 317465"/>
                <a:gd name="connsiteX23" fmla="*/ 226761 w 453521"/>
                <a:gd name="connsiteY23" fmla="*/ 226761 h 317465"/>
                <a:gd name="connsiteX24" fmla="*/ 226761 w 453521"/>
                <a:gd name="connsiteY24" fmla="*/ 272113 h 317465"/>
                <a:gd name="connsiteX25" fmla="*/ 136057 w 453521"/>
                <a:gd name="connsiteY25" fmla="*/ 79366 h 317465"/>
                <a:gd name="connsiteX26" fmla="*/ 181409 w 453521"/>
                <a:gd name="connsiteY26" fmla="*/ 124718 h 317465"/>
                <a:gd name="connsiteX27" fmla="*/ 136057 w 453521"/>
                <a:gd name="connsiteY27" fmla="*/ 170071 h 317465"/>
                <a:gd name="connsiteX28" fmla="*/ 90704 w 453521"/>
                <a:gd name="connsiteY28" fmla="*/ 124718 h 317465"/>
                <a:gd name="connsiteX29" fmla="*/ 136057 w 453521"/>
                <a:gd name="connsiteY29" fmla="*/ 79366 h 317465"/>
                <a:gd name="connsiteX30" fmla="*/ 430846 w 453521"/>
                <a:gd name="connsiteY30" fmla="*/ 0 h 317465"/>
                <a:gd name="connsiteX31" fmla="*/ 283451 w 453521"/>
                <a:gd name="connsiteY31" fmla="*/ 0 h 317465"/>
                <a:gd name="connsiteX32" fmla="*/ 238099 w 453521"/>
                <a:gd name="connsiteY32" fmla="*/ 45352 h 317465"/>
                <a:gd name="connsiteX33" fmla="*/ 215423 w 453521"/>
                <a:gd name="connsiteY33" fmla="*/ 45352 h 317465"/>
                <a:gd name="connsiteX34" fmla="*/ 170071 w 453521"/>
                <a:gd name="connsiteY34" fmla="*/ 0 h 317465"/>
                <a:gd name="connsiteX35" fmla="*/ 22676 w 453521"/>
                <a:gd name="connsiteY35" fmla="*/ 0 h 317465"/>
                <a:gd name="connsiteX36" fmla="*/ 0 w 453521"/>
                <a:gd name="connsiteY36" fmla="*/ 22676 h 317465"/>
                <a:gd name="connsiteX37" fmla="*/ 0 w 453521"/>
                <a:gd name="connsiteY37" fmla="*/ 294789 h 317465"/>
                <a:gd name="connsiteX38" fmla="*/ 22676 w 453521"/>
                <a:gd name="connsiteY38" fmla="*/ 317465 h 317465"/>
                <a:gd name="connsiteX39" fmla="*/ 430846 w 453521"/>
                <a:gd name="connsiteY39" fmla="*/ 317465 h 317465"/>
                <a:gd name="connsiteX40" fmla="*/ 453522 w 453521"/>
                <a:gd name="connsiteY40" fmla="*/ 294789 h 317465"/>
                <a:gd name="connsiteX41" fmla="*/ 453522 w 453521"/>
                <a:gd name="connsiteY41" fmla="*/ 22676 h 317465"/>
                <a:gd name="connsiteX42" fmla="*/ 430846 w 453521"/>
                <a:gd name="connsiteY42" fmla="*/ 0 h 3174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453521" h="317465">
                  <a:moveTo>
                    <a:pt x="408170" y="136057"/>
                  </a:moveTo>
                  <a:lnTo>
                    <a:pt x="272113" y="136057"/>
                  </a:lnTo>
                  <a:lnTo>
                    <a:pt x="272113" y="113380"/>
                  </a:lnTo>
                  <a:lnTo>
                    <a:pt x="408170" y="113380"/>
                  </a:lnTo>
                  <a:lnTo>
                    <a:pt x="408170" y="136057"/>
                  </a:lnTo>
                  <a:close/>
                  <a:moveTo>
                    <a:pt x="408170" y="204085"/>
                  </a:moveTo>
                  <a:lnTo>
                    <a:pt x="272113" y="204085"/>
                  </a:lnTo>
                  <a:lnTo>
                    <a:pt x="272113" y="181409"/>
                  </a:lnTo>
                  <a:lnTo>
                    <a:pt x="408170" y="181409"/>
                  </a:lnTo>
                  <a:lnTo>
                    <a:pt x="408170" y="204085"/>
                  </a:lnTo>
                  <a:close/>
                  <a:moveTo>
                    <a:pt x="408170" y="272113"/>
                  </a:moveTo>
                  <a:lnTo>
                    <a:pt x="272113" y="272113"/>
                  </a:lnTo>
                  <a:lnTo>
                    <a:pt x="272113" y="249437"/>
                  </a:lnTo>
                  <a:lnTo>
                    <a:pt x="408170" y="249437"/>
                  </a:lnTo>
                  <a:lnTo>
                    <a:pt x="408170" y="272113"/>
                  </a:lnTo>
                  <a:close/>
                  <a:moveTo>
                    <a:pt x="226761" y="272113"/>
                  </a:moveTo>
                  <a:lnTo>
                    <a:pt x="45352" y="272113"/>
                  </a:lnTo>
                  <a:lnTo>
                    <a:pt x="45352" y="226761"/>
                  </a:lnTo>
                  <a:cubicBezTo>
                    <a:pt x="45352" y="219958"/>
                    <a:pt x="48754" y="213155"/>
                    <a:pt x="54423" y="208620"/>
                  </a:cubicBezTo>
                  <a:cubicBezTo>
                    <a:pt x="66894" y="199550"/>
                    <a:pt x="82768" y="191613"/>
                    <a:pt x="98641" y="187078"/>
                  </a:cubicBezTo>
                  <a:cubicBezTo>
                    <a:pt x="111113" y="183676"/>
                    <a:pt x="123585" y="181409"/>
                    <a:pt x="136057" y="181409"/>
                  </a:cubicBezTo>
                  <a:cubicBezTo>
                    <a:pt x="149662" y="181409"/>
                    <a:pt x="162134" y="183676"/>
                    <a:pt x="173472" y="187078"/>
                  </a:cubicBezTo>
                  <a:cubicBezTo>
                    <a:pt x="189345" y="191613"/>
                    <a:pt x="205219" y="198416"/>
                    <a:pt x="217690" y="208620"/>
                  </a:cubicBezTo>
                  <a:cubicBezTo>
                    <a:pt x="223359" y="213155"/>
                    <a:pt x="226761" y="219958"/>
                    <a:pt x="226761" y="226761"/>
                  </a:cubicBezTo>
                  <a:lnTo>
                    <a:pt x="226761" y="272113"/>
                  </a:lnTo>
                  <a:close/>
                  <a:moveTo>
                    <a:pt x="136057" y="79366"/>
                  </a:moveTo>
                  <a:cubicBezTo>
                    <a:pt x="161000" y="79366"/>
                    <a:pt x="181409" y="99775"/>
                    <a:pt x="181409" y="124718"/>
                  </a:cubicBezTo>
                  <a:cubicBezTo>
                    <a:pt x="181409" y="149662"/>
                    <a:pt x="161000" y="170071"/>
                    <a:pt x="136057" y="170071"/>
                  </a:cubicBezTo>
                  <a:cubicBezTo>
                    <a:pt x="111113" y="170071"/>
                    <a:pt x="90704" y="149662"/>
                    <a:pt x="90704" y="124718"/>
                  </a:cubicBezTo>
                  <a:cubicBezTo>
                    <a:pt x="90704" y="99775"/>
                    <a:pt x="111113" y="79366"/>
                    <a:pt x="136057" y="79366"/>
                  </a:cubicBezTo>
                  <a:close/>
                  <a:moveTo>
                    <a:pt x="430846" y="0"/>
                  </a:moveTo>
                  <a:lnTo>
                    <a:pt x="283451" y="0"/>
                  </a:lnTo>
                  <a:cubicBezTo>
                    <a:pt x="283451" y="24944"/>
                    <a:pt x="263043" y="45352"/>
                    <a:pt x="238099" y="45352"/>
                  </a:cubicBezTo>
                  <a:lnTo>
                    <a:pt x="215423" y="45352"/>
                  </a:lnTo>
                  <a:cubicBezTo>
                    <a:pt x="190479" y="45352"/>
                    <a:pt x="170071" y="24944"/>
                    <a:pt x="170071" y="0"/>
                  </a:cubicBezTo>
                  <a:lnTo>
                    <a:pt x="22676" y="0"/>
                  </a:lnTo>
                  <a:cubicBezTo>
                    <a:pt x="10204" y="0"/>
                    <a:pt x="0" y="10204"/>
                    <a:pt x="0" y="22676"/>
                  </a:cubicBezTo>
                  <a:lnTo>
                    <a:pt x="0" y="294789"/>
                  </a:lnTo>
                  <a:cubicBezTo>
                    <a:pt x="0" y="307261"/>
                    <a:pt x="10204" y="317465"/>
                    <a:pt x="22676" y="317465"/>
                  </a:cubicBezTo>
                  <a:lnTo>
                    <a:pt x="430846" y="317465"/>
                  </a:lnTo>
                  <a:cubicBezTo>
                    <a:pt x="443317" y="317465"/>
                    <a:pt x="453522" y="307261"/>
                    <a:pt x="453522" y="294789"/>
                  </a:cubicBezTo>
                  <a:lnTo>
                    <a:pt x="453522" y="22676"/>
                  </a:lnTo>
                  <a:cubicBezTo>
                    <a:pt x="453522" y="10204"/>
                    <a:pt x="443317" y="0"/>
                    <a:pt x="430846" y="0"/>
                  </a:cubicBezTo>
                  <a:close/>
                </a:path>
              </a:pathLst>
            </a:custGeom>
            <a:grpFill/>
            <a:ln w="56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59" name="图形 54" descr="齿轮 纯色填充"/>
          <p:cNvGrpSpPr/>
          <p:nvPr/>
        </p:nvGrpSpPr>
        <p:grpSpPr>
          <a:xfrm>
            <a:off x="5890129" y="1828181"/>
            <a:ext cx="455904" cy="551700"/>
            <a:chOff x="5840903" y="1500934"/>
            <a:chExt cx="621029" cy="751522"/>
          </a:xfrm>
          <a:solidFill>
            <a:schemeClr val="bg1"/>
          </a:solidFill>
        </p:grpSpPr>
        <p:sp>
          <p:nvSpPr>
            <p:cNvPr id="60" name="任意多边形: 形状 59"/>
            <p:cNvSpPr/>
            <p:nvPr/>
          </p:nvSpPr>
          <p:spPr>
            <a:xfrm>
              <a:off x="6056169" y="1500934"/>
              <a:ext cx="405764" cy="404812"/>
            </a:xfrm>
            <a:custGeom>
              <a:avLst/>
              <a:gdLst>
                <a:gd name="connsiteX0" fmla="*/ 202883 w 405764"/>
                <a:gd name="connsiteY0" fmla="*/ 274320 h 404812"/>
                <a:gd name="connsiteX1" fmla="*/ 131445 w 405764"/>
                <a:gd name="connsiteY1" fmla="*/ 202883 h 404812"/>
                <a:gd name="connsiteX2" fmla="*/ 202883 w 405764"/>
                <a:gd name="connsiteY2" fmla="*/ 131445 h 404812"/>
                <a:gd name="connsiteX3" fmla="*/ 274320 w 405764"/>
                <a:gd name="connsiteY3" fmla="*/ 202883 h 404812"/>
                <a:gd name="connsiteX4" fmla="*/ 202883 w 405764"/>
                <a:gd name="connsiteY4" fmla="*/ 274320 h 404812"/>
                <a:gd name="connsiteX5" fmla="*/ 363855 w 405764"/>
                <a:gd name="connsiteY5" fmla="*/ 158115 h 404812"/>
                <a:gd name="connsiteX6" fmla="*/ 348615 w 405764"/>
                <a:gd name="connsiteY6" fmla="*/ 120968 h 404812"/>
                <a:gd name="connsiteX7" fmla="*/ 363855 w 405764"/>
                <a:gd name="connsiteY7" fmla="*/ 76200 h 404812"/>
                <a:gd name="connsiteX8" fmla="*/ 329565 w 405764"/>
                <a:gd name="connsiteY8" fmla="*/ 41910 h 404812"/>
                <a:gd name="connsiteX9" fmla="*/ 284798 w 405764"/>
                <a:gd name="connsiteY9" fmla="*/ 57150 h 404812"/>
                <a:gd name="connsiteX10" fmla="*/ 247650 w 405764"/>
                <a:gd name="connsiteY10" fmla="*/ 41910 h 404812"/>
                <a:gd name="connsiteX11" fmla="*/ 226695 w 405764"/>
                <a:gd name="connsiteY11" fmla="*/ 0 h 404812"/>
                <a:gd name="connsiteX12" fmla="*/ 179070 w 405764"/>
                <a:gd name="connsiteY12" fmla="*/ 0 h 404812"/>
                <a:gd name="connsiteX13" fmla="*/ 158115 w 405764"/>
                <a:gd name="connsiteY13" fmla="*/ 41910 h 404812"/>
                <a:gd name="connsiteX14" fmla="*/ 120968 w 405764"/>
                <a:gd name="connsiteY14" fmla="*/ 57150 h 404812"/>
                <a:gd name="connsiteX15" fmla="*/ 76200 w 405764"/>
                <a:gd name="connsiteY15" fmla="*/ 41910 h 404812"/>
                <a:gd name="connsiteX16" fmla="*/ 41910 w 405764"/>
                <a:gd name="connsiteY16" fmla="*/ 76200 h 404812"/>
                <a:gd name="connsiteX17" fmla="*/ 57150 w 405764"/>
                <a:gd name="connsiteY17" fmla="*/ 120968 h 404812"/>
                <a:gd name="connsiteX18" fmla="*/ 41910 w 405764"/>
                <a:gd name="connsiteY18" fmla="*/ 158115 h 404812"/>
                <a:gd name="connsiteX19" fmla="*/ 0 w 405764"/>
                <a:gd name="connsiteY19" fmla="*/ 179070 h 404812"/>
                <a:gd name="connsiteX20" fmla="*/ 0 w 405764"/>
                <a:gd name="connsiteY20" fmla="*/ 226695 h 404812"/>
                <a:gd name="connsiteX21" fmla="*/ 41910 w 405764"/>
                <a:gd name="connsiteY21" fmla="*/ 247650 h 404812"/>
                <a:gd name="connsiteX22" fmla="*/ 57150 w 405764"/>
                <a:gd name="connsiteY22" fmla="*/ 284798 h 404812"/>
                <a:gd name="connsiteX23" fmla="*/ 41910 w 405764"/>
                <a:gd name="connsiteY23" fmla="*/ 329565 h 404812"/>
                <a:gd name="connsiteX24" fmla="*/ 75248 w 405764"/>
                <a:gd name="connsiteY24" fmla="*/ 362903 h 404812"/>
                <a:gd name="connsiteX25" fmla="*/ 120015 w 405764"/>
                <a:gd name="connsiteY25" fmla="*/ 347663 h 404812"/>
                <a:gd name="connsiteX26" fmla="*/ 157163 w 405764"/>
                <a:gd name="connsiteY26" fmla="*/ 362903 h 404812"/>
                <a:gd name="connsiteX27" fmla="*/ 178118 w 405764"/>
                <a:gd name="connsiteY27" fmla="*/ 404813 h 404812"/>
                <a:gd name="connsiteX28" fmla="*/ 225743 w 405764"/>
                <a:gd name="connsiteY28" fmla="*/ 404813 h 404812"/>
                <a:gd name="connsiteX29" fmla="*/ 246698 w 405764"/>
                <a:gd name="connsiteY29" fmla="*/ 362903 h 404812"/>
                <a:gd name="connsiteX30" fmla="*/ 283845 w 405764"/>
                <a:gd name="connsiteY30" fmla="*/ 347663 h 404812"/>
                <a:gd name="connsiteX31" fmla="*/ 328613 w 405764"/>
                <a:gd name="connsiteY31" fmla="*/ 362903 h 404812"/>
                <a:gd name="connsiteX32" fmla="*/ 362903 w 405764"/>
                <a:gd name="connsiteY32" fmla="*/ 329565 h 404812"/>
                <a:gd name="connsiteX33" fmla="*/ 347663 w 405764"/>
                <a:gd name="connsiteY33" fmla="*/ 284798 h 404812"/>
                <a:gd name="connsiteX34" fmla="*/ 363855 w 405764"/>
                <a:gd name="connsiteY34" fmla="*/ 247650 h 404812"/>
                <a:gd name="connsiteX35" fmla="*/ 405765 w 405764"/>
                <a:gd name="connsiteY35" fmla="*/ 226695 h 404812"/>
                <a:gd name="connsiteX36" fmla="*/ 405765 w 405764"/>
                <a:gd name="connsiteY36" fmla="*/ 179070 h 404812"/>
                <a:gd name="connsiteX37" fmla="*/ 363855 w 405764"/>
                <a:gd name="connsiteY37" fmla="*/ 158115 h 404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405764" h="404812">
                  <a:moveTo>
                    <a:pt x="202883" y="274320"/>
                  </a:moveTo>
                  <a:cubicBezTo>
                    <a:pt x="162877" y="274320"/>
                    <a:pt x="131445" y="241935"/>
                    <a:pt x="131445" y="202883"/>
                  </a:cubicBezTo>
                  <a:cubicBezTo>
                    <a:pt x="131445" y="163830"/>
                    <a:pt x="163830" y="131445"/>
                    <a:pt x="202883" y="131445"/>
                  </a:cubicBezTo>
                  <a:cubicBezTo>
                    <a:pt x="242888" y="131445"/>
                    <a:pt x="274320" y="163830"/>
                    <a:pt x="274320" y="202883"/>
                  </a:cubicBezTo>
                  <a:cubicBezTo>
                    <a:pt x="274320" y="241935"/>
                    <a:pt x="241935" y="274320"/>
                    <a:pt x="202883" y="274320"/>
                  </a:cubicBezTo>
                  <a:close/>
                  <a:moveTo>
                    <a:pt x="363855" y="158115"/>
                  </a:moveTo>
                  <a:cubicBezTo>
                    <a:pt x="360045" y="144780"/>
                    <a:pt x="355283" y="132398"/>
                    <a:pt x="348615" y="120968"/>
                  </a:cubicBezTo>
                  <a:lnTo>
                    <a:pt x="363855" y="76200"/>
                  </a:lnTo>
                  <a:lnTo>
                    <a:pt x="329565" y="41910"/>
                  </a:lnTo>
                  <a:lnTo>
                    <a:pt x="284798" y="57150"/>
                  </a:lnTo>
                  <a:cubicBezTo>
                    <a:pt x="273367" y="50483"/>
                    <a:pt x="260985" y="45720"/>
                    <a:pt x="247650" y="41910"/>
                  </a:cubicBezTo>
                  <a:lnTo>
                    <a:pt x="226695" y="0"/>
                  </a:lnTo>
                  <a:lnTo>
                    <a:pt x="179070" y="0"/>
                  </a:lnTo>
                  <a:lnTo>
                    <a:pt x="158115" y="41910"/>
                  </a:lnTo>
                  <a:cubicBezTo>
                    <a:pt x="144780" y="45720"/>
                    <a:pt x="132398" y="50483"/>
                    <a:pt x="120968" y="57150"/>
                  </a:cubicBezTo>
                  <a:lnTo>
                    <a:pt x="76200" y="41910"/>
                  </a:lnTo>
                  <a:lnTo>
                    <a:pt x="41910" y="76200"/>
                  </a:lnTo>
                  <a:lnTo>
                    <a:pt x="57150" y="120968"/>
                  </a:lnTo>
                  <a:cubicBezTo>
                    <a:pt x="50482" y="132398"/>
                    <a:pt x="45720" y="144780"/>
                    <a:pt x="41910" y="158115"/>
                  </a:cubicBezTo>
                  <a:lnTo>
                    <a:pt x="0" y="179070"/>
                  </a:lnTo>
                  <a:lnTo>
                    <a:pt x="0" y="226695"/>
                  </a:lnTo>
                  <a:lnTo>
                    <a:pt x="41910" y="247650"/>
                  </a:lnTo>
                  <a:cubicBezTo>
                    <a:pt x="45720" y="260985"/>
                    <a:pt x="50482" y="273368"/>
                    <a:pt x="57150" y="284798"/>
                  </a:cubicBezTo>
                  <a:lnTo>
                    <a:pt x="41910" y="329565"/>
                  </a:lnTo>
                  <a:lnTo>
                    <a:pt x="75248" y="362903"/>
                  </a:lnTo>
                  <a:lnTo>
                    <a:pt x="120015" y="347663"/>
                  </a:lnTo>
                  <a:cubicBezTo>
                    <a:pt x="131445" y="354330"/>
                    <a:pt x="143827" y="359093"/>
                    <a:pt x="157163" y="362903"/>
                  </a:cubicBezTo>
                  <a:lnTo>
                    <a:pt x="178118" y="404813"/>
                  </a:lnTo>
                  <a:lnTo>
                    <a:pt x="225743" y="404813"/>
                  </a:lnTo>
                  <a:lnTo>
                    <a:pt x="246698" y="362903"/>
                  </a:lnTo>
                  <a:cubicBezTo>
                    <a:pt x="260033" y="359093"/>
                    <a:pt x="272415" y="354330"/>
                    <a:pt x="283845" y="347663"/>
                  </a:cubicBezTo>
                  <a:lnTo>
                    <a:pt x="328613" y="362903"/>
                  </a:lnTo>
                  <a:lnTo>
                    <a:pt x="362903" y="329565"/>
                  </a:lnTo>
                  <a:lnTo>
                    <a:pt x="347663" y="284798"/>
                  </a:lnTo>
                  <a:cubicBezTo>
                    <a:pt x="354330" y="273368"/>
                    <a:pt x="360045" y="260033"/>
                    <a:pt x="363855" y="247650"/>
                  </a:cubicBezTo>
                  <a:lnTo>
                    <a:pt x="405765" y="226695"/>
                  </a:lnTo>
                  <a:lnTo>
                    <a:pt x="405765" y="179070"/>
                  </a:lnTo>
                  <a:lnTo>
                    <a:pt x="363855" y="1581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1" name="任意多边形: 形状 60"/>
            <p:cNvSpPr/>
            <p:nvPr/>
          </p:nvSpPr>
          <p:spPr>
            <a:xfrm>
              <a:off x="5840903" y="1847644"/>
              <a:ext cx="405765" cy="404812"/>
            </a:xfrm>
            <a:custGeom>
              <a:avLst/>
              <a:gdLst>
                <a:gd name="connsiteX0" fmla="*/ 202883 w 405765"/>
                <a:gd name="connsiteY0" fmla="*/ 274320 h 404812"/>
                <a:gd name="connsiteX1" fmla="*/ 131445 w 405765"/>
                <a:gd name="connsiteY1" fmla="*/ 202882 h 404812"/>
                <a:gd name="connsiteX2" fmla="*/ 202883 w 405765"/>
                <a:gd name="connsiteY2" fmla="*/ 131445 h 404812"/>
                <a:gd name="connsiteX3" fmla="*/ 274320 w 405765"/>
                <a:gd name="connsiteY3" fmla="*/ 202882 h 404812"/>
                <a:gd name="connsiteX4" fmla="*/ 202883 w 405765"/>
                <a:gd name="connsiteY4" fmla="*/ 274320 h 404812"/>
                <a:gd name="connsiteX5" fmla="*/ 202883 w 405765"/>
                <a:gd name="connsiteY5" fmla="*/ 274320 h 404812"/>
                <a:gd name="connsiteX6" fmla="*/ 348615 w 405765"/>
                <a:gd name="connsiteY6" fmla="*/ 120967 h 404812"/>
                <a:gd name="connsiteX7" fmla="*/ 363855 w 405765"/>
                <a:gd name="connsiteY7" fmla="*/ 76200 h 404812"/>
                <a:gd name="connsiteX8" fmla="*/ 329565 w 405765"/>
                <a:gd name="connsiteY8" fmla="*/ 41910 h 404812"/>
                <a:gd name="connsiteX9" fmla="*/ 284798 w 405765"/>
                <a:gd name="connsiteY9" fmla="*/ 57150 h 404812"/>
                <a:gd name="connsiteX10" fmla="*/ 247650 w 405765"/>
                <a:gd name="connsiteY10" fmla="*/ 41910 h 404812"/>
                <a:gd name="connsiteX11" fmla="*/ 226695 w 405765"/>
                <a:gd name="connsiteY11" fmla="*/ 0 h 404812"/>
                <a:gd name="connsiteX12" fmla="*/ 179070 w 405765"/>
                <a:gd name="connsiteY12" fmla="*/ 0 h 404812"/>
                <a:gd name="connsiteX13" fmla="*/ 158115 w 405765"/>
                <a:gd name="connsiteY13" fmla="*/ 41910 h 404812"/>
                <a:gd name="connsiteX14" fmla="*/ 120968 w 405765"/>
                <a:gd name="connsiteY14" fmla="*/ 57150 h 404812"/>
                <a:gd name="connsiteX15" fmla="*/ 76200 w 405765"/>
                <a:gd name="connsiteY15" fmla="*/ 41910 h 404812"/>
                <a:gd name="connsiteX16" fmla="*/ 42863 w 405765"/>
                <a:gd name="connsiteY16" fmla="*/ 75247 h 404812"/>
                <a:gd name="connsiteX17" fmla="*/ 57150 w 405765"/>
                <a:gd name="connsiteY17" fmla="*/ 120015 h 404812"/>
                <a:gd name="connsiteX18" fmla="*/ 41910 w 405765"/>
                <a:gd name="connsiteY18" fmla="*/ 157163 h 404812"/>
                <a:gd name="connsiteX19" fmla="*/ 0 w 405765"/>
                <a:gd name="connsiteY19" fmla="*/ 178117 h 404812"/>
                <a:gd name="connsiteX20" fmla="*/ 0 w 405765"/>
                <a:gd name="connsiteY20" fmla="*/ 225742 h 404812"/>
                <a:gd name="connsiteX21" fmla="*/ 41910 w 405765"/>
                <a:gd name="connsiteY21" fmla="*/ 246698 h 404812"/>
                <a:gd name="connsiteX22" fmla="*/ 57150 w 405765"/>
                <a:gd name="connsiteY22" fmla="*/ 283845 h 404812"/>
                <a:gd name="connsiteX23" fmla="*/ 42863 w 405765"/>
                <a:gd name="connsiteY23" fmla="*/ 328613 h 404812"/>
                <a:gd name="connsiteX24" fmla="*/ 76200 w 405765"/>
                <a:gd name="connsiteY24" fmla="*/ 361950 h 404812"/>
                <a:gd name="connsiteX25" fmla="*/ 120968 w 405765"/>
                <a:gd name="connsiteY25" fmla="*/ 347663 h 404812"/>
                <a:gd name="connsiteX26" fmla="*/ 158115 w 405765"/>
                <a:gd name="connsiteY26" fmla="*/ 362903 h 404812"/>
                <a:gd name="connsiteX27" fmla="*/ 179070 w 405765"/>
                <a:gd name="connsiteY27" fmla="*/ 404813 h 404812"/>
                <a:gd name="connsiteX28" fmla="*/ 226695 w 405765"/>
                <a:gd name="connsiteY28" fmla="*/ 404813 h 404812"/>
                <a:gd name="connsiteX29" fmla="*/ 247650 w 405765"/>
                <a:gd name="connsiteY29" fmla="*/ 362903 h 404812"/>
                <a:gd name="connsiteX30" fmla="*/ 284798 w 405765"/>
                <a:gd name="connsiteY30" fmla="*/ 347663 h 404812"/>
                <a:gd name="connsiteX31" fmla="*/ 329565 w 405765"/>
                <a:gd name="connsiteY31" fmla="*/ 362903 h 404812"/>
                <a:gd name="connsiteX32" fmla="*/ 362903 w 405765"/>
                <a:gd name="connsiteY32" fmla="*/ 328613 h 404812"/>
                <a:gd name="connsiteX33" fmla="*/ 348615 w 405765"/>
                <a:gd name="connsiteY33" fmla="*/ 284798 h 404812"/>
                <a:gd name="connsiteX34" fmla="*/ 363855 w 405765"/>
                <a:gd name="connsiteY34" fmla="*/ 247650 h 404812"/>
                <a:gd name="connsiteX35" fmla="*/ 405765 w 405765"/>
                <a:gd name="connsiteY35" fmla="*/ 226695 h 404812"/>
                <a:gd name="connsiteX36" fmla="*/ 405765 w 405765"/>
                <a:gd name="connsiteY36" fmla="*/ 179070 h 404812"/>
                <a:gd name="connsiteX37" fmla="*/ 363855 w 405765"/>
                <a:gd name="connsiteY37" fmla="*/ 158115 h 404812"/>
                <a:gd name="connsiteX38" fmla="*/ 348615 w 405765"/>
                <a:gd name="connsiteY38" fmla="*/ 120967 h 404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405765" h="404812">
                  <a:moveTo>
                    <a:pt x="202883" y="274320"/>
                  </a:moveTo>
                  <a:cubicBezTo>
                    <a:pt x="162878" y="274320"/>
                    <a:pt x="131445" y="241935"/>
                    <a:pt x="131445" y="202882"/>
                  </a:cubicBezTo>
                  <a:cubicBezTo>
                    <a:pt x="131445" y="162877"/>
                    <a:pt x="163830" y="131445"/>
                    <a:pt x="202883" y="131445"/>
                  </a:cubicBezTo>
                  <a:cubicBezTo>
                    <a:pt x="242888" y="131445"/>
                    <a:pt x="274320" y="163830"/>
                    <a:pt x="274320" y="202882"/>
                  </a:cubicBezTo>
                  <a:cubicBezTo>
                    <a:pt x="274320" y="241935"/>
                    <a:pt x="242888" y="274320"/>
                    <a:pt x="202883" y="274320"/>
                  </a:cubicBezTo>
                  <a:lnTo>
                    <a:pt x="202883" y="274320"/>
                  </a:lnTo>
                  <a:close/>
                  <a:moveTo>
                    <a:pt x="348615" y="120967"/>
                  </a:moveTo>
                  <a:lnTo>
                    <a:pt x="363855" y="76200"/>
                  </a:lnTo>
                  <a:lnTo>
                    <a:pt x="329565" y="41910"/>
                  </a:lnTo>
                  <a:lnTo>
                    <a:pt x="284798" y="57150"/>
                  </a:lnTo>
                  <a:cubicBezTo>
                    <a:pt x="273368" y="50482"/>
                    <a:pt x="260033" y="45720"/>
                    <a:pt x="247650" y="41910"/>
                  </a:cubicBezTo>
                  <a:lnTo>
                    <a:pt x="226695" y="0"/>
                  </a:lnTo>
                  <a:lnTo>
                    <a:pt x="179070" y="0"/>
                  </a:lnTo>
                  <a:lnTo>
                    <a:pt x="158115" y="41910"/>
                  </a:lnTo>
                  <a:cubicBezTo>
                    <a:pt x="144780" y="45720"/>
                    <a:pt x="132398" y="50482"/>
                    <a:pt x="120968" y="57150"/>
                  </a:cubicBezTo>
                  <a:lnTo>
                    <a:pt x="76200" y="41910"/>
                  </a:lnTo>
                  <a:lnTo>
                    <a:pt x="42863" y="75247"/>
                  </a:lnTo>
                  <a:lnTo>
                    <a:pt x="57150" y="120015"/>
                  </a:lnTo>
                  <a:cubicBezTo>
                    <a:pt x="50483" y="131445"/>
                    <a:pt x="45720" y="144780"/>
                    <a:pt x="41910" y="157163"/>
                  </a:cubicBezTo>
                  <a:lnTo>
                    <a:pt x="0" y="178117"/>
                  </a:lnTo>
                  <a:lnTo>
                    <a:pt x="0" y="225742"/>
                  </a:lnTo>
                  <a:lnTo>
                    <a:pt x="41910" y="246698"/>
                  </a:lnTo>
                  <a:cubicBezTo>
                    <a:pt x="45720" y="260032"/>
                    <a:pt x="50483" y="272415"/>
                    <a:pt x="57150" y="283845"/>
                  </a:cubicBezTo>
                  <a:lnTo>
                    <a:pt x="42863" y="328613"/>
                  </a:lnTo>
                  <a:lnTo>
                    <a:pt x="76200" y="361950"/>
                  </a:lnTo>
                  <a:lnTo>
                    <a:pt x="120968" y="347663"/>
                  </a:lnTo>
                  <a:cubicBezTo>
                    <a:pt x="132398" y="354330"/>
                    <a:pt x="144780" y="359092"/>
                    <a:pt x="158115" y="362903"/>
                  </a:cubicBezTo>
                  <a:lnTo>
                    <a:pt x="179070" y="404813"/>
                  </a:lnTo>
                  <a:lnTo>
                    <a:pt x="226695" y="404813"/>
                  </a:lnTo>
                  <a:lnTo>
                    <a:pt x="247650" y="362903"/>
                  </a:lnTo>
                  <a:cubicBezTo>
                    <a:pt x="260985" y="359092"/>
                    <a:pt x="273368" y="354330"/>
                    <a:pt x="284798" y="347663"/>
                  </a:cubicBezTo>
                  <a:lnTo>
                    <a:pt x="329565" y="362903"/>
                  </a:lnTo>
                  <a:lnTo>
                    <a:pt x="362903" y="328613"/>
                  </a:lnTo>
                  <a:lnTo>
                    <a:pt x="348615" y="284798"/>
                  </a:lnTo>
                  <a:cubicBezTo>
                    <a:pt x="355283" y="273367"/>
                    <a:pt x="360045" y="260985"/>
                    <a:pt x="363855" y="247650"/>
                  </a:cubicBezTo>
                  <a:lnTo>
                    <a:pt x="405765" y="226695"/>
                  </a:lnTo>
                  <a:lnTo>
                    <a:pt x="405765" y="179070"/>
                  </a:lnTo>
                  <a:lnTo>
                    <a:pt x="363855" y="158115"/>
                  </a:lnTo>
                  <a:cubicBezTo>
                    <a:pt x="360045" y="144780"/>
                    <a:pt x="355283" y="132397"/>
                    <a:pt x="348615" y="12096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497555" y="249084"/>
            <a:ext cx="5196889" cy="616350"/>
            <a:chOff x="902835" y="1974450"/>
            <a:chExt cx="5196889" cy="616350"/>
          </a:xfrm>
        </p:grpSpPr>
        <p:sp>
          <p:nvSpPr>
            <p:cNvPr id="166" name="椭圆 2"/>
            <p:cNvSpPr/>
            <p:nvPr/>
          </p:nvSpPr>
          <p:spPr>
            <a:xfrm>
              <a:off x="902835" y="1974450"/>
              <a:ext cx="5196889" cy="597932"/>
            </a:xfrm>
            <a:custGeom>
              <a:avLst/>
              <a:gdLst>
                <a:gd name="connsiteX0" fmla="*/ 0 w 5082540"/>
                <a:gd name="connsiteY0" fmla="*/ 395730 h 791459"/>
                <a:gd name="connsiteX1" fmla="*/ 2541270 w 5082540"/>
                <a:gd name="connsiteY1" fmla="*/ 0 h 791459"/>
                <a:gd name="connsiteX2" fmla="*/ 5082540 w 5082540"/>
                <a:gd name="connsiteY2" fmla="*/ 395730 h 791459"/>
                <a:gd name="connsiteX3" fmla="*/ 2541270 w 5082540"/>
                <a:gd name="connsiteY3" fmla="*/ 791460 h 791459"/>
                <a:gd name="connsiteX4" fmla="*/ 0 w 5082540"/>
                <a:gd name="connsiteY4" fmla="*/ 395730 h 791459"/>
                <a:gd name="connsiteX0-1" fmla="*/ 145828 w 5228368"/>
                <a:gd name="connsiteY0-2" fmla="*/ 395730 h 715260"/>
                <a:gd name="connsiteX1-3" fmla="*/ 2687098 w 5228368"/>
                <a:gd name="connsiteY1-4" fmla="*/ 0 h 715260"/>
                <a:gd name="connsiteX2-5" fmla="*/ 5228368 w 5228368"/>
                <a:gd name="connsiteY2-6" fmla="*/ 395730 h 715260"/>
                <a:gd name="connsiteX3-7" fmla="*/ 1208818 w 5228368"/>
                <a:gd name="connsiteY3-8" fmla="*/ 715260 h 715260"/>
                <a:gd name="connsiteX4-9" fmla="*/ 145828 w 5228368"/>
                <a:gd name="connsiteY4-10" fmla="*/ 395730 h 715260"/>
                <a:gd name="connsiteX0-11" fmla="*/ 220894 w 5303434"/>
                <a:gd name="connsiteY0-12" fmla="*/ 334770 h 654300"/>
                <a:gd name="connsiteX1-13" fmla="*/ 3775624 w 5303434"/>
                <a:gd name="connsiteY1-14" fmla="*/ 0 h 654300"/>
                <a:gd name="connsiteX2-15" fmla="*/ 5303434 w 5303434"/>
                <a:gd name="connsiteY2-16" fmla="*/ 334770 h 654300"/>
                <a:gd name="connsiteX3-17" fmla="*/ 1283884 w 5303434"/>
                <a:gd name="connsiteY3-18" fmla="*/ 654300 h 654300"/>
                <a:gd name="connsiteX4-19" fmla="*/ 220894 w 5303434"/>
                <a:gd name="connsiteY4-20" fmla="*/ 334770 h 654300"/>
                <a:gd name="connsiteX0-21" fmla="*/ 131008 w 5213548"/>
                <a:gd name="connsiteY0-22" fmla="*/ 165594 h 664455"/>
                <a:gd name="connsiteX1-23" fmla="*/ 3685738 w 5213548"/>
                <a:gd name="connsiteY1-24" fmla="*/ 6084 h 664455"/>
                <a:gd name="connsiteX2-25" fmla="*/ 5213548 w 5213548"/>
                <a:gd name="connsiteY2-26" fmla="*/ 340854 h 664455"/>
                <a:gd name="connsiteX3-27" fmla="*/ 1193998 w 5213548"/>
                <a:gd name="connsiteY3-28" fmla="*/ 660384 h 664455"/>
                <a:gd name="connsiteX4-29" fmla="*/ 131008 w 5213548"/>
                <a:gd name="connsiteY4-30" fmla="*/ 165594 h 664455"/>
                <a:gd name="connsiteX0-31" fmla="*/ 106935 w 5189475"/>
                <a:gd name="connsiteY0-32" fmla="*/ 217356 h 716217"/>
                <a:gd name="connsiteX1-33" fmla="*/ 3661665 w 5189475"/>
                <a:gd name="connsiteY1-34" fmla="*/ 57846 h 716217"/>
                <a:gd name="connsiteX2-35" fmla="*/ 5189475 w 5189475"/>
                <a:gd name="connsiteY2-36" fmla="*/ 392616 h 716217"/>
                <a:gd name="connsiteX3-37" fmla="*/ 1169925 w 5189475"/>
                <a:gd name="connsiteY3-38" fmla="*/ 712146 h 716217"/>
                <a:gd name="connsiteX4-39" fmla="*/ 106935 w 5189475"/>
                <a:gd name="connsiteY4-40" fmla="*/ 217356 h 716217"/>
                <a:gd name="connsiteX0-41" fmla="*/ 106935 w 5189475"/>
                <a:gd name="connsiteY0-42" fmla="*/ 217356 h 743830"/>
                <a:gd name="connsiteX1-43" fmla="*/ 3661665 w 5189475"/>
                <a:gd name="connsiteY1-44" fmla="*/ 57846 h 743830"/>
                <a:gd name="connsiteX2-45" fmla="*/ 5189475 w 5189475"/>
                <a:gd name="connsiteY2-46" fmla="*/ 392616 h 743830"/>
                <a:gd name="connsiteX3-47" fmla="*/ 1169925 w 5189475"/>
                <a:gd name="connsiteY3-48" fmla="*/ 712146 h 743830"/>
                <a:gd name="connsiteX4-49" fmla="*/ 106935 w 5189475"/>
                <a:gd name="connsiteY4-50" fmla="*/ 217356 h 743830"/>
                <a:gd name="connsiteX0-51" fmla="*/ 106935 w 5194775"/>
                <a:gd name="connsiteY0-52" fmla="*/ 217356 h 743830"/>
                <a:gd name="connsiteX1-53" fmla="*/ 3661665 w 5194775"/>
                <a:gd name="connsiteY1-54" fmla="*/ 57846 h 743830"/>
                <a:gd name="connsiteX2-55" fmla="*/ 5189475 w 5194775"/>
                <a:gd name="connsiteY2-56" fmla="*/ 392616 h 743830"/>
                <a:gd name="connsiteX3-57" fmla="*/ 1169925 w 5194775"/>
                <a:gd name="connsiteY3-58" fmla="*/ 712146 h 743830"/>
                <a:gd name="connsiteX4-59" fmla="*/ 106935 w 5194775"/>
                <a:gd name="connsiteY4-60" fmla="*/ 217356 h 743830"/>
                <a:gd name="connsiteX0-61" fmla="*/ 107430 w 5193674"/>
                <a:gd name="connsiteY0-62" fmla="*/ 187556 h 714030"/>
                <a:gd name="connsiteX1-63" fmla="*/ 3304020 w 5193674"/>
                <a:gd name="connsiteY1-64" fmla="*/ 5186 h 714030"/>
                <a:gd name="connsiteX2-65" fmla="*/ 5189970 w 5193674"/>
                <a:gd name="connsiteY2-66" fmla="*/ 362816 h 714030"/>
                <a:gd name="connsiteX3-67" fmla="*/ 1170420 w 5193674"/>
                <a:gd name="connsiteY3-68" fmla="*/ 682346 h 714030"/>
                <a:gd name="connsiteX4-69" fmla="*/ 107430 w 5193674"/>
                <a:gd name="connsiteY4-70" fmla="*/ 187556 h 714030"/>
                <a:gd name="connsiteX0-71" fmla="*/ 89779 w 5176023"/>
                <a:gd name="connsiteY0-72" fmla="*/ 218381 h 744855"/>
                <a:gd name="connsiteX1-73" fmla="*/ 3286369 w 5176023"/>
                <a:gd name="connsiteY1-74" fmla="*/ 36011 h 744855"/>
                <a:gd name="connsiteX2-75" fmla="*/ 5172319 w 5176023"/>
                <a:gd name="connsiteY2-76" fmla="*/ 393641 h 744855"/>
                <a:gd name="connsiteX3-77" fmla="*/ 1152769 w 5176023"/>
                <a:gd name="connsiteY3-78" fmla="*/ 713171 h 744855"/>
                <a:gd name="connsiteX4-79" fmla="*/ 89779 w 5176023"/>
                <a:gd name="connsiteY4-80" fmla="*/ 218381 h 744855"/>
                <a:gd name="connsiteX0-81" fmla="*/ 86611 w 5210975"/>
                <a:gd name="connsiteY0-82" fmla="*/ 245965 h 723357"/>
                <a:gd name="connsiteX1-83" fmla="*/ 3321301 w 5210975"/>
                <a:gd name="connsiteY1-84" fmla="*/ 17875 h 723357"/>
                <a:gd name="connsiteX2-85" fmla="*/ 5207251 w 5210975"/>
                <a:gd name="connsiteY2-86" fmla="*/ 375505 h 723357"/>
                <a:gd name="connsiteX3-87" fmla="*/ 1187701 w 5210975"/>
                <a:gd name="connsiteY3-88" fmla="*/ 695035 h 723357"/>
                <a:gd name="connsiteX4-89" fmla="*/ 86611 w 5210975"/>
                <a:gd name="connsiteY4-90" fmla="*/ 245965 h 723357"/>
                <a:gd name="connsiteX0-91" fmla="*/ 43224 w 5167588"/>
                <a:gd name="connsiteY0-92" fmla="*/ 255515 h 732907"/>
                <a:gd name="connsiteX1-93" fmla="*/ 3277914 w 5167588"/>
                <a:gd name="connsiteY1-94" fmla="*/ 27425 h 732907"/>
                <a:gd name="connsiteX2-95" fmla="*/ 5163864 w 5167588"/>
                <a:gd name="connsiteY2-96" fmla="*/ 385055 h 732907"/>
                <a:gd name="connsiteX3-97" fmla="*/ 1144314 w 5167588"/>
                <a:gd name="connsiteY3-98" fmla="*/ 704585 h 732907"/>
                <a:gd name="connsiteX4-99" fmla="*/ 43224 w 5167588"/>
                <a:gd name="connsiteY4-100" fmla="*/ 255515 h 732907"/>
                <a:gd name="connsiteX0-101" fmla="*/ 28682 w 5153046"/>
                <a:gd name="connsiteY0-102" fmla="*/ 257665 h 735057"/>
                <a:gd name="connsiteX1-103" fmla="*/ 3263372 w 5153046"/>
                <a:gd name="connsiteY1-104" fmla="*/ 29575 h 735057"/>
                <a:gd name="connsiteX2-105" fmla="*/ 5149322 w 5153046"/>
                <a:gd name="connsiteY2-106" fmla="*/ 387205 h 735057"/>
                <a:gd name="connsiteX3-107" fmla="*/ 1129772 w 5153046"/>
                <a:gd name="connsiteY3-108" fmla="*/ 706735 h 735057"/>
                <a:gd name="connsiteX4-109" fmla="*/ 28682 w 5153046"/>
                <a:gd name="connsiteY4-110" fmla="*/ 257665 h 735057"/>
                <a:gd name="connsiteX0-111" fmla="*/ 45765 w 5170129"/>
                <a:gd name="connsiteY0-112" fmla="*/ 259882 h 737274"/>
                <a:gd name="connsiteX1-113" fmla="*/ 3280455 w 5170129"/>
                <a:gd name="connsiteY1-114" fmla="*/ 31792 h 737274"/>
                <a:gd name="connsiteX2-115" fmla="*/ 5166405 w 5170129"/>
                <a:gd name="connsiteY2-116" fmla="*/ 389422 h 737274"/>
                <a:gd name="connsiteX3-117" fmla="*/ 1146855 w 5170129"/>
                <a:gd name="connsiteY3-118" fmla="*/ 708952 h 737274"/>
                <a:gd name="connsiteX4-119" fmla="*/ 45765 w 5170129"/>
                <a:gd name="connsiteY4-120" fmla="*/ 259882 h 737274"/>
                <a:gd name="connsiteX0-121" fmla="*/ 72525 w 5196889"/>
                <a:gd name="connsiteY0-122" fmla="*/ 266896 h 744288"/>
                <a:gd name="connsiteX1-123" fmla="*/ 3307215 w 5196889"/>
                <a:gd name="connsiteY1-124" fmla="*/ 38806 h 744288"/>
                <a:gd name="connsiteX2-125" fmla="*/ 5193165 w 5196889"/>
                <a:gd name="connsiteY2-126" fmla="*/ 396436 h 744288"/>
                <a:gd name="connsiteX3-127" fmla="*/ 1173615 w 5196889"/>
                <a:gd name="connsiteY3-128" fmla="*/ 715966 h 744288"/>
                <a:gd name="connsiteX4-129" fmla="*/ 72525 w 5196889"/>
                <a:gd name="connsiteY4-130" fmla="*/ 266896 h 74428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5196889" h="744288">
                  <a:moveTo>
                    <a:pt x="72525" y="266896"/>
                  </a:moveTo>
                  <a:cubicBezTo>
                    <a:pt x="344305" y="-112664"/>
                    <a:pt x="2453775" y="17216"/>
                    <a:pt x="3307215" y="38806"/>
                  </a:cubicBezTo>
                  <a:cubicBezTo>
                    <a:pt x="4160655" y="60396"/>
                    <a:pt x="5269365" y="25480"/>
                    <a:pt x="5193165" y="396436"/>
                  </a:cubicBezTo>
                  <a:cubicBezTo>
                    <a:pt x="5155065" y="851212"/>
                    <a:pt x="2027055" y="737556"/>
                    <a:pt x="1173615" y="715966"/>
                  </a:cubicBezTo>
                  <a:cubicBezTo>
                    <a:pt x="320175" y="694376"/>
                    <a:pt x="-199255" y="646456"/>
                    <a:pt x="72525" y="266896"/>
                  </a:cubicBezTo>
                  <a:close/>
                </a:path>
              </a:pathLst>
            </a:custGeom>
            <a:solidFill>
              <a:srgbClr val="B0C0F4"/>
            </a:solidFill>
            <a:ln w="66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167" name="椭圆 166"/>
            <p:cNvSpPr/>
            <p:nvPr/>
          </p:nvSpPr>
          <p:spPr>
            <a:xfrm>
              <a:off x="1544273" y="1974450"/>
              <a:ext cx="616350" cy="616350"/>
            </a:xfrm>
            <a:prstGeom prst="ellipse">
              <a:avLst/>
            </a:prstGeom>
            <a:solidFill>
              <a:srgbClr val="6887EA"/>
            </a:solidFill>
            <a:ln w="66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168" name="文本框 167"/>
            <p:cNvSpPr txBox="1"/>
            <p:nvPr/>
          </p:nvSpPr>
          <p:spPr>
            <a:xfrm>
              <a:off x="2557990" y="2111161"/>
              <a:ext cx="269250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solidFill>
                    <a:schemeClr val="bg1"/>
                  </a:solidFill>
                </a:rPr>
                <a:t>单击此处添加标题文本</a:t>
              </a:r>
              <a:endParaRPr lang="zh-CN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169" name="文本框 168"/>
            <p:cNvSpPr txBox="1"/>
            <p:nvPr/>
          </p:nvSpPr>
          <p:spPr>
            <a:xfrm>
              <a:off x="1601045" y="2050707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solidFill>
                    <a:schemeClr val="bg1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rPr>
                <a:t>01</a:t>
              </a:r>
              <a:endParaRPr lang="zh-CN" altLang="en-US" sz="2400" dirty="0">
                <a:solidFill>
                  <a:schemeClr val="bg1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</a:endParaRPr>
            </a:p>
          </p:txBody>
        </p:sp>
      </p:grpSp>
      <p:sp>
        <p:nvSpPr>
          <p:cNvPr id="3" name="矩形 2"/>
          <p:cNvSpPr/>
          <p:nvPr/>
        </p:nvSpPr>
        <p:spPr>
          <a:xfrm>
            <a:off x="1055688" y="1624694"/>
            <a:ext cx="3149600" cy="2932793"/>
          </a:xfrm>
          <a:prstGeom prst="rect">
            <a:avLst/>
          </a:prstGeom>
          <a:solidFill>
            <a:srgbClr val="B0C0F4"/>
          </a:solidFill>
          <a:ln w="663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solidFill>
                <a:schemeClr val="tx1"/>
              </a:solidFill>
              <a:cs typeface="+mn-ea"/>
            </a:endParaRPr>
          </a:p>
        </p:txBody>
      </p:sp>
      <p:sp>
        <p:nvSpPr>
          <p:cNvPr id="4" name="椭圆 4"/>
          <p:cNvSpPr/>
          <p:nvPr/>
        </p:nvSpPr>
        <p:spPr>
          <a:xfrm>
            <a:off x="1626133" y="1967079"/>
            <a:ext cx="493486" cy="478189"/>
          </a:xfrm>
          <a:custGeom>
            <a:avLst/>
            <a:gdLst>
              <a:gd name="connsiteX0" fmla="*/ 58918 w 323554"/>
              <a:gd name="connsiteY0" fmla="*/ 189699 h 313525"/>
              <a:gd name="connsiteX1" fmla="*/ 101421 w 323554"/>
              <a:gd name="connsiteY1" fmla="*/ 189699 h 313525"/>
              <a:gd name="connsiteX2" fmla="*/ 103997 w 323554"/>
              <a:gd name="connsiteY2" fmla="*/ 189699 h 313525"/>
              <a:gd name="connsiteX3" fmla="*/ 114301 w 323554"/>
              <a:gd name="connsiteY3" fmla="*/ 201731 h 313525"/>
              <a:gd name="connsiteX4" fmla="*/ 113013 w 323554"/>
              <a:gd name="connsiteY4" fmla="*/ 205741 h 313525"/>
              <a:gd name="connsiteX5" fmla="*/ 101421 w 323554"/>
              <a:gd name="connsiteY5" fmla="*/ 215099 h 313525"/>
              <a:gd name="connsiteX6" fmla="*/ 58918 w 323554"/>
              <a:gd name="connsiteY6" fmla="*/ 215099 h 313525"/>
              <a:gd name="connsiteX7" fmla="*/ 46038 w 323554"/>
              <a:gd name="connsiteY7" fmla="*/ 201731 h 313525"/>
              <a:gd name="connsiteX8" fmla="*/ 58918 w 323554"/>
              <a:gd name="connsiteY8" fmla="*/ 189699 h 313525"/>
              <a:gd name="connsiteX9" fmla="*/ 149225 w 323554"/>
              <a:gd name="connsiteY9" fmla="*/ 165887 h 313525"/>
              <a:gd name="connsiteX10" fmla="*/ 142875 w 323554"/>
              <a:gd name="connsiteY10" fmla="*/ 186525 h 313525"/>
              <a:gd name="connsiteX11" fmla="*/ 153988 w 323554"/>
              <a:gd name="connsiteY11" fmla="*/ 196050 h 313525"/>
              <a:gd name="connsiteX12" fmla="*/ 173038 w 323554"/>
              <a:gd name="connsiteY12" fmla="*/ 188112 h 313525"/>
              <a:gd name="connsiteX13" fmla="*/ 145188 w 323554"/>
              <a:gd name="connsiteY13" fmla="*/ 151599 h 313525"/>
              <a:gd name="connsiteX14" fmla="*/ 187326 w 323554"/>
              <a:gd name="connsiteY14" fmla="*/ 190104 h 313525"/>
              <a:gd name="connsiteX15" fmla="*/ 138803 w 323554"/>
              <a:gd name="connsiteY15" fmla="*/ 210640 h 313525"/>
              <a:gd name="connsiteX16" fmla="*/ 131142 w 323554"/>
              <a:gd name="connsiteY16" fmla="*/ 210640 h 313525"/>
              <a:gd name="connsiteX17" fmla="*/ 129865 w 323554"/>
              <a:gd name="connsiteY17" fmla="*/ 202939 h 313525"/>
              <a:gd name="connsiteX18" fmla="*/ 145188 w 323554"/>
              <a:gd name="connsiteY18" fmla="*/ 151599 h 313525"/>
              <a:gd name="connsiteX19" fmla="*/ 58982 w 323554"/>
              <a:gd name="connsiteY19" fmla="*/ 146837 h 313525"/>
              <a:gd name="connsiteX20" fmla="*/ 130176 w 323554"/>
              <a:gd name="connsiteY20" fmla="*/ 146837 h 313525"/>
              <a:gd name="connsiteX21" fmla="*/ 130176 w 323554"/>
              <a:gd name="connsiteY21" fmla="*/ 148186 h 313525"/>
              <a:gd name="connsiteX22" fmla="*/ 122409 w 323554"/>
              <a:gd name="connsiteY22" fmla="*/ 173825 h 313525"/>
              <a:gd name="connsiteX23" fmla="*/ 58982 w 323554"/>
              <a:gd name="connsiteY23" fmla="*/ 173825 h 313525"/>
              <a:gd name="connsiteX24" fmla="*/ 46038 w 323554"/>
              <a:gd name="connsiteY24" fmla="*/ 160331 h 313525"/>
              <a:gd name="connsiteX25" fmla="*/ 58982 w 323554"/>
              <a:gd name="connsiteY25" fmla="*/ 146837 h 313525"/>
              <a:gd name="connsiteX26" fmla="*/ 59011 w 323554"/>
              <a:gd name="connsiteY26" fmla="*/ 105562 h 313525"/>
              <a:gd name="connsiteX27" fmla="*/ 166688 w 323554"/>
              <a:gd name="connsiteY27" fmla="*/ 105562 h 313525"/>
              <a:gd name="connsiteX28" fmla="*/ 144634 w 323554"/>
              <a:gd name="connsiteY28" fmla="*/ 130962 h 313525"/>
              <a:gd name="connsiteX29" fmla="*/ 59011 w 323554"/>
              <a:gd name="connsiteY29" fmla="*/ 130962 h 313525"/>
              <a:gd name="connsiteX30" fmla="*/ 46038 w 323554"/>
              <a:gd name="connsiteY30" fmla="*/ 118930 h 313525"/>
              <a:gd name="connsiteX31" fmla="*/ 59011 w 323554"/>
              <a:gd name="connsiteY31" fmla="*/ 105562 h 313525"/>
              <a:gd name="connsiteX32" fmla="*/ 226883 w 323554"/>
              <a:gd name="connsiteY32" fmla="*/ 81749 h 313525"/>
              <a:gd name="connsiteX33" fmla="*/ 224292 w 323554"/>
              <a:gd name="connsiteY33" fmla="*/ 83037 h 313525"/>
              <a:gd name="connsiteX34" fmla="*/ 171159 w 323554"/>
              <a:gd name="connsiteY34" fmla="*/ 140996 h 313525"/>
              <a:gd name="connsiteX35" fmla="*/ 172455 w 323554"/>
              <a:gd name="connsiteY35" fmla="*/ 146148 h 313525"/>
              <a:gd name="connsiteX36" fmla="*/ 175047 w 323554"/>
              <a:gd name="connsiteY36" fmla="*/ 148724 h 313525"/>
              <a:gd name="connsiteX37" fmla="*/ 177639 w 323554"/>
              <a:gd name="connsiteY37" fmla="*/ 150012 h 313525"/>
              <a:gd name="connsiteX38" fmla="*/ 180230 w 323554"/>
              <a:gd name="connsiteY38" fmla="*/ 148724 h 313525"/>
              <a:gd name="connsiteX39" fmla="*/ 232067 w 323554"/>
              <a:gd name="connsiteY39" fmla="*/ 90765 h 313525"/>
              <a:gd name="connsiteX40" fmla="*/ 232067 w 323554"/>
              <a:gd name="connsiteY40" fmla="*/ 85613 h 313525"/>
              <a:gd name="connsiteX41" fmla="*/ 229475 w 323554"/>
              <a:gd name="connsiteY41" fmla="*/ 83037 h 313525"/>
              <a:gd name="connsiteX42" fmla="*/ 226883 w 323554"/>
              <a:gd name="connsiteY42" fmla="*/ 81749 h 313525"/>
              <a:gd name="connsiteX43" fmla="*/ 247254 w 323554"/>
              <a:gd name="connsiteY43" fmla="*/ 62303 h 313525"/>
              <a:gd name="connsiteX44" fmla="*/ 242491 w 323554"/>
              <a:gd name="connsiteY44" fmla="*/ 63493 h 313525"/>
              <a:gd name="connsiteX45" fmla="*/ 237729 w 323554"/>
              <a:gd name="connsiteY45" fmla="*/ 68256 h 313525"/>
              <a:gd name="connsiteX46" fmla="*/ 236538 w 323554"/>
              <a:gd name="connsiteY46" fmla="*/ 70637 h 313525"/>
              <a:gd name="connsiteX47" fmla="*/ 237729 w 323554"/>
              <a:gd name="connsiteY47" fmla="*/ 73019 h 313525"/>
              <a:gd name="connsiteX48" fmla="*/ 240110 w 323554"/>
              <a:gd name="connsiteY48" fmla="*/ 74209 h 313525"/>
              <a:gd name="connsiteX49" fmla="*/ 242491 w 323554"/>
              <a:gd name="connsiteY49" fmla="*/ 75400 h 313525"/>
              <a:gd name="connsiteX50" fmla="*/ 244873 w 323554"/>
              <a:gd name="connsiteY50" fmla="*/ 75400 h 313525"/>
              <a:gd name="connsiteX51" fmla="*/ 244873 w 323554"/>
              <a:gd name="connsiteY51" fmla="*/ 74209 h 313525"/>
              <a:gd name="connsiteX52" fmla="*/ 249635 w 323554"/>
              <a:gd name="connsiteY52" fmla="*/ 69447 h 313525"/>
              <a:gd name="connsiteX53" fmla="*/ 249635 w 323554"/>
              <a:gd name="connsiteY53" fmla="*/ 64684 h 313525"/>
              <a:gd name="connsiteX54" fmla="*/ 247254 w 323554"/>
              <a:gd name="connsiteY54" fmla="*/ 62303 h 313525"/>
              <a:gd name="connsiteX55" fmla="*/ 24647 w 323554"/>
              <a:gd name="connsiteY55" fmla="*/ 48412 h 313525"/>
              <a:gd name="connsiteX56" fmla="*/ 201069 w 323554"/>
              <a:gd name="connsiteY56" fmla="*/ 48412 h 313525"/>
              <a:gd name="connsiteX57" fmla="*/ 214041 w 323554"/>
              <a:gd name="connsiteY57" fmla="*/ 52292 h 313525"/>
              <a:gd name="connsiteX58" fmla="*/ 193285 w 323554"/>
              <a:gd name="connsiteY58" fmla="*/ 76863 h 313525"/>
              <a:gd name="connsiteX59" fmla="*/ 181610 w 323554"/>
              <a:gd name="connsiteY59" fmla="*/ 72983 h 313525"/>
              <a:gd name="connsiteX60" fmla="*/ 45403 w 323554"/>
              <a:gd name="connsiteY60" fmla="*/ 72983 h 313525"/>
              <a:gd name="connsiteX61" fmla="*/ 24647 w 323554"/>
              <a:gd name="connsiteY61" fmla="*/ 93675 h 313525"/>
              <a:gd name="connsiteX62" fmla="*/ 24647 w 323554"/>
              <a:gd name="connsiteY62" fmla="*/ 268262 h 313525"/>
              <a:gd name="connsiteX63" fmla="*/ 45403 w 323554"/>
              <a:gd name="connsiteY63" fmla="*/ 287660 h 313525"/>
              <a:gd name="connsiteX64" fmla="*/ 181610 w 323554"/>
              <a:gd name="connsiteY64" fmla="*/ 287660 h 313525"/>
              <a:gd name="connsiteX65" fmla="*/ 202366 w 323554"/>
              <a:gd name="connsiteY65" fmla="*/ 268262 h 313525"/>
              <a:gd name="connsiteX66" fmla="*/ 202366 w 323554"/>
              <a:gd name="connsiteY66" fmla="*/ 202307 h 313525"/>
              <a:gd name="connsiteX67" fmla="*/ 203663 w 323554"/>
              <a:gd name="connsiteY67" fmla="*/ 201014 h 313525"/>
              <a:gd name="connsiteX68" fmla="*/ 206258 w 323554"/>
              <a:gd name="connsiteY68" fmla="*/ 198427 h 313525"/>
              <a:gd name="connsiteX69" fmla="*/ 227013 w 323554"/>
              <a:gd name="connsiteY69" fmla="*/ 175149 h 313525"/>
              <a:gd name="connsiteX70" fmla="*/ 227013 w 323554"/>
              <a:gd name="connsiteY70" fmla="*/ 287660 h 313525"/>
              <a:gd name="connsiteX71" fmla="*/ 201069 w 323554"/>
              <a:gd name="connsiteY71" fmla="*/ 313525 h 313525"/>
              <a:gd name="connsiteX72" fmla="*/ 25944 w 323554"/>
              <a:gd name="connsiteY72" fmla="*/ 313525 h 313525"/>
              <a:gd name="connsiteX73" fmla="*/ 0 w 323554"/>
              <a:gd name="connsiteY73" fmla="*/ 287660 h 313525"/>
              <a:gd name="connsiteX74" fmla="*/ 0 w 323554"/>
              <a:gd name="connsiteY74" fmla="*/ 72983 h 313525"/>
              <a:gd name="connsiteX75" fmla="*/ 24647 w 323554"/>
              <a:gd name="connsiteY75" fmla="*/ 48412 h 313525"/>
              <a:gd name="connsiteX76" fmla="*/ 242888 w 323554"/>
              <a:gd name="connsiteY76" fmla="*/ 42062 h 313525"/>
              <a:gd name="connsiteX77" fmla="*/ 285751 w 323554"/>
              <a:gd name="connsiteY77" fmla="*/ 81750 h 313525"/>
              <a:gd name="connsiteX78" fmla="*/ 279401 w 323554"/>
              <a:gd name="connsiteY78" fmla="*/ 89687 h 313525"/>
              <a:gd name="connsiteX79" fmla="*/ 200026 w 323554"/>
              <a:gd name="connsiteY79" fmla="*/ 178587 h 313525"/>
              <a:gd name="connsiteX80" fmla="*/ 193676 w 323554"/>
              <a:gd name="connsiteY80" fmla="*/ 184937 h 313525"/>
              <a:gd name="connsiteX81" fmla="*/ 150813 w 323554"/>
              <a:gd name="connsiteY81" fmla="*/ 146837 h 313525"/>
              <a:gd name="connsiteX82" fmla="*/ 155576 w 323554"/>
              <a:gd name="connsiteY82" fmla="*/ 138899 h 313525"/>
              <a:gd name="connsiteX83" fmla="*/ 236538 w 323554"/>
              <a:gd name="connsiteY83" fmla="*/ 48412 h 313525"/>
              <a:gd name="connsiteX84" fmla="*/ 257175 w 323554"/>
              <a:gd name="connsiteY84" fmla="*/ 26187 h 313525"/>
              <a:gd name="connsiteX85" fmla="*/ 301625 w 323554"/>
              <a:gd name="connsiteY85" fmla="*/ 64287 h 313525"/>
              <a:gd name="connsiteX86" fmla="*/ 295275 w 323554"/>
              <a:gd name="connsiteY86" fmla="*/ 72225 h 313525"/>
              <a:gd name="connsiteX87" fmla="*/ 290513 w 323554"/>
              <a:gd name="connsiteY87" fmla="*/ 75400 h 313525"/>
              <a:gd name="connsiteX88" fmla="*/ 247650 w 323554"/>
              <a:gd name="connsiteY88" fmla="*/ 37300 h 313525"/>
              <a:gd name="connsiteX89" fmla="*/ 250825 w 323554"/>
              <a:gd name="connsiteY89" fmla="*/ 34125 h 313525"/>
              <a:gd name="connsiteX90" fmla="*/ 285750 w 323554"/>
              <a:gd name="connsiteY90" fmla="*/ 11899 h 313525"/>
              <a:gd name="connsiteX91" fmla="*/ 279400 w 323554"/>
              <a:gd name="connsiteY91" fmla="*/ 19837 h 313525"/>
              <a:gd name="connsiteX92" fmla="*/ 304800 w 323554"/>
              <a:gd name="connsiteY92" fmla="*/ 43649 h 313525"/>
              <a:gd name="connsiteX93" fmla="*/ 312738 w 323554"/>
              <a:gd name="connsiteY93" fmla="*/ 35712 h 313525"/>
              <a:gd name="connsiteX94" fmla="*/ 285265 w 323554"/>
              <a:gd name="connsiteY94" fmla="*/ 516 h 313525"/>
              <a:gd name="connsiteX95" fmla="*/ 294336 w 323554"/>
              <a:gd name="connsiteY95" fmla="*/ 3151 h 313525"/>
              <a:gd name="connsiteX96" fmla="*/ 318958 w 323554"/>
              <a:gd name="connsiteY96" fmla="*/ 25545 h 313525"/>
              <a:gd name="connsiteX97" fmla="*/ 320254 w 323554"/>
              <a:gd name="connsiteY97" fmla="*/ 43987 h 313525"/>
              <a:gd name="connsiteX98" fmla="*/ 305999 w 323554"/>
              <a:gd name="connsiteY98" fmla="*/ 61112 h 313525"/>
              <a:gd name="connsiteX99" fmla="*/ 261938 w 323554"/>
              <a:gd name="connsiteY99" fmla="*/ 20276 h 313525"/>
              <a:gd name="connsiteX100" fmla="*/ 276193 w 323554"/>
              <a:gd name="connsiteY100" fmla="*/ 4468 h 313525"/>
              <a:gd name="connsiteX101" fmla="*/ 285265 w 323554"/>
              <a:gd name="connsiteY101" fmla="*/ 516 h 313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323554" h="313525">
                <a:moveTo>
                  <a:pt x="58918" y="189699"/>
                </a:moveTo>
                <a:cubicBezTo>
                  <a:pt x="58918" y="189699"/>
                  <a:pt x="58918" y="189699"/>
                  <a:pt x="101421" y="189699"/>
                </a:cubicBezTo>
                <a:cubicBezTo>
                  <a:pt x="102709" y="189699"/>
                  <a:pt x="102709" y="189699"/>
                  <a:pt x="103997" y="189699"/>
                </a:cubicBezTo>
                <a:cubicBezTo>
                  <a:pt x="109149" y="189699"/>
                  <a:pt x="114301" y="195046"/>
                  <a:pt x="114301" y="201731"/>
                </a:cubicBezTo>
                <a:cubicBezTo>
                  <a:pt x="114301" y="203067"/>
                  <a:pt x="114301" y="204404"/>
                  <a:pt x="113013" y="205741"/>
                </a:cubicBezTo>
                <a:cubicBezTo>
                  <a:pt x="111725" y="211088"/>
                  <a:pt x="107861" y="215099"/>
                  <a:pt x="101421" y="215099"/>
                </a:cubicBezTo>
                <a:cubicBezTo>
                  <a:pt x="101421" y="215099"/>
                  <a:pt x="101421" y="215099"/>
                  <a:pt x="58918" y="215099"/>
                </a:cubicBezTo>
                <a:cubicBezTo>
                  <a:pt x="51190" y="215099"/>
                  <a:pt x="46038" y="209752"/>
                  <a:pt x="46038" y="201731"/>
                </a:cubicBezTo>
                <a:cubicBezTo>
                  <a:pt x="46038" y="195046"/>
                  <a:pt x="51190" y="189699"/>
                  <a:pt x="58918" y="189699"/>
                </a:cubicBezTo>
                <a:close/>
                <a:moveTo>
                  <a:pt x="149225" y="165887"/>
                </a:moveTo>
                <a:lnTo>
                  <a:pt x="142875" y="186525"/>
                </a:lnTo>
                <a:lnTo>
                  <a:pt x="153988" y="196050"/>
                </a:lnTo>
                <a:lnTo>
                  <a:pt x="173038" y="188112"/>
                </a:lnTo>
                <a:close/>
                <a:moveTo>
                  <a:pt x="145188" y="151599"/>
                </a:moveTo>
                <a:cubicBezTo>
                  <a:pt x="145188" y="151599"/>
                  <a:pt x="145188" y="151599"/>
                  <a:pt x="187326" y="190104"/>
                </a:cubicBezTo>
                <a:cubicBezTo>
                  <a:pt x="187326" y="190104"/>
                  <a:pt x="187326" y="190104"/>
                  <a:pt x="138803" y="210640"/>
                </a:cubicBezTo>
                <a:cubicBezTo>
                  <a:pt x="136249" y="211924"/>
                  <a:pt x="133696" y="211924"/>
                  <a:pt x="131142" y="210640"/>
                </a:cubicBezTo>
                <a:cubicBezTo>
                  <a:pt x="129865" y="208073"/>
                  <a:pt x="128588" y="205506"/>
                  <a:pt x="129865" y="202939"/>
                </a:cubicBezTo>
                <a:cubicBezTo>
                  <a:pt x="129865" y="202939"/>
                  <a:pt x="129865" y="202939"/>
                  <a:pt x="145188" y="151599"/>
                </a:cubicBezTo>
                <a:close/>
                <a:moveTo>
                  <a:pt x="58982" y="146837"/>
                </a:moveTo>
                <a:cubicBezTo>
                  <a:pt x="58982" y="146837"/>
                  <a:pt x="58982" y="146837"/>
                  <a:pt x="130176" y="146837"/>
                </a:cubicBezTo>
                <a:cubicBezTo>
                  <a:pt x="130176" y="148186"/>
                  <a:pt x="130176" y="148186"/>
                  <a:pt x="130176" y="148186"/>
                </a:cubicBezTo>
                <a:lnTo>
                  <a:pt x="122409" y="173825"/>
                </a:lnTo>
                <a:cubicBezTo>
                  <a:pt x="122409" y="173825"/>
                  <a:pt x="122409" y="173825"/>
                  <a:pt x="58982" y="173825"/>
                </a:cubicBezTo>
                <a:cubicBezTo>
                  <a:pt x="51216" y="173825"/>
                  <a:pt x="46038" y="167078"/>
                  <a:pt x="46038" y="160331"/>
                </a:cubicBezTo>
                <a:cubicBezTo>
                  <a:pt x="46038" y="153584"/>
                  <a:pt x="51216" y="146837"/>
                  <a:pt x="58982" y="146837"/>
                </a:cubicBezTo>
                <a:close/>
                <a:moveTo>
                  <a:pt x="59011" y="105562"/>
                </a:moveTo>
                <a:lnTo>
                  <a:pt x="166688" y="105562"/>
                </a:lnTo>
                <a:cubicBezTo>
                  <a:pt x="166688" y="105562"/>
                  <a:pt x="166688" y="105562"/>
                  <a:pt x="144634" y="130962"/>
                </a:cubicBezTo>
                <a:cubicBezTo>
                  <a:pt x="144634" y="130962"/>
                  <a:pt x="144634" y="130962"/>
                  <a:pt x="59011" y="130962"/>
                </a:cubicBezTo>
                <a:cubicBezTo>
                  <a:pt x="51227" y="130962"/>
                  <a:pt x="46038" y="125615"/>
                  <a:pt x="46038" y="118930"/>
                </a:cubicBezTo>
                <a:cubicBezTo>
                  <a:pt x="46038" y="110909"/>
                  <a:pt x="51227" y="105562"/>
                  <a:pt x="59011" y="105562"/>
                </a:cubicBezTo>
                <a:close/>
                <a:moveTo>
                  <a:pt x="226883" y="81749"/>
                </a:moveTo>
                <a:cubicBezTo>
                  <a:pt x="225587" y="81749"/>
                  <a:pt x="224292" y="83037"/>
                  <a:pt x="224292" y="83037"/>
                </a:cubicBezTo>
                <a:cubicBezTo>
                  <a:pt x="224292" y="83037"/>
                  <a:pt x="224292" y="83037"/>
                  <a:pt x="171159" y="140996"/>
                </a:cubicBezTo>
                <a:cubicBezTo>
                  <a:pt x="169863" y="142284"/>
                  <a:pt x="169863" y="144860"/>
                  <a:pt x="172455" y="146148"/>
                </a:cubicBezTo>
                <a:cubicBezTo>
                  <a:pt x="172455" y="146148"/>
                  <a:pt x="172455" y="146148"/>
                  <a:pt x="175047" y="148724"/>
                </a:cubicBezTo>
                <a:cubicBezTo>
                  <a:pt x="175047" y="148724"/>
                  <a:pt x="176343" y="150012"/>
                  <a:pt x="177639" y="150012"/>
                </a:cubicBezTo>
                <a:cubicBezTo>
                  <a:pt x="177639" y="150012"/>
                  <a:pt x="178934" y="148724"/>
                  <a:pt x="180230" y="148724"/>
                </a:cubicBezTo>
                <a:cubicBezTo>
                  <a:pt x="180230" y="148724"/>
                  <a:pt x="180230" y="148724"/>
                  <a:pt x="232067" y="90765"/>
                </a:cubicBezTo>
                <a:cubicBezTo>
                  <a:pt x="233363" y="89477"/>
                  <a:pt x="233363" y="86901"/>
                  <a:pt x="232067" y="85613"/>
                </a:cubicBezTo>
                <a:cubicBezTo>
                  <a:pt x="232067" y="85613"/>
                  <a:pt x="232067" y="85613"/>
                  <a:pt x="229475" y="83037"/>
                </a:cubicBezTo>
                <a:cubicBezTo>
                  <a:pt x="228179" y="81749"/>
                  <a:pt x="226883" y="81749"/>
                  <a:pt x="226883" y="81749"/>
                </a:cubicBezTo>
                <a:close/>
                <a:moveTo>
                  <a:pt x="247254" y="62303"/>
                </a:moveTo>
                <a:cubicBezTo>
                  <a:pt x="244873" y="61112"/>
                  <a:pt x="243682" y="62303"/>
                  <a:pt x="242491" y="63493"/>
                </a:cubicBezTo>
                <a:cubicBezTo>
                  <a:pt x="242491" y="63493"/>
                  <a:pt x="242491" y="63493"/>
                  <a:pt x="237729" y="68256"/>
                </a:cubicBezTo>
                <a:cubicBezTo>
                  <a:pt x="237729" y="68256"/>
                  <a:pt x="236538" y="69447"/>
                  <a:pt x="236538" y="70637"/>
                </a:cubicBezTo>
                <a:cubicBezTo>
                  <a:pt x="236538" y="70637"/>
                  <a:pt x="237729" y="71828"/>
                  <a:pt x="237729" y="73019"/>
                </a:cubicBezTo>
                <a:cubicBezTo>
                  <a:pt x="237729" y="73019"/>
                  <a:pt x="237729" y="73019"/>
                  <a:pt x="240110" y="74209"/>
                </a:cubicBezTo>
                <a:cubicBezTo>
                  <a:pt x="241301" y="75400"/>
                  <a:pt x="242491" y="75400"/>
                  <a:pt x="242491" y="75400"/>
                </a:cubicBezTo>
                <a:cubicBezTo>
                  <a:pt x="243682" y="75400"/>
                  <a:pt x="243682" y="75400"/>
                  <a:pt x="244873" y="75400"/>
                </a:cubicBezTo>
                <a:cubicBezTo>
                  <a:pt x="244873" y="74209"/>
                  <a:pt x="244873" y="74209"/>
                  <a:pt x="244873" y="74209"/>
                </a:cubicBezTo>
                <a:cubicBezTo>
                  <a:pt x="244873" y="74209"/>
                  <a:pt x="244873" y="74209"/>
                  <a:pt x="249635" y="69447"/>
                </a:cubicBezTo>
                <a:cubicBezTo>
                  <a:pt x="250826" y="68256"/>
                  <a:pt x="250826" y="65875"/>
                  <a:pt x="249635" y="64684"/>
                </a:cubicBezTo>
                <a:cubicBezTo>
                  <a:pt x="249635" y="64684"/>
                  <a:pt x="249635" y="64684"/>
                  <a:pt x="247254" y="62303"/>
                </a:cubicBezTo>
                <a:close/>
                <a:moveTo>
                  <a:pt x="24647" y="48412"/>
                </a:moveTo>
                <a:cubicBezTo>
                  <a:pt x="24647" y="48412"/>
                  <a:pt x="24647" y="48412"/>
                  <a:pt x="201069" y="48412"/>
                </a:cubicBezTo>
                <a:cubicBezTo>
                  <a:pt x="206258" y="48412"/>
                  <a:pt x="210149" y="49705"/>
                  <a:pt x="214041" y="52292"/>
                </a:cubicBezTo>
                <a:cubicBezTo>
                  <a:pt x="214041" y="52292"/>
                  <a:pt x="214041" y="52292"/>
                  <a:pt x="193285" y="76863"/>
                </a:cubicBezTo>
                <a:cubicBezTo>
                  <a:pt x="189394" y="74277"/>
                  <a:pt x="185502" y="72983"/>
                  <a:pt x="181610" y="72983"/>
                </a:cubicBezTo>
                <a:cubicBezTo>
                  <a:pt x="181610" y="72983"/>
                  <a:pt x="181610" y="72983"/>
                  <a:pt x="45403" y="72983"/>
                </a:cubicBezTo>
                <a:cubicBezTo>
                  <a:pt x="33728" y="72983"/>
                  <a:pt x="24647" y="82036"/>
                  <a:pt x="24647" y="93675"/>
                </a:cubicBezTo>
                <a:cubicBezTo>
                  <a:pt x="24647" y="93675"/>
                  <a:pt x="24647" y="93675"/>
                  <a:pt x="24647" y="268262"/>
                </a:cubicBezTo>
                <a:cubicBezTo>
                  <a:pt x="24647" y="278608"/>
                  <a:pt x="33728" y="287660"/>
                  <a:pt x="45403" y="287660"/>
                </a:cubicBezTo>
                <a:cubicBezTo>
                  <a:pt x="45403" y="287660"/>
                  <a:pt x="45403" y="287660"/>
                  <a:pt x="181610" y="287660"/>
                </a:cubicBezTo>
                <a:cubicBezTo>
                  <a:pt x="193285" y="287660"/>
                  <a:pt x="202366" y="278608"/>
                  <a:pt x="202366" y="268262"/>
                </a:cubicBezTo>
                <a:cubicBezTo>
                  <a:pt x="202366" y="268262"/>
                  <a:pt x="202366" y="268262"/>
                  <a:pt x="202366" y="202307"/>
                </a:cubicBezTo>
                <a:cubicBezTo>
                  <a:pt x="202366" y="202307"/>
                  <a:pt x="202366" y="201014"/>
                  <a:pt x="203663" y="201014"/>
                </a:cubicBezTo>
                <a:cubicBezTo>
                  <a:pt x="203663" y="199720"/>
                  <a:pt x="204960" y="199720"/>
                  <a:pt x="206258" y="198427"/>
                </a:cubicBezTo>
                <a:cubicBezTo>
                  <a:pt x="206258" y="198427"/>
                  <a:pt x="206258" y="198427"/>
                  <a:pt x="227013" y="175149"/>
                </a:cubicBezTo>
                <a:cubicBezTo>
                  <a:pt x="227013" y="175149"/>
                  <a:pt x="227013" y="175149"/>
                  <a:pt x="227013" y="287660"/>
                </a:cubicBezTo>
                <a:cubicBezTo>
                  <a:pt x="227013" y="301886"/>
                  <a:pt x="215338" y="313525"/>
                  <a:pt x="201069" y="313525"/>
                </a:cubicBezTo>
                <a:cubicBezTo>
                  <a:pt x="201069" y="313525"/>
                  <a:pt x="201069" y="313525"/>
                  <a:pt x="25944" y="313525"/>
                </a:cubicBezTo>
                <a:cubicBezTo>
                  <a:pt x="11675" y="313525"/>
                  <a:pt x="0" y="301886"/>
                  <a:pt x="0" y="287660"/>
                </a:cubicBezTo>
                <a:cubicBezTo>
                  <a:pt x="0" y="287660"/>
                  <a:pt x="0" y="287660"/>
                  <a:pt x="0" y="72983"/>
                </a:cubicBezTo>
                <a:cubicBezTo>
                  <a:pt x="0" y="60051"/>
                  <a:pt x="10378" y="48412"/>
                  <a:pt x="24647" y="48412"/>
                </a:cubicBezTo>
                <a:close/>
                <a:moveTo>
                  <a:pt x="242888" y="42062"/>
                </a:moveTo>
                <a:lnTo>
                  <a:pt x="285751" y="81750"/>
                </a:lnTo>
                <a:lnTo>
                  <a:pt x="279401" y="89687"/>
                </a:lnTo>
                <a:lnTo>
                  <a:pt x="200026" y="178587"/>
                </a:lnTo>
                <a:lnTo>
                  <a:pt x="193676" y="184937"/>
                </a:lnTo>
                <a:lnTo>
                  <a:pt x="150813" y="146837"/>
                </a:lnTo>
                <a:lnTo>
                  <a:pt x="155576" y="138899"/>
                </a:lnTo>
                <a:lnTo>
                  <a:pt x="236538" y="48412"/>
                </a:lnTo>
                <a:close/>
                <a:moveTo>
                  <a:pt x="257175" y="26187"/>
                </a:moveTo>
                <a:lnTo>
                  <a:pt x="301625" y="64287"/>
                </a:lnTo>
                <a:lnTo>
                  <a:pt x="295275" y="72225"/>
                </a:lnTo>
                <a:lnTo>
                  <a:pt x="290513" y="75400"/>
                </a:lnTo>
                <a:lnTo>
                  <a:pt x="247650" y="37300"/>
                </a:lnTo>
                <a:lnTo>
                  <a:pt x="250825" y="34125"/>
                </a:lnTo>
                <a:close/>
                <a:moveTo>
                  <a:pt x="285750" y="11899"/>
                </a:moveTo>
                <a:lnTo>
                  <a:pt x="279400" y="19837"/>
                </a:lnTo>
                <a:lnTo>
                  <a:pt x="304800" y="43649"/>
                </a:lnTo>
                <a:lnTo>
                  <a:pt x="312738" y="35712"/>
                </a:lnTo>
                <a:close/>
                <a:moveTo>
                  <a:pt x="285265" y="516"/>
                </a:moveTo>
                <a:cubicBezTo>
                  <a:pt x="289152" y="-801"/>
                  <a:pt x="291744" y="516"/>
                  <a:pt x="294336" y="3151"/>
                </a:cubicBezTo>
                <a:cubicBezTo>
                  <a:pt x="294336" y="3151"/>
                  <a:pt x="294336" y="3151"/>
                  <a:pt x="318958" y="25545"/>
                </a:cubicBezTo>
                <a:cubicBezTo>
                  <a:pt x="324142" y="30814"/>
                  <a:pt x="325438" y="38718"/>
                  <a:pt x="320254" y="43987"/>
                </a:cubicBezTo>
                <a:cubicBezTo>
                  <a:pt x="320254" y="43987"/>
                  <a:pt x="320254" y="43987"/>
                  <a:pt x="305999" y="61112"/>
                </a:cubicBezTo>
                <a:cubicBezTo>
                  <a:pt x="305999" y="61112"/>
                  <a:pt x="305999" y="61112"/>
                  <a:pt x="261938" y="20276"/>
                </a:cubicBezTo>
                <a:cubicBezTo>
                  <a:pt x="261938" y="20276"/>
                  <a:pt x="261938" y="20276"/>
                  <a:pt x="276193" y="4468"/>
                </a:cubicBezTo>
                <a:cubicBezTo>
                  <a:pt x="278785" y="1834"/>
                  <a:pt x="281377" y="516"/>
                  <a:pt x="285265" y="51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4521201" y="1624694"/>
            <a:ext cx="3149600" cy="2932793"/>
          </a:xfrm>
          <a:prstGeom prst="rect">
            <a:avLst/>
          </a:prstGeom>
          <a:solidFill>
            <a:srgbClr val="6887EA"/>
          </a:solidFill>
          <a:ln w="663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solidFill>
                <a:schemeClr val="tx1"/>
              </a:solidFill>
              <a:cs typeface="+mn-ea"/>
            </a:endParaRPr>
          </a:p>
        </p:txBody>
      </p:sp>
      <p:sp>
        <p:nvSpPr>
          <p:cNvPr id="10" name="椭圆 5" descr="D:\51PPT模板网\51pptmoban.com\图片.jpg"/>
          <p:cNvSpPr/>
          <p:nvPr/>
        </p:nvSpPr>
        <p:spPr>
          <a:xfrm>
            <a:off x="4949369" y="1959430"/>
            <a:ext cx="493486" cy="493486"/>
          </a:xfrm>
          <a:custGeom>
            <a:avLst/>
            <a:gdLst>
              <a:gd name="connsiteX0" fmla="*/ 157638 w 338138"/>
              <a:gd name="connsiteY0" fmla="*/ 144463 h 338138"/>
              <a:gd name="connsiteX1" fmla="*/ 165544 w 338138"/>
              <a:gd name="connsiteY1" fmla="*/ 148443 h 338138"/>
              <a:gd name="connsiteX2" fmla="*/ 249865 w 338138"/>
              <a:gd name="connsiteY2" fmla="*/ 233341 h 338138"/>
              <a:gd name="connsiteX3" fmla="*/ 280167 w 338138"/>
              <a:gd name="connsiteY3" fmla="*/ 232015 h 338138"/>
              <a:gd name="connsiteX4" fmla="*/ 286755 w 338138"/>
              <a:gd name="connsiteY4" fmla="*/ 234668 h 338138"/>
              <a:gd name="connsiteX5" fmla="*/ 335503 w 338138"/>
              <a:gd name="connsiteY5" fmla="*/ 283750 h 338138"/>
              <a:gd name="connsiteX6" fmla="*/ 338138 w 338138"/>
              <a:gd name="connsiteY6" fmla="*/ 293036 h 338138"/>
              <a:gd name="connsiteX7" fmla="*/ 330233 w 338138"/>
              <a:gd name="connsiteY7" fmla="*/ 298342 h 338138"/>
              <a:gd name="connsiteX8" fmla="*/ 311788 w 338138"/>
              <a:gd name="connsiteY8" fmla="*/ 303648 h 338138"/>
              <a:gd name="connsiteX9" fmla="*/ 303883 w 338138"/>
              <a:gd name="connsiteY9" fmla="*/ 310281 h 338138"/>
              <a:gd name="connsiteX10" fmla="*/ 299930 w 338138"/>
              <a:gd name="connsiteY10" fmla="*/ 331505 h 338138"/>
              <a:gd name="connsiteX11" fmla="*/ 293343 w 338138"/>
              <a:gd name="connsiteY11" fmla="*/ 338138 h 338138"/>
              <a:gd name="connsiteX12" fmla="*/ 290708 w 338138"/>
              <a:gd name="connsiteY12" fmla="*/ 338138 h 338138"/>
              <a:gd name="connsiteX13" fmla="*/ 284120 w 338138"/>
              <a:gd name="connsiteY13" fmla="*/ 335485 h 338138"/>
              <a:gd name="connsiteX14" fmla="*/ 235372 w 338138"/>
              <a:gd name="connsiteY14" fmla="*/ 286403 h 338138"/>
              <a:gd name="connsiteX15" fmla="*/ 232737 w 338138"/>
              <a:gd name="connsiteY15" fmla="*/ 279770 h 338138"/>
              <a:gd name="connsiteX16" fmla="*/ 234054 w 338138"/>
              <a:gd name="connsiteY16" fmla="*/ 249260 h 338138"/>
              <a:gd name="connsiteX17" fmla="*/ 149733 w 338138"/>
              <a:gd name="connsiteY17" fmla="*/ 164361 h 338138"/>
              <a:gd name="connsiteX18" fmla="*/ 149733 w 338138"/>
              <a:gd name="connsiteY18" fmla="*/ 148443 h 338138"/>
              <a:gd name="connsiteX19" fmla="*/ 157638 w 338138"/>
              <a:gd name="connsiteY19" fmla="*/ 144463 h 338138"/>
              <a:gd name="connsiteX20" fmla="*/ 145922 w 338138"/>
              <a:gd name="connsiteY20" fmla="*/ 120650 h 338138"/>
              <a:gd name="connsiteX21" fmla="*/ 169863 w 338138"/>
              <a:gd name="connsiteY21" fmla="*/ 137383 h 338138"/>
              <a:gd name="connsiteX22" fmla="*/ 157893 w 338138"/>
              <a:gd name="connsiteY22" fmla="*/ 133522 h 338138"/>
              <a:gd name="connsiteX23" fmla="*/ 141931 w 338138"/>
              <a:gd name="connsiteY23" fmla="*/ 141245 h 338138"/>
              <a:gd name="connsiteX24" fmla="*/ 137941 w 338138"/>
              <a:gd name="connsiteY24" fmla="*/ 168275 h 338138"/>
              <a:gd name="connsiteX25" fmla="*/ 120650 w 338138"/>
              <a:gd name="connsiteY25" fmla="*/ 145106 h 338138"/>
              <a:gd name="connsiteX26" fmla="*/ 145922 w 338138"/>
              <a:gd name="connsiteY26" fmla="*/ 120650 h 338138"/>
              <a:gd name="connsiteX27" fmla="*/ 146051 w 338138"/>
              <a:gd name="connsiteY27" fmla="*/ 60325 h 338138"/>
              <a:gd name="connsiteX28" fmla="*/ 230188 w 338138"/>
              <a:gd name="connsiteY28" fmla="*/ 145257 h 338138"/>
              <a:gd name="connsiteX29" fmla="*/ 219671 w 338138"/>
              <a:gd name="connsiteY29" fmla="*/ 186395 h 338138"/>
              <a:gd name="connsiteX30" fmla="*/ 193378 w 338138"/>
              <a:gd name="connsiteY30" fmla="*/ 161181 h 338138"/>
              <a:gd name="connsiteX31" fmla="*/ 196007 w 338138"/>
              <a:gd name="connsiteY31" fmla="*/ 145257 h 338138"/>
              <a:gd name="connsiteX32" fmla="*/ 146051 w 338138"/>
              <a:gd name="connsiteY32" fmla="*/ 94828 h 338138"/>
              <a:gd name="connsiteX33" fmla="*/ 96094 w 338138"/>
              <a:gd name="connsiteY33" fmla="*/ 145257 h 338138"/>
              <a:gd name="connsiteX34" fmla="*/ 146051 w 338138"/>
              <a:gd name="connsiteY34" fmla="*/ 195685 h 338138"/>
              <a:gd name="connsiteX35" fmla="*/ 161827 w 338138"/>
              <a:gd name="connsiteY35" fmla="*/ 193031 h 338138"/>
              <a:gd name="connsiteX36" fmla="*/ 188119 w 338138"/>
              <a:gd name="connsiteY36" fmla="*/ 219572 h 338138"/>
              <a:gd name="connsiteX37" fmla="*/ 146051 w 338138"/>
              <a:gd name="connsiteY37" fmla="*/ 230188 h 338138"/>
              <a:gd name="connsiteX38" fmla="*/ 61913 w 338138"/>
              <a:gd name="connsiteY38" fmla="*/ 145257 h 338138"/>
              <a:gd name="connsiteX39" fmla="*/ 146051 w 338138"/>
              <a:gd name="connsiteY39" fmla="*/ 60325 h 338138"/>
              <a:gd name="connsiteX40" fmla="*/ 145257 w 338138"/>
              <a:gd name="connsiteY40" fmla="*/ 0 h 338138"/>
              <a:gd name="connsiteX41" fmla="*/ 290513 w 338138"/>
              <a:gd name="connsiteY41" fmla="*/ 145257 h 338138"/>
              <a:gd name="connsiteX42" fmla="*/ 269385 w 338138"/>
              <a:gd name="connsiteY42" fmla="*/ 221846 h 338138"/>
              <a:gd name="connsiteX43" fmla="*/ 254859 w 338138"/>
              <a:gd name="connsiteY43" fmla="*/ 221846 h 338138"/>
              <a:gd name="connsiteX44" fmla="*/ 239013 w 338138"/>
              <a:gd name="connsiteY44" fmla="*/ 206000 h 338138"/>
              <a:gd name="connsiteX45" fmla="*/ 256180 w 338138"/>
              <a:gd name="connsiteY45" fmla="*/ 145257 h 338138"/>
              <a:gd name="connsiteX46" fmla="*/ 145257 w 338138"/>
              <a:gd name="connsiteY46" fmla="*/ 34333 h 338138"/>
              <a:gd name="connsiteX47" fmla="*/ 34333 w 338138"/>
              <a:gd name="connsiteY47" fmla="*/ 145257 h 338138"/>
              <a:gd name="connsiteX48" fmla="*/ 145257 w 338138"/>
              <a:gd name="connsiteY48" fmla="*/ 256180 h 338138"/>
              <a:gd name="connsiteX49" fmla="*/ 206000 w 338138"/>
              <a:gd name="connsiteY49" fmla="*/ 239013 h 338138"/>
              <a:gd name="connsiteX50" fmla="*/ 221847 w 338138"/>
              <a:gd name="connsiteY50" fmla="*/ 254859 h 338138"/>
              <a:gd name="connsiteX51" fmla="*/ 221847 w 338138"/>
              <a:gd name="connsiteY51" fmla="*/ 269385 h 338138"/>
              <a:gd name="connsiteX52" fmla="*/ 145257 w 338138"/>
              <a:gd name="connsiteY52" fmla="*/ 290513 h 338138"/>
              <a:gd name="connsiteX53" fmla="*/ 0 w 338138"/>
              <a:gd name="connsiteY53" fmla="*/ 145257 h 338138"/>
              <a:gd name="connsiteX54" fmla="*/ 145257 w 338138"/>
              <a:gd name="connsiteY54" fmla="*/ 0 h 338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338138" h="338138">
                <a:moveTo>
                  <a:pt x="157638" y="144463"/>
                </a:moveTo>
                <a:cubicBezTo>
                  <a:pt x="160273" y="144463"/>
                  <a:pt x="162908" y="145790"/>
                  <a:pt x="165544" y="148443"/>
                </a:cubicBezTo>
                <a:cubicBezTo>
                  <a:pt x="165544" y="148443"/>
                  <a:pt x="165544" y="148443"/>
                  <a:pt x="249865" y="233341"/>
                </a:cubicBezTo>
                <a:cubicBezTo>
                  <a:pt x="249865" y="233341"/>
                  <a:pt x="249865" y="233341"/>
                  <a:pt x="280167" y="232015"/>
                </a:cubicBezTo>
                <a:cubicBezTo>
                  <a:pt x="282803" y="232015"/>
                  <a:pt x="285438" y="233341"/>
                  <a:pt x="286755" y="234668"/>
                </a:cubicBezTo>
                <a:cubicBezTo>
                  <a:pt x="286755" y="234668"/>
                  <a:pt x="286755" y="234668"/>
                  <a:pt x="335503" y="283750"/>
                </a:cubicBezTo>
                <a:cubicBezTo>
                  <a:pt x="338138" y="286403"/>
                  <a:pt x="338138" y="289056"/>
                  <a:pt x="338138" y="293036"/>
                </a:cubicBezTo>
                <a:cubicBezTo>
                  <a:pt x="336821" y="295689"/>
                  <a:pt x="334186" y="298342"/>
                  <a:pt x="330233" y="298342"/>
                </a:cubicBezTo>
                <a:cubicBezTo>
                  <a:pt x="330233" y="298342"/>
                  <a:pt x="330233" y="298342"/>
                  <a:pt x="311788" y="303648"/>
                </a:cubicBezTo>
                <a:cubicBezTo>
                  <a:pt x="307835" y="303648"/>
                  <a:pt x="305200" y="306301"/>
                  <a:pt x="303883" y="310281"/>
                </a:cubicBezTo>
                <a:cubicBezTo>
                  <a:pt x="303883" y="310281"/>
                  <a:pt x="303883" y="310281"/>
                  <a:pt x="299930" y="331505"/>
                </a:cubicBezTo>
                <a:cubicBezTo>
                  <a:pt x="298613" y="334158"/>
                  <a:pt x="295978" y="336812"/>
                  <a:pt x="293343" y="338138"/>
                </a:cubicBezTo>
                <a:cubicBezTo>
                  <a:pt x="292025" y="338138"/>
                  <a:pt x="292025" y="338138"/>
                  <a:pt x="290708" y="338138"/>
                </a:cubicBezTo>
                <a:cubicBezTo>
                  <a:pt x="288073" y="338138"/>
                  <a:pt x="285438" y="336812"/>
                  <a:pt x="284120" y="335485"/>
                </a:cubicBezTo>
                <a:cubicBezTo>
                  <a:pt x="284120" y="335485"/>
                  <a:pt x="284120" y="335485"/>
                  <a:pt x="235372" y="286403"/>
                </a:cubicBezTo>
                <a:cubicBezTo>
                  <a:pt x="232737" y="283750"/>
                  <a:pt x="232737" y="281097"/>
                  <a:pt x="232737" y="279770"/>
                </a:cubicBezTo>
                <a:cubicBezTo>
                  <a:pt x="232737" y="279770"/>
                  <a:pt x="232737" y="279770"/>
                  <a:pt x="234054" y="249260"/>
                </a:cubicBezTo>
                <a:cubicBezTo>
                  <a:pt x="234054" y="249260"/>
                  <a:pt x="234054" y="249260"/>
                  <a:pt x="149733" y="164361"/>
                </a:cubicBezTo>
                <a:cubicBezTo>
                  <a:pt x="144463" y="159055"/>
                  <a:pt x="144463" y="152422"/>
                  <a:pt x="149733" y="148443"/>
                </a:cubicBezTo>
                <a:cubicBezTo>
                  <a:pt x="151051" y="145790"/>
                  <a:pt x="155003" y="144463"/>
                  <a:pt x="157638" y="144463"/>
                </a:cubicBezTo>
                <a:close/>
                <a:moveTo>
                  <a:pt x="145922" y="120650"/>
                </a:moveTo>
                <a:cubicBezTo>
                  <a:pt x="157893" y="120650"/>
                  <a:pt x="167203" y="128373"/>
                  <a:pt x="169863" y="137383"/>
                </a:cubicBezTo>
                <a:cubicBezTo>
                  <a:pt x="167203" y="134809"/>
                  <a:pt x="161883" y="133522"/>
                  <a:pt x="157893" y="133522"/>
                </a:cubicBezTo>
                <a:cubicBezTo>
                  <a:pt x="151242" y="133522"/>
                  <a:pt x="145922" y="136096"/>
                  <a:pt x="141931" y="141245"/>
                </a:cubicBezTo>
                <a:cubicBezTo>
                  <a:pt x="133951" y="147680"/>
                  <a:pt x="132620" y="160552"/>
                  <a:pt x="137941" y="168275"/>
                </a:cubicBezTo>
                <a:cubicBezTo>
                  <a:pt x="128630" y="165701"/>
                  <a:pt x="120650" y="156691"/>
                  <a:pt x="120650" y="145106"/>
                </a:cubicBezTo>
                <a:cubicBezTo>
                  <a:pt x="120650" y="132234"/>
                  <a:pt x="132620" y="120650"/>
                  <a:pt x="145922" y="120650"/>
                </a:cubicBezTo>
                <a:close/>
                <a:moveTo>
                  <a:pt x="146051" y="60325"/>
                </a:moveTo>
                <a:cubicBezTo>
                  <a:pt x="192063" y="60325"/>
                  <a:pt x="230188" y="98810"/>
                  <a:pt x="230188" y="145257"/>
                </a:cubicBezTo>
                <a:cubicBezTo>
                  <a:pt x="230188" y="159854"/>
                  <a:pt x="226244" y="174452"/>
                  <a:pt x="219671" y="186395"/>
                </a:cubicBezTo>
                <a:lnTo>
                  <a:pt x="193378" y="161181"/>
                </a:lnTo>
                <a:cubicBezTo>
                  <a:pt x="196007" y="155873"/>
                  <a:pt x="196007" y="150565"/>
                  <a:pt x="196007" y="145257"/>
                </a:cubicBezTo>
                <a:cubicBezTo>
                  <a:pt x="196007" y="117388"/>
                  <a:pt x="173658" y="94828"/>
                  <a:pt x="146051" y="94828"/>
                </a:cubicBezTo>
                <a:cubicBezTo>
                  <a:pt x="118443" y="94828"/>
                  <a:pt x="96094" y="117388"/>
                  <a:pt x="96094" y="145257"/>
                </a:cubicBezTo>
                <a:cubicBezTo>
                  <a:pt x="96094" y="173125"/>
                  <a:pt x="118443" y="195685"/>
                  <a:pt x="146051" y="195685"/>
                </a:cubicBezTo>
                <a:cubicBezTo>
                  <a:pt x="151309" y="195685"/>
                  <a:pt x="156568" y="194358"/>
                  <a:pt x="161827" y="193031"/>
                </a:cubicBezTo>
                <a:cubicBezTo>
                  <a:pt x="161827" y="193031"/>
                  <a:pt x="161827" y="193031"/>
                  <a:pt x="188119" y="219572"/>
                </a:cubicBezTo>
                <a:cubicBezTo>
                  <a:pt x="174973" y="226207"/>
                  <a:pt x="161827" y="230188"/>
                  <a:pt x="146051" y="230188"/>
                </a:cubicBezTo>
                <a:cubicBezTo>
                  <a:pt x="100038" y="230188"/>
                  <a:pt x="61913" y="191703"/>
                  <a:pt x="61913" y="145257"/>
                </a:cubicBezTo>
                <a:cubicBezTo>
                  <a:pt x="61913" y="98810"/>
                  <a:pt x="100038" y="60325"/>
                  <a:pt x="146051" y="60325"/>
                </a:cubicBezTo>
                <a:close/>
                <a:moveTo>
                  <a:pt x="145257" y="0"/>
                </a:moveTo>
                <a:cubicBezTo>
                  <a:pt x="225808" y="0"/>
                  <a:pt x="290513" y="64705"/>
                  <a:pt x="290513" y="145257"/>
                </a:cubicBezTo>
                <a:cubicBezTo>
                  <a:pt x="290513" y="172987"/>
                  <a:pt x="282590" y="199398"/>
                  <a:pt x="269385" y="221846"/>
                </a:cubicBezTo>
                <a:cubicBezTo>
                  <a:pt x="269385" y="221846"/>
                  <a:pt x="269385" y="221846"/>
                  <a:pt x="254859" y="221846"/>
                </a:cubicBezTo>
                <a:cubicBezTo>
                  <a:pt x="254859" y="221846"/>
                  <a:pt x="254859" y="221846"/>
                  <a:pt x="239013" y="206000"/>
                </a:cubicBezTo>
                <a:cubicBezTo>
                  <a:pt x="249577" y="188833"/>
                  <a:pt x="256180" y="167705"/>
                  <a:pt x="256180" y="145257"/>
                </a:cubicBezTo>
                <a:cubicBezTo>
                  <a:pt x="256180" y="84513"/>
                  <a:pt x="207321" y="34333"/>
                  <a:pt x="145257" y="34333"/>
                </a:cubicBezTo>
                <a:cubicBezTo>
                  <a:pt x="84513" y="34333"/>
                  <a:pt x="34333" y="84513"/>
                  <a:pt x="34333" y="145257"/>
                </a:cubicBezTo>
                <a:cubicBezTo>
                  <a:pt x="34333" y="207321"/>
                  <a:pt x="84513" y="256180"/>
                  <a:pt x="145257" y="256180"/>
                </a:cubicBezTo>
                <a:cubicBezTo>
                  <a:pt x="167705" y="256180"/>
                  <a:pt x="188834" y="249577"/>
                  <a:pt x="206000" y="239013"/>
                </a:cubicBezTo>
                <a:cubicBezTo>
                  <a:pt x="206000" y="239013"/>
                  <a:pt x="206000" y="239013"/>
                  <a:pt x="221847" y="254859"/>
                </a:cubicBezTo>
                <a:cubicBezTo>
                  <a:pt x="221847" y="254859"/>
                  <a:pt x="221847" y="254859"/>
                  <a:pt x="221847" y="269385"/>
                </a:cubicBezTo>
                <a:cubicBezTo>
                  <a:pt x="199398" y="282590"/>
                  <a:pt x="172988" y="290513"/>
                  <a:pt x="145257" y="290513"/>
                </a:cubicBezTo>
                <a:cubicBezTo>
                  <a:pt x="64705" y="290513"/>
                  <a:pt x="0" y="225808"/>
                  <a:pt x="0" y="145257"/>
                </a:cubicBezTo>
                <a:cubicBezTo>
                  <a:pt x="0" y="64705"/>
                  <a:pt x="64705" y="0"/>
                  <a:pt x="14525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7986713" y="1624694"/>
            <a:ext cx="3149600" cy="2932793"/>
          </a:xfrm>
          <a:prstGeom prst="rect">
            <a:avLst/>
          </a:prstGeom>
          <a:solidFill>
            <a:srgbClr val="B0C0F4"/>
          </a:solidFill>
          <a:ln w="663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solidFill>
                <a:schemeClr val="tx1"/>
              </a:solidFill>
              <a:cs typeface="+mn-ea"/>
            </a:endParaRPr>
          </a:p>
        </p:txBody>
      </p:sp>
      <p:sp>
        <p:nvSpPr>
          <p:cNvPr id="16" name="椭圆 6" descr="D:\51PPT模板网\51pptmoban.com\图片.jpg"/>
          <p:cNvSpPr/>
          <p:nvPr/>
        </p:nvSpPr>
        <p:spPr>
          <a:xfrm>
            <a:off x="8517852" y="1959430"/>
            <a:ext cx="439946" cy="493486"/>
          </a:xfrm>
          <a:custGeom>
            <a:avLst/>
            <a:gdLst>
              <a:gd name="connsiteX0" fmla="*/ 199932 w 300038"/>
              <a:gd name="connsiteY0" fmla="*/ 273051 h 336551"/>
              <a:gd name="connsiteX1" fmla="*/ 192088 w 300038"/>
              <a:gd name="connsiteY1" fmla="*/ 280989 h 336551"/>
              <a:gd name="connsiteX2" fmla="*/ 192088 w 300038"/>
              <a:gd name="connsiteY2" fmla="*/ 306124 h 336551"/>
              <a:gd name="connsiteX3" fmla="*/ 199932 w 300038"/>
              <a:gd name="connsiteY3" fmla="*/ 312739 h 336551"/>
              <a:gd name="connsiteX4" fmla="*/ 250919 w 300038"/>
              <a:gd name="connsiteY4" fmla="*/ 312739 h 336551"/>
              <a:gd name="connsiteX5" fmla="*/ 258763 w 300038"/>
              <a:gd name="connsiteY5" fmla="*/ 306124 h 336551"/>
              <a:gd name="connsiteX6" fmla="*/ 258763 w 300038"/>
              <a:gd name="connsiteY6" fmla="*/ 280989 h 336551"/>
              <a:gd name="connsiteX7" fmla="*/ 250919 w 300038"/>
              <a:gd name="connsiteY7" fmla="*/ 273051 h 336551"/>
              <a:gd name="connsiteX8" fmla="*/ 199932 w 300038"/>
              <a:gd name="connsiteY8" fmla="*/ 273051 h 336551"/>
              <a:gd name="connsiteX9" fmla="*/ 101328 w 300038"/>
              <a:gd name="connsiteY9" fmla="*/ 196851 h 336551"/>
              <a:gd name="connsiteX10" fmla="*/ 107908 w 300038"/>
              <a:gd name="connsiteY10" fmla="*/ 196851 h 336551"/>
              <a:gd name="connsiteX11" fmla="*/ 111856 w 300038"/>
              <a:gd name="connsiteY11" fmla="*/ 202123 h 336551"/>
              <a:gd name="connsiteX12" fmla="*/ 128964 w 300038"/>
              <a:gd name="connsiteY12" fmla="*/ 248250 h 336551"/>
              <a:gd name="connsiteX13" fmla="*/ 131595 w 300038"/>
              <a:gd name="connsiteY13" fmla="*/ 239025 h 336551"/>
              <a:gd name="connsiteX14" fmla="*/ 126332 w 300038"/>
              <a:gd name="connsiteY14" fmla="*/ 225845 h 336551"/>
              <a:gd name="connsiteX15" fmla="*/ 127648 w 300038"/>
              <a:gd name="connsiteY15" fmla="*/ 217938 h 336551"/>
              <a:gd name="connsiteX16" fmla="*/ 132911 w 300038"/>
              <a:gd name="connsiteY16" fmla="*/ 215302 h 336551"/>
              <a:gd name="connsiteX17" fmla="*/ 167126 w 300038"/>
              <a:gd name="connsiteY17" fmla="*/ 215302 h 336551"/>
              <a:gd name="connsiteX18" fmla="*/ 172390 w 300038"/>
              <a:gd name="connsiteY18" fmla="*/ 217938 h 336551"/>
              <a:gd name="connsiteX19" fmla="*/ 173706 w 300038"/>
              <a:gd name="connsiteY19" fmla="*/ 225845 h 336551"/>
              <a:gd name="connsiteX20" fmla="*/ 168442 w 300038"/>
              <a:gd name="connsiteY20" fmla="*/ 239025 h 336551"/>
              <a:gd name="connsiteX21" fmla="*/ 171074 w 300038"/>
              <a:gd name="connsiteY21" fmla="*/ 248250 h 336551"/>
              <a:gd name="connsiteX22" fmla="*/ 188182 w 300038"/>
              <a:gd name="connsiteY22" fmla="*/ 202123 h 336551"/>
              <a:gd name="connsiteX23" fmla="*/ 192130 w 300038"/>
              <a:gd name="connsiteY23" fmla="*/ 196851 h 336551"/>
              <a:gd name="connsiteX24" fmla="*/ 198710 w 300038"/>
              <a:gd name="connsiteY24" fmla="*/ 196851 h 336551"/>
              <a:gd name="connsiteX25" fmla="*/ 265823 w 300038"/>
              <a:gd name="connsiteY25" fmla="*/ 224527 h 336551"/>
              <a:gd name="connsiteX26" fmla="*/ 300038 w 300038"/>
              <a:gd name="connsiteY26" fmla="*/ 274609 h 336551"/>
              <a:gd name="connsiteX27" fmla="*/ 300038 w 300038"/>
              <a:gd name="connsiteY27" fmla="*/ 328643 h 336551"/>
              <a:gd name="connsiteX28" fmla="*/ 292142 w 300038"/>
              <a:gd name="connsiteY28" fmla="*/ 336551 h 336551"/>
              <a:gd name="connsiteX29" fmla="*/ 7896 w 300038"/>
              <a:gd name="connsiteY29" fmla="*/ 336551 h 336551"/>
              <a:gd name="connsiteX30" fmla="*/ 0 w 300038"/>
              <a:gd name="connsiteY30" fmla="*/ 328643 h 336551"/>
              <a:gd name="connsiteX31" fmla="*/ 0 w 300038"/>
              <a:gd name="connsiteY31" fmla="*/ 274609 h 336551"/>
              <a:gd name="connsiteX32" fmla="*/ 34215 w 300038"/>
              <a:gd name="connsiteY32" fmla="*/ 224527 h 336551"/>
              <a:gd name="connsiteX33" fmla="*/ 101328 w 300038"/>
              <a:gd name="connsiteY33" fmla="*/ 196851 h 336551"/>
              <a:gd name="connsiteX34" fmla="*/ 155328 w 300038"/>
              <a:gd name="connsiteY34" fmla="*/ 0 h 336551"/>
              <a:gd name="connsiteX35" fmla="*/ 201775 w 300038"/>
              <a:gd name="connsiteY35" fmla="*/ 15854 h 336551"/>
              <a:gd name="connsiteX36" fmla="*/ 223008 w 300038"/>
              <a:gd name="connsiteY36" fmla="*/ 79268 h 336551"/>
              <a:gd name="connsiteX37" fmla="*/ 224335 w 300038"/>
              <a:gd name="connsiteY37" fmla="*/ 93801 h 336551"/>
              <a:gd name="connsiteX38" fmla="*/ 229643 w 300038"/>
              <a:gd name="connsiteY38" fmla="*/ 100407 h 336551"/>
              <a:gd name="connsiteX39" fmla="*/ 232297 w 300038"/>
              <a:gd name="connsiteY39" fmla="*/ 125508 h 336551"/>
              <a:gd name="connsiteX40" fmla="*/ 208410 w 300038"/>
              <a:gd name="connsiteY40" fmla="*/ 151931 h 336551"/>
              <a:gd name="connsiteX41" fmla="*/ 185850 w 300038"/>
              <a:gd name="connsiteY41" fmla="*/ 183639 h 336551"/>
              <a:gd name="connsiteX42" fmla="*/ 172579 w 300038"/>
              <a:gd name="connsiteY42" fmla="*/ 192887 h 336551"/>
              <a:gd name="connsiteX43" fmla="*/ 150019 w 300038"/>
              <a:gd name="connsiteY43" fmla="*/ 196850 h 336551"/>
              <a:gd name="connsiteX44" fmla="*/ 127459 w 300038"/>
              <a:gd name="connsiteY44" fmla="*/ 192887 h 336551"/>
              <a:gd name="connsiteX45" fmla="*/ 114189 w 300038"/>
              <a:gd name="connsiteY45" fmla="*/ 183639 h 336551"/>
              <a:gd name="connsiteX46" fmla="*/ 91629 w 300038"/>
              <a:gd name="connsiteY46" fmla="*/ 151931 h 336551"/>
              <a:gd name="connsiteX47" fmla="*/ 67742 w 300038"/>
              <a:gd name="connsiteY47" fmla="*/ 125508 h 336551"/>
              <a:gd name="connsiteX48" fmla="*/ 70396 w 300038"/>
              <a:gd name="connsiteY48" fmla="*/ 100407 h 336551"/>
              <a:gd name="connsiteX49" fmla="*/ 75704 w 300038"/>
              <a:gd name="connsiteY49" fmla="*/ 93801 h 336551"/>
              <a:gd name="connsiteX50" fmla="*/ 77031 w 300038"/>
              <a:gd name="connsiteY50" fmla="*/ 85874 h 336551"/>
              <a:gd name="connsiteX51" fmla="*/ 74377 w 300038"/>
              <a:gd name="connsiteY51" fmla="*/ 50203 h 336551"/>
              <a:gd name="connsiteX52" fmla="*/ 103572 w 300038"/>
              <a:gd name="connsiteY52" fmla="*/ 27744 h 336551"/>
              <a:gd name="connsiteX53" fmla="*/ 119497 w 300038"/>
              <a:gd name="connsiteY53" fmla="*/ 10569 h 336551"/>
              <a:gd name="connsiteX54" fmla="*/ 155328 w 300038"/>
              <a:gd name="connsiteY54" fmla="*/ 0 h 336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300038" h="336551">
                <a:moveTo>
                  <a:pt x="199932" y="273051"/>
                </a:moveTo>
                <a:cubicBezTo>
                  <a:pt x="194703" y="273051"/>
                  <a:pt x="192088" y="277020"/>
                  <a:pt x="192088" y="280989"/>
                </a:cubicBezTo>
                <a:cubicBezTo>
                  <a:pt x="192088" y="306124"/>
                  <a:pt x="192088" y="306124"/>
                  <a:pt x="192088" y="306124"/>
                </a:cubicBezTo>
                <a:cubicBezTo>
                  <a:pt x="192088" y="310093"/>
                  <a:pt x="194703" y="312739"/>
                  <a:pt x="199932" y="312739"/>
                </a:cubicBezTo>
                <a:cubicBezTo>
                  <a:pt x="250919" y="312739"/>
                  <a:pt x="250919" y="312739"/>
                  <a:pt x="250919" y="312739"/>
                </a:cubicBezTo>
                <a:cubicBezTo>
                  <a:pt x="254841" y="312739"/>
                  <a:pt x="258763" y="310093"/>
                  <a:pt x="258763" y="306124"/>
                </a:cubicBezTo>
                <a:lnTo>
                  <a:pt x="258763" y="280989"/>
                </a:lnTo>
                <a:cubicBezTo>
                  <a:pt x="258763" y="277020"/>
                  <a:pt x="254841" y="273051"/>
                  <a:pt x="250919" y="273051"/>
                </a:cubicBezTo>
                <a:cubicBezTo>
                  <a:pt x="199932" y="273051"/>
                  <a:pt x="199932" y="273051"/>
                  <a:pt x="199932" y="273051"/>
                </a:cubicBezTo>
                <a:close/>
                <a:moveTo>
                  <a:pt x="101328" y="196851"/>
                </a:moveTo>
                <a:cubicBezTo>
                  <a:pt x="103960" y="196851"/>
                  <a:pt x="105276" y="196851"/>
                  <a:pt x="107908" y="196851"/>
                </a:cubicBezTo>
                <a:cubicBezTo>
                  <a:pt x="109224" y="198169"/>
                  <a:pt x="110540" y="199487"/>
                  <a:pt x="111856" y="202123"/>
                </a:cubicBezTo>
                <a:cubicBezTo>
                  <a:pt x="128964" y="248250"/>
                  <a:pt x="128964" y="248250"/>
                  <a:pt x="128964" y="248250"/>
                </a:cubicBezTo>
                <a:cubicBezTo>
                  <a:pt x="131595" y="239025"/>
                  <a:pt x="131595" y="239025"/>
                  <a:pt x="131595" y="239025"/>
                </a:cubicBezTo>
                <a:cubicBezTo>
                  <a:pt x="126332" y="225845"/>
                  <a:pt x="126332" y="225845"/>
                  <a:pt x="126332" y="225845"/>
                </a:cubicBezTo>
                <a:cubicBezTo>
                  <a:pt x="125016" y="223209"/>
                  <a:pt x="126332" y="220574"/>
                  <a:pt x="127648" y="217938"/>
                </a:cubicBezTo>
                <a:cubicBezTo>
                  <a:pt x="128964" y="216620"/>
                  <a:pt x="131595" y="215302"/>
                  <a:pt x="132911" y="215302"/>
                </a:cubicBezTo>
                <a:cubicBezTo>
                  <a:pt x="167126" y="215302"/>
                  <a:pt x="167126" y="215302"/>
                  <a:pt x="167126" y="215302"/>
                </a:cubicBezTo>
                <a:cubicBezTo>
                  <a:pt x="168442" y="215302"/>
                  <a:pt x="171074" y="216620"/>
                  <a:pt x="172390" y="217938"/>
                </a:cubicBezTo>
                <a:cubicBezTo>
                  <a:pt x="173706" y="220574"/>
                  <a:pt x="175022" y="223209"/>
                  <a:pt x="173706" y="225845"/>
                </a:cubicBezTo>
                <a:cubicBezTo>
                  <a:pt x="168442" y="239025"/>
                  <a:pt x="168442" y="239025"/>
                  <a:pt x="168442" y="239025"/>
                </a:cubicBezTo>
                <a:cubicBezTo>
                  <a:pt x="171074" y="248250"/>
                  <a:pt x="171074" y="248250"/>
                  <a:pt x="171074" y="248250"/>
                </a:cubicBezTo>
                <a:cubicBezTo>
                  <a:pt x="188182" y="202123"/>
                  <a:pt x="188182" y="202123"/>
                  <a:pt x="188182" y="202123"/>
                </a:cubicBezTo>
                <a:cubicBezTo>
                  <a:pt x="189498" y="199487"/>
                  <a:pt x="190814" y="198169"/>
                  <a:pt x="192130" y="196851"/>
                </a:cubicBezTo>
                <a:cubicBezTo>
                  <a:pt x="194762" y="196851"/>
                  <a:pt x="196078" y="196851"/>
                  <a:pt x="198710" y="196851"/>
                </a:cubicBezTo>
                <a:cubicBezTo>
                  <a:pt x="265823" y="224527"/>
                  <a:pt x="265823" y="224527"/>
                  <a:pt x="265823" y="224527"/>
                </a:cubicBezTo>
                <a:cubicBezTo>
                  <a:pt x="286879" y="232435"/>
                  <a:pt x="300038" y="252204"/>
                  <a:pt x="300038" y="274609"/>
                </a:cubicBezTo>
                <a:cubicBezTo>
                  <a:pt x="300038" y="328643"/>
                  <a:pt x="300038" y="328643"/>
                  <a:pt x="300038" y="328643"/>
                </a:cubicBezTo>
                <a:cubicBezTo>
                  <a:pt x="300038" y="332597"/>
                  <a:pt x="296090" y="336551"/>
                  <a:pt x="292142" y="336551"/>
                </a:cubicBezTo>
                <a:cubicBezTo>
                  <a:pt x="7896" y="336551"/>
                  <a:pt x="7896" y="336551"/>
                  <a:pt x="7896" y="336551"/>
                </a:cubicBezTo>
                <a:cubicBezTo>
                  <a:pt x="3948" y="336551"/>
                  <a:pt x="0" y="332597"/>
                  <a:pt x="0" y="328643"/>
                </a:cubicBezTo>
                <a:cubicBezTo>
                  <a:pt x="0" y="274609"/>
                  <a:pt x="0" y="274609"/>
                  <a:pt x="0" y="274609"/>
                </a:cubicBezTo>
                <a:cubicBezTo>
                  <a:pt x="0" y="252204"/>
                  <a:pt x="13159" y="232435"/>
                  <a:pt x="34215" y="224527"/>
                </a:cubicBezTo>
                <a:cubicBezTo>
                  <a:pt x="101328" y="196851"/>
                  <a:pt x="101328" y="196851"/>
                  <a:pt x="101328" y="196851"/>
                </a:cubicBezTo>
                <a:close/>
                <a:moveTo>
                  <a:pt x="155328" y="0"/>
                </a:moveTo>
                <a:cubicBezTo>
                  <a:pt x="171252" y="0"/>
                  <a:pt x="187177" y="5285"/>
                  <a:pt x="201775" y="15854"/>
                </a:cubicBezTo>
                <a:cubicBezTo>
                  <a:pt x="225662" y="34350"/>
                  <a:pt x="223008" y="72663"/>
                  <a:pt x="223008" y="79268"/>
                </a:cubicBezTo>
                <a:cubicBezTo>
                  <a:pt x="223008" y="84553"/>
                  <a:pt x="224335" y="89838"/>
                  <a:pt x="224335" y="93801"/>
                </a:cubicBezTo>
                <a:cubicBezTo>
                  <a:pt x="225662" y="95122"/>
                  <a:pt x="228316" y="96443"/>
                  <a:pt x="229643" y="100407"/>
                </a:cubicBezTo>
                <a:cubicBezTo>
                  <a:pt x="234951" y="107012"/>
                  <a:pt x="234951" y="114939"/>
                  <a:pt x="232297" y="125508"/>
                </a:cubicBezTo>
                <a:cubicBezTo>
                  <a:pt x="226989" y="146647"/>
                  <a:pt x="215045" y="150610"/>
                  <a:pt x="208410" y="151931"/>
                </a:cubicBezTo>
                <a:cubicBezTo>
                  <a:pt x="204429" y="159858"/>
                  <a:pt x="195139" y="175712"/>
                  <a:pt x="185850" y="183639"/>
                </a:cubicBezTo>
                <a:cubicBezTo>
                  <a:pt x="183196" y="187602"/>
                  <a:pt x="177888" y="190244"/>
                  <a:pt x="172579" y="192887"/>
                </a:cubicBezTo>
                <a:cubicBezTo>
                  <a:pt x="164617" y="195529"/>
                  <a:pt x="157982" y="196850"/>
                  <a:pt x="150019" y="196850"/>
                </a:cubicBezTo>
                <a:cubicBezTo>
                  <a:pt x="142057" y="196850"/>
                  <a:pt x="135422" y="195529"/>
                  <a:pt x="127459" y="192887"/>
                </a:cubicBezTo>
                <a:cubicBezTo>
                  <a:pt x="122151" y="190244"/>
                  <a:pt x="116843" y="187602"/>
                  <a:pt x="114189" y="183639"/>
                </a:cubicBezTo>
                <a:cubicBezTo>
                  <a:pt x="104900" y="175712"/>
                  <a:pt x="95610" y="159858"/>
                  <a:pt x="91629" y="151931"/>
                </a:cubicBezTo>
                <a:cubicBezTo>
                  <a:pt x="84994" y="150610"/>
                  <a:pt x="73050" y="146647"/>
                  <a:pt x="67742" y="125508"/>
                </a:cubicBezTo>
                <a:cubicBezTo>
                  <a:pt x="65088" y="114939"/>
                  <a:pt x="65088" y="107012"/>
                  <a:pt x="70396" y="100407"/>
                </a:cubicBezTo>
                <a:cubicBezTo>
                  <a:pt x="71723" y="96443"/>
                  <a:pt x="74377" y="95122"/>
                  <a:pt x="75704" y="93801"/>
                </a:cubicBezTo>
                <a:cubicBezTo>
                  <a:pt x="75704" y="91159"/>
                  <a:pt x="75704" y="88516"/>
                  <a:pt x="77031" y="85874"/>
                </a:cubicBezTo>
                <a:cubicBezTo>
                  <a:pt x="73050" y="80590"/>
                  <a:pt x="67742" y="68699"/>
                  <a:pt x="74377" y="50203"/>
                </a:cubicBezTo>
                <a:cubicBezTo>
                  <a:pt x="81013" y="30386"/>
                  <a:pt x="95610" y="27744"/>
                  <a:pt x="103572" y="27744"/>
                </a:cubicBezTo>
                <a:cubicBezTo>
                  <a:pt x="106227" y="22459"/>
                  <a:pt x="111535" y="17175"/>
                  <a:pt x="119497" y="10569"/>
                </a:cubicBezTo>
                <a:cubicBezTo>
                  <a:pt x="128786" y="3963"/>
                  <a:pt x="142057" y="0"/>
                  <a:pt x="15532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1483857" y="2787653"/>
            <a:ext cx="2235568" cy="1047355"/>
            <a:chOff x="283599" y="1906534"/>
            <a:chExt cx="2235568" cy="1047355"/>
          </a:xfrm>
        </p:grpSpPr>
        <p:sp>
          <p:nvSpPr>
            <p:cNvPr id="21" name="文本框 20"/>
            <p:cNvSpPr txBox="1"/>
            <p:nvPr/>
          </p:nvSpPr>
          <p:spPr>
            <a:xfrm>
              <a:off x="283599" y="2190603"/>
              <a:ext cx="2235568" cy="7632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000" dirty="0">
                  <a:solidFill>
                    <a:schemeClr val="bg1"/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sz="1000" dirty="0">
                  <a:solidFill>
                    <a:schemeClr val="bg1"/>
                  </a:solidFill>
                  <a:sym typeface="HarmonyOS Sans SC Light" panose="00000400000000000000" pitchFamily="2" charset="-122"/>
                </a:rPr>
                <a:t>... ...</a:t>
              </a:r>
              <a:endParaRPr lang="en-US" altLang="zh-CN" sz="1000" dirty="0">
                <a:solidFill>
                  <a:schemeClr val="bg1"/>
                </a:solidFill>
                <a:sym typeface="HarmonyOS Sans SC Light" panose="00000400000000000000" pitchFamily="2" charset="-122"/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283599" y="1906534"/>
              <a:ext cx="22355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chemeClr val="bg1"/>
                  </a:solidFill>
                  <a:sym typeface="HarmonyOS Sans SC Light" panose="00000400000000000000" pitchFamily="2" charset="-122"/>
                </a:rPr>
                <a:t>添加标题文本</a:t>
              </a:r>
              <a:endParaRPr lang="zh-CN" altLang="en-US" dirty="0">
                <a:solidFill>
                  <a:schemeClr val="bg1"/>
                </a:solidFill>
                <a:sym typeface="HarmonyOS Sans SC Light" panose="00000400000000000000" pitchFamily="2" charset="-122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4949369" y="2787653"/>
            <a:ext cx="2235568" cy="1047355"/>
            <a:chOff x="283599" y="1906534"/>
            <a:chExt cx="2235568" cy="1047355"/>
          </a:xfrm>
        </p:grpSpPr>
        <p:sp>
          <p:nvSpPr>
            <p:cNvPr id="24" name="文本框 23"/>
            <p:cNvSpPr txBox="1"/>
            <p:nvPr/>
          </p:nvSpPr>
          <p:spPr>
            <a:xfrm>
              <a:off x="283599" y="2190603"/>
              <a:ext cx="2235568" cy="7632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000" dirty="0">
                  <a:solidFill>
                    <a:schemeClr val="bg1"/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sz="1000" dirty="0">
                  <a:solidFill>
                    <a:schemeClr val="bg1"/>
                  </a:solidFill>
                  <a:sym typeface="HarmonyOS Sans SC Light" panose="00000400000000000000" pitchFamily="2" charset="-122"/>
                </a:rPr>
                <a:t>... ...</a:t>
              </a:r>
              <a:endParaRPr lang="en-US" altLang="zh-CN" sz="1000" dirty="0">
                <a:solidFill>
                  <a:schemeClr val="bg1"/>
                </a:solidFill>
                <a:sym typeface="HarmonyOS Sans SC Light" panose="00000400000000000000" pitchFamily="2" charset="-122"/>
              </a:endParaRP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283599" y="1906534"/>
              <a:ext cx="22355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chemeClr val="bg1"/>
                  </a:solidFill>
                  <a:sym typeface="HarmonyOS Sans SC Light" panose="00000400000000000000" pitchFamily="2" charset="-122"/>
                </a:rPr>
                <a:t>添加标题文本</a:t>
              </a:r>
              <a:endParaRPr lang="zh-CN" altLang="en-US" dirty="0">
                <a:solidFill>
                  <a:schemeClr val="bg1"/>
                </a:solidFill>
                <a:sym typeface="HarmonyOS Sans SC Light" panose="00000400000000000000" pitchFamily="2" charset="-122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8414881" y="2787653"/>
            <a:ext cx="2235568" cy="1047355"/>
            <a:chOff x="283599" y="1906534"/>
            <a:chExt cx="2235568" cy="1047355"/>
          </a:xfrm>
        </p:grpSpPr>
        <p:sp>
          <p:nvSpPr>
            <p:cNvPr id="27" name="文本框 26"/>
            <p:cNvSpPr txBox="1"/>
            <p:nvPr/>
          </p:nvSpPr>
          <p:spPr>
            <a:xfrm>
              <a:off x="283599" y="2190603"/>
              <a:ext cx="2235568" cy="7632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000" dirty="0">
                  <a:solidFill>
                    <a:schemeClr val="bg1"/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sz="1000" dirty="0">
                  <a:solidFill>
                    <a:schemeClr val="bg1"/>
                  </a:solidFill>
                  <a:sym typeface="HarmonyOS Sans SC Light" panose="00000400000000000000" pitchFamily="2" charset="-122"/>
                </a:rPr>
                <a:t>... ...</a:t>
              </a:r>
              <a:endParaRPr lang="en-US" altLang="zh-CN" sz="1000" dirty="0">
                <a:solidFill>
                  <a:schemeClr val="bg1"/>
                </a:solidFill>
                <a:sym typeface="HarmonyOS Sans SC Light" panose="00000400000000000000" pitchFamily="2" charset="-122"/>
              </a:endParaRP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283599" y="1906534"/>
              <a:ext cx="22355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chemeClr val="bg1"/>
                  </a:solidFill>
                  <a:sym typeface="HarmonyOS Sans SC Light" panose="00000400000000000000" pitchFamily="2" charset="-122"/>
                </a:rPr>
                <a:t>添加标题文本</a:t>
              </a:r>
              <a:endParaRPr lang="zh-CN" altLang="en-US" dirty="0">
                <a:solidFill>
                  <a:schemeClr val="bg1"/>
                </a:solidFill>
                <a:sym typeface="HarmonyOS Sans SC Light" panose="00000400000000000000" pitchFamily="2" charset="-122"/>
              </a:endParaRPr>
            </a:p>
          </p:txBody>
        </p:sp>
      </p:grpSp>
      <p:sp>
        <p:nvSpPr>
          <p:cNvPr id="29" name="文本框 28"/>
          <p:cNvSpPr txBox="1"/>
          <p:nvPr/>
        </p:nvSpPr>
        <p:spPr>
          <a:xfrm>
            <a:off x="1618707" y="5051576"/>
            <a:ext cx="9031741" cy="620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 dirty="0"/>
              <a:t>此处添加详细文本描述，建议与标题相关并符合整体语言风格，语言描述尽量简洁生动。尽量将每页幻灯片的字数控制在200字以内，据统计每页幻灯片的最好控制在5分钟之内。此处添加详细文本描述，建议与标题相关并符合整体语言风格，语言描述尽量简洁生动。</a:t>
            </a:r>
            <a:endParaRPr lang="zh-CN" altLang="en-US" sz="1200" b="1" dirty="0"/>
          </a:p>
        </p:txBody>
      </p:sp>
      <p:sp>
        <p:nvSpPr>
          <p:cNvPr id="47" name="文本框 46"/>
          <p:cNvSpPr txBox="1"/>
          <p:nvPr/>
        </p:nvSpPr>
        <p:spPr>
          <a:xfrm>
            <a:off x="1056771" y="4846093"/>
            <a:ext cx="260680" cy="251460"/>
          </a:xfrm>
          <a:custGeom>
            <a:avLst/>
            <a:gdLst/>
            <a:ahLst/>
            <a:cxnLst/>
            <a:rect l="l" t="t" r="r" b="b"/>
            <a:pathLst>
              <a:path w="260680" h="251460">
                <a:moveTo>
                  <a:pt x="236372" y="0"/>
                </a:moveTo>
                <a:lnTo>
                  <a:pt x="260680" y="41910"/>
                </a:lnTo>
                <a:cubicBezTo>
                  <a:pt x="234417" y="54204"/>
                  <a:pt x="215837" y="67895"/>
                  <a:pt x="204940" y="82982"/>
                </a:cubicBezTo>
                <a:cubicBezTo>
                  <a:pt x="194043" y="98070"/>
                  <a:pt x="188595" y="118466"/>
                  <a:pt x="188595" y="144171"/>
                </a:cubicBezTo>
                <a:lnTo>
                  <a:pt x="248945" y="144171"/>
                </a:lnTo>
                <a:lnTo>
                  <a:pt x="248945" y="251460"/>
                </a:lnTo>
                <a:lnTo>
                  <a:pt x="141656" y="251460"/>
                </a:lnTo>
                <a:lnTo>
                  <a:pt x="141656" y="144171"/>
                </a:lnTo>
                <a:cubicBezTo>
                  <a:pt x="141656" y="111760"/>
                  <a:pt x="148920" y="83681"/>
                  <a:pt x="163449" y="59932"/>
                </a:cubicBezTo>
                <a:cubicBezTo>
                  <a:pt x="177978" y="36183"/>
                  <a:pt x="202286" y="16206"/>
                  <a:pt x="236372" y="0"/>
                </a:cubicBezTo>
                <a:close/>
                <a:moveTo>
                  <a:pt x="94717" y="0"/>
                </a:moveTo>
                <a:lnTo>
                  <a:pt x="119024" y="41910"/>
                </a:lnTo>
                <a:cubicBezTo>
                  <a:pt x="92761" y="54204"/>
                  <a:pt x="74181" y="67895"/>
                  <a:pt x="63284" y="82982"/>
                </a:cubicBezTo>
                <a:cubicBezTo>
                  <a:pt x="52388" y="98070"/>
                  <a:pt x="46939" y="118466"/>
                  <a:pt x="46939" y="144171"/>
                </a:cubicBezTo>
                <a:lnTo>
                  <a:pt x="107290" y="144171"/>
                </a:lnTo>
                <a:lnTo>
                  <a:pt x="107290" y="251460"/>
                </a:lnTo>
                <a:lnTo>
                  <a:pt x="0" y="251460"/>
                </a:lnTo>
                <a:lnTo>
                  <a:pt x="0" y="144171"/>
                </a:lnTo>
                <a:cubicBezTo>
                  <a:pt x="0" y="111760"/>
                  <a:pt x="7264" y="83681"/>
                  <a:pt x="21793" y="59932"/>
                </a:cubicBezTo>
                <a:cubicBezTo>
                  <a:pt x="36322" y="36183"/>
                  <a:pt x="60630" y="16206"/>
                  <a:pt x="94717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663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>
              <a:defRPr>
                <a:cs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46" name="文本框 45"/>
          <p:cNvSpPr txBox="1"/>
          <p:nvPr/>
        </p:nvSpPr>
        <p:spPr>
          <a:xfrm>
            <a:off x="10861652" y="5610368"/>
            <a:ext cx="260680" cy="252298"/>
          </a:xfrm>
          <a:custGeom>
            <a:avLst/>
            <a:gdLst/>
            <a:ahLst/>
            <a:cxnLst/>
            <a:rect l="l" t="t" r="r" b="b"/>
            <a:pathLst>
              <a:path w="260680" h="252298">
                <a:moveTo>
                  <a:pt x="153391" y="0"/>
                </a:moveTo>
                <a:lnTo>
                  <a:pt x="260680" y="0"/>
                </a:lnTo>
                <a:lnTo>
                  <a:pt x="260680" y="107290"/>
                </a:lnTo>
                <a:cubicBezTo>
                  <a:pt x="260680" y="139700"/>
                  <a:pt x="253416" y="167780"/>
                  <a:pt x="238887" y="191529"/>
                </a:cubicBezTo>
                <a:cubicBezTo>
                  <a:pt x="224358" y="215278"/>
                  <a:pt x="199771" y="235534"/>
                  <a:pt x="165126" y="252298"/>
                </a:cubicBezTo>
                <a:lnTo>
                  <a:pt x="141656" y="209550"/>
                </a:lnTo>
                <a:cubicBezTo>
                  <a:pt x="167361" y="197257"/>
                  <a:pt x="185661" y="183566"/>
                  <a:pt x="196558" y="168478"/>
                </a:cubicBezTo>
                <a:cubicBezTo>
                  <a:pt x="207455" y="153391"/>
                  <a:pt x="212903" y="132995"/>
                  <a:pt x="212903" y="107290"/>
                </a:cubicBezTo>
                <a:lnTo>
                  <a:pt x="153391" y="107290"/>
                </a:lnTo>
                <a:close/>
                <a:moveTo>
                  <a:pt x="11735" y="0"/>
                </a:moveTo>
                <a:lnTo>
                  <a:pt x="119024" y="0"/>
                </a:lnTo>
                <a:lnTo>
                  <a:pt x="119024" y="107290"/>
                </a:lnTo>
                <a:cubicBezTo>
                  <a:pt x="119024" y="139700"/>
                  <a:pt x="111760" y="167780"/>
                  <a:pt x="97231" y="191529"/>
                </a:cubicBezTo>
                <a:cubicBezTo>
                  <a:pt x="82703" y="215278"/>
                  <a:pt x="58115" y="235534"/>
                  <a:pt x="23470" y="252298"/>
                </a:cubicBezTo>
                <a:lnTo>
                  <a:pt x="0" y="209550"/>
                </a:lnTo>
                <a:cubicBezTo>
                  <a:pt x="25705" y="197257"/>
                  <a:pt x="44006" y="183566"/>
                  <a:pt x="54902" y="168478"/>
                </a:cubicBezTo>
                <a:cubicBezTo>
                  <a:pt x="65799" y="153391"/>
                  <a:pt x="71247" y="132995"/>
                  <a:pt x="71247" y="107290"/>
                </a:cubicBezTo>
                <a:lnTo>
                  <a:pt x="11735" y="10729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663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>
              <a:defRPr>
                <a:cs typeface="+mn-ea"/>
              </a:defRPr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497555" y="249084"/>
            <a:ext cx="5196889" cy="616350"/>
            <a:chOff x="902835" y="1974450"/>
            <a:chExt cx="5196889" cy="616350"/>
          </a:xfrm>
        </p:grpSpPr>
        <p:sp>
          <p:nvSpPr>
            <p:cNvPr id="166" name="椭圆 2"/>
            <p:cNvSpPr/>
            <p:nvPr/>
          </p:nvSpPr>
          <p:spPr>
            <a:xfrm>
              <a:off x="902835" y="1974450"/>
              <a:ext cx="5196889" cy="597932"/>
            </a:xfrm>
            <a:custGeom>
              <a:avLst/>
              <a:gdLst>
                <a:gd name="connsiteX0" fmla="*/ 0 w 5082540"/>
                <a:gd name="connsiteY0" fmla="*/ 395730 h 791459"/>
                <a:gd name="connsiteX1" fmla="*/ 2541270 w 5082540"/>
                <a:gd name="connsiteY1" fmla="*/ 0 h 791459"/>
                <a:gd name="connsiteX2" fmla="*/ 5082540 w 5082540"/>
                <a:gd name="connsiteY2" fmla="*/ 395730 h 791459"/>
                <a:gd name="connsiteX3" fmla="*/ 2541270 w 5082540"/>
                <a:gd name="connsiteY3" fmla="*/ 791460 h 791459"/>
                <a:gd name="connsiteX4" fmla="*/ 0 w 5082540"/>
                <a:gd name="connsiteY4" fmla="*/ 395730 h 791459"/>
                <a:gd name="connsiteX0-1" fmla="*/ 145828 w 5228368"/>
                <a:gd name="connsiteY0-2" fmla="*/ 395730 h 715260"/>
                <a:gd name="connsiteX1-3" fmla="*/ 2687098 w 5228368"/>
                <a:gd name="connsiteY1-4" fmla="*/ 0 h 715260"/>
                <a:gd name="connsiteX2-5" fmla="*/ 5228368 w 5228368"/>
                <a:gd name="connsiteY2-6" fmla="*/ 395730 h 715260"/>
                <a:gd name="connsiteX3-7" fmla="*/ 1208818 w 5228368"/>
                <a:gd name="connsiteY3-8" fmla="*/ 715260 h 715260"/>
                <a:gd name="connsiteX4-9" fmla="*/ 145828 w 5228368"/>
                <a:gd name="connsiteY4-10" fmla="*/ 395730 h 715260"/>
                <a:gd name="connsiteX0-11" fmla="*/ 220894 w 5303434"/>
                <a:gd name="connsiteY0-12" fmla="*/ 334770 h 654300"/>
                <a:gd name="connsiteX1-13" fmla="*/ 3775624 w 5303434"/>
                <a:gd name="connsiteY1-14" fmla="*/ 0 h 654300"/>
                <a:gd name="connsiteX2-15" fmla="*/ 5303434 w 5303434"/>
                <a:gd name="connsiteY2-16" fmla="*/ 334770 h 654300"/>
                <a:gd name="connsiteX3-17" fmla="*/ 1283884 w 5303434"/>
                <a:gd name="connsiteY3-18" fmla="*/ 654300 h 654300"/>
                <a:gd name="connsiteX4-19" fmla="*/ 220894 w 5303434"/>
                <a:gd name="connsiteY4-20" fmla="*/ 334770 h 654300"/>
                <a:gd name="connsiteX0-21" fmla="*/ 131008 w 5213548"/>
                <a:gd name="connsiteY0-22" fmla="*/ 165594 h 664455"/>
                <a:gd name="connsiteX1-23" fmla="*/ 3685738 w 5213548"/>
                <a:gd name="connsiteY1-24" fmla="*/ 6084 h 664455"/>
                <a:gd name="connsiteX2-25" fmla="*/ 5213548 w 5213548"/>
                <a:gd name="connsiteY2-26" fmla="*/ 340854 h 664455"/>
                <a:gd name="connsiteX3-27" fmla="*/ 1193998 w 5213548"/>
                <a:gd name="connsiteY3-28" fmla="*/ 660384 h 664455"/>
                <a:gd name="connsiteX4-29" fmla="*/ 131008 w 5213548"/>
                <a:gd name="connsiteY4-30" fmla="*/ 165594 h 664455"/>
                <a:gd name="connsiteX0-31" fmla="*/ 106935 w 5189475"/>
                <a:gd name="connsiteY0-32" fmla="*/ 217356 h 716217"/>
                <a:gd name="connsiteX1-33" fmla="*/ 3661665 w 5189475"/>
                <a:gd name="connsiteY1-34" fmla="*/ 57846 h 716217"/>
                <a:gd name="connsiteX2-35" fmla="*/ 5189475 w 5189475"/>
                <a:gd name="connsiteY2-36" fmla="*/ 392616 h 716217"/>
                <a:gd name="connsiteX3-37" fmla="*/ 1169925 w 5189475"/>
                <a:gd name="connsiteY3-38" fmla="*/ 712146 h 716217"/>
                <a:gd name="connsiteX4-39" fmla="*/ 106935 w 5189475"/>
                <a:gd name="connsiteY4-40" fmla="*/ 217356 h 716217"/>
                <a:gd name="connsiteX0-41" fmla="*/ 106935 w 5189475"/>
                <a:gd name="connsiteY0-42" fmla="*/ 217356 h 743830"/>
                <a:gd name="connsiteX1-43" fmla="*/ 3661665 w 5189475"/>
                <a:gd name="connsiteY1-44" fmla="*/ 57846 h 743830"/>
                <a:gd name="connsiteX2-45" fmla="*/ 5189475 w 5189475"/>
                <a:gd name="connsiteY2-46" fmla="*/ 392616 h 743830"/>
                <a:gd name="connsiteX3-47" fmla="*/ 1169925 w 5189475"/>
                <a:gd name="connsiteY3-48" fmla="*/ 712146 h 743830"/>
                <a:gd name="connsiteX4-49" fmla="*/ 106935 w 5189475"/>
                <a:gd name="connsiteY4-50" fmla="*/ 217356 h 743830"/>
                <a:gd name="connsiteX0-51" fmla="*/ 106935 w 5194775"/>
                <a:gd name="connsiteY0-52" fmla="*/ 217356 h 743830"/>
                <a:gd name="connsiteX1-53" fmla="*/ 3661665 w 5194775"/>
                <a:gd name="connsiteY1-54" fmla="*/ 57846 h 743830"/>
                <a:gd name="connsiteX2-55" fmla="*/ 5189475 w 5194775"/>
                <a:gd name="connsiteY2-56" fmla="*/ 392616 h 743830"/>
                <a:gd name="connsiteX3-57" fmla="*/ 1169925 w 5194775"/>
                <a:gd name="connsiteY3-58" fmla="*/ 712146 h 743830"/>
                <a:gd name="connsiteX4-59" fmla="*/ 106935 w 5194775"/>
                <a:gd name="connsiteY4-60" fmla="*/ 217356 h 743830"/>
                <a:gd name="connsiteX0-61" fmla="*/ 107430 w 5193674"/>
                <a:gd name="connsiteY0-62" fmla="*/ 187556 h 714030"/>
                <a:gd name="connsiteX1-63" fmla="*/ 3304020 w 5193674"/>
                <a:gd name="connsiteY1-64" fmla="*/ 5186 h 714030"/>
                <a:gd name="connsiteX2-65" fmla="*/ 5189970 w 5193674"/>
                <a:gd name="connsiteY2-66" fmla="*/ 362816 h 714030"/>
                <a:gd name="connsiteX3-67" fmla="*/ 1170420 w 5193674"/>
                <a:gd name="connsiteY3-68" fmla="*/ 682346 h 714030"/>
                <a:gd name="connsiteX4-69" fmla="*/ 107430 w 5193674"/>
                <a:gd name="connsiteY4-70" fmla="*/ 187556 h 714030"/>
                <a:gd name="connsiteX0-71" fmla="*/ 89779 w 5176023"/>
                <a:gd name="connsiteY0-72" fmla="*/ 218381 h 744855"/>
                <a:gd name="connsiteX1-73" fmla="*/ 3286369 w 5176023"/>
                <a:gd name="connsiteY1-74" fmla="*/ 36011 h 744855"/>
                <a:gd name="connsiteX2-75" fmla="*/ 5172319 w 5176023"/>
                <a:gd name="connsiteY2-76" fmla="*/ 393641 h 744855"/>
                <a:gd name="connsiteX3-77" fmla="*/ 1152769 w 5176023"/>
                <a:gd name="connsiteY3-78" fmla="*/ 713171 h 744855"/>
                <a:gd name="connsiteX4-79" fmla="*/ 89779 w 5176023"/>
                <a:gd name="connsiteY4-80" fmla="*/ 218381 h 744855"/>
                <a:gd name="connsiteX0-81" fmla="*/ 86611 w 5210975"/>
                <a:gd name="connsiteY0-82" fmla="*/ 245965 h 723357"/>
                <a:gd name="connsiteX1-83" fmla="*/ 3321301 w 5210975"/>
                <a:gd name="connsiteY1-84" fmla="*/ 17875 h 723357"/>
                <a:gd name="connsiteX2-85" fmla="*/ 5207251 w 5210975"/>
                <a:gd name="connsiteY2-86" fmla="*/ 375505 h 723357"/>
                <a:gd name="connsiteX3-87" fmla="*/ 1187701 w 5210975"/>
                <a:gd name="connsiteY3-88" fmla="*/ 695035 h 723357"/>
                <a:gd name="connsiteX4-89" fmla="*/ 86611 w 5210975"/>
                <a:gd name="connsiteY4-90" fmla="*/ 245965 h 723357"/>
                <a:gd name="connsiteX0-91" fmla="*/ 43224 w 5167588"/>
                <a:gd name="connsiteY0-92" fmla="*/ 255515 h 732907"/>
                <a:gd name="connsiteX1-93" fmla="*/ 3277914 w 5167588"/>
                <a:gd name="connsiteY1-94" fmla="*/ 27425 h 732907"/>
                <a:gd name="connsiteX2-95" fmla="*/ 5163864 w 5167588"/>
                <a:gd name="connsiteY2-96" fmla="*/ 385055 h 732907"/>
                <a:gd name="connsiteX3-97" fmla="*/ 1144314 w 5167588"/>
                <a:gd name="connsiteY3-98" fmla="*/ 704585 h 732907"/>
                <a:gd name="connsiteX4-99" fmla="*/ 43224 w 5167588"/>
                <a:gd name="connsiteY4-100" fmla="*/ 255515 h 732907"/>
                <a:gd name="connsiteX0-101" fmla="*/ 28682 w 5153046"/>
                <a:gd name="connsiteY0-102" fmla="*/ 257665 h 735057"/>
                <a:gd name="connsiteX1-103" fmla="*/ 3263372 w 5153046"/>
                <a:gd name="connsiteY1-104" fmla="*/ 29575 h 735057"/>
                <a:gd name="connsiteX2-105" fmla="*/ 5149322 w 5153046"/>
                <a:gd name="connsiteY2-106" fmla="*/ 387205 h 735057"/>
                <a:gd name="connsiteX3-107" fmla="*/ 1129772 w 5153046"/>
                <a:gd name="connsiteY3-108" fmla="*/ 706735 h 735057"/>
                <a:gd name="connsiteX4-109" fmla="*/ 28682 w 5153046"/>
                <a:gd name="connsiteY4-110" fmla="*/ 257665 h 735057"/>
                <a:gd name="connsiteX0-111" fmla="*/ 45765 w 5170129"/>
                <a:gd name="connsiteY0-112" fmla="*/ 259882 h 737274"/>
                <a:gd name="connsiteX1-113" fmla="*/ 3280455 w 5170129"/>
                <a:gd name="connsiteY1-114" fmla="*/ 31792 h 737274"/>
                <a:gd name="connsiteX2-115" fmla="*/ 5166405 w 5170129"/>
                <a:gd name="connsiteY2-116" fmla="*/ 389422 h 737274"/>
                <a:gd name="connsiteX3-117" fmla="*/ 1146855 w 5170129"/>
                <a:gd name="connsiteY3-118" fmla="*/ 708952 h 737274"/>
                <a:gd name="connsiteX4-119" fmla="*/ 45765 w 5170129"/>
                <a:gd name="connsiteY4-120" fmla="*/ 259882 h 737274"/>
                <a:gd name="connsiteX0-121" fmla="*/ 72525 w 5196889"/>
                <a:gd name="connsiteY0-122" fmla="*/ 266896 h 744288"/>
                <a:gd name="connsiteX1-123" fmla="*/ 3307215 w 5196889"/>
                <a:gd name="connsiteY1-124" fmla="*/ 38806 h 744288"/>
                <a:gd name="connsiteX2-125" fmla="*/ 5193165 w 5196889"/>
                <a:gd name="connsiteY2-126" fmla="*/ 396436 h 744288"/>
                <a:gd name="connsiteX3-127" fmla="*/ 1173615 w 5196889"/>
                <a:gd name="connsiteY3-128" fmla="*/ 715966 h 744288"/>
                <a:gd name="connsiteX4-129" fmla="*/ 72525 w 5196889"/>
                <a:gd name="connsiteY4-130" fmla="*/ 266896 h 74428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5196889" h="744288">
                  <a:moveTo>
                    <a:pt x="72525" y="266896"/>
                  </a:moveTo>
                  <a:cubicBezTo>
                    <a:pt x="344305" y="-112664"/>
                    <a:pt x="2453775" y="17216"/>
                    <a:pt x="3307215" y="38806"/>
                  </a:cubicBezTo>
                  <a:cubicBezTo>
                    <a:pt x="4160655" y="60396"/>
                    <a:pt x="5269365" y="25480"/>
                    <a:pt x="5193165" y="396436"/>
                  </a:cubicBezTo>
                  <a:cubicBezTo>
                    <a:pt x="5155065" y="851212"/>
                    <a:pt x="2027055" y="737556"/>
                    <a:pt x="1173615" y="715966"/>
                  </a:cubicBezTo>
                  <a:cubicBezTo>
                    <a:pt x="320175" y="694376"/>
                    <a:pt x="-199255" y="646456"/>
                    <a:pt x="72525" y="266896"/>
                  </a:cubicBezTo>
                  <a:close/>
                </a:path>
              </a:pathLst>
            </a:custGeom>
            <a:solidFill>
              <a:srgbClr val="B0C0F4"/>
            </a:solidFill>
            <a:ln w="66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167" name="椭圆 166"/>
            <p:cNvSpPr/>
            <p:nvPr/>
          </p:nvSpPr>
          <p:spPr>
            <a:xfrm>
              <a:off x="1544273" y="1974450"/>
              <a:ext cx="616350" cy="616350"/>
            </a:xfrm>
            <a:prstGeom prst="ellipse">
              <a:avLst/>
            </a:prstGeom>
            <a:solidFill>
              <a:srgbClr val="6887EA"/>
            </a:solidFill>
            <a:ln w="66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168" name="文本框 167"/>
            <p:cNvSpPr txBox="1"/>
            <p:nvPr/>
          </p:nvSpPr>
          <p:spPr>
            <a:xfrm>
              <a:off x="2557990" y="2111161"/>
              <a:ext cx="269250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solidFill>
                    <a:schemeClr val="bg1"/>
                  </a:solidFill>
                </a:rPr>
                <a:t>单击此处添加标题文本</a:t>
              </a:r>
              <a:endParaRPr lang="zh-CN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169" name="文本框 168"/>
            <p:cNvSpPr txBox="1"/>
            <p:nvPr/>
          </p:nvSpPr>
          <p:spPr>
            <a:xfrm>
              <a:off x="1601045" y="2050707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solidFill>
                    <a:schemeClr val="bg1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rPr>
                <a:t>01</a:t>
              </a:r>
              <a:endParaRPr lang="zh-CN" altLang="en-US" sz="2400" dirty="0">
                <a:solidFill>
                  <a:schemeClr val="bg1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</a:endParaRPr>
            </a:p>
          </p:txBody>
        </p:sp>
      </p:grpSp>
      <p:sp>
        <p:nvSpPr>
          <p:cNvPr id="9" name="Shape 6891"/>
          <p:cNvSpPr/>
          <p:nvPr/>
        </p:nvSpPr>
        <p:spPr>
          <a:xfrm flipH="1">
            <a:off x="7099764" y="2692920"/>
            <a:ext cx="1362527" cy="13623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507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3507"/>
                  <a:pt x="0" y="13507"/>
                  <a:pt x="0" y="13507"/>
                </a:cubicBezTo>
                <a:cubicBezTo>
                  <a:pt x="0" y="17978"/>
                  <a:pt x="3622" y="21600"/>
                  <a:pt x="8112" y="21600"/>
                </a:cubicBezTo>
                <a:cubicBezTo>
                  <a:pt x="21600" y="21600"/>
                  <a:pt x="21600" y="21600"/>
                  <a:pt x="21600" y="21600"/>
                </a:cubicBezTo>
                <a:cubicBezTo>
                  <a:pt x="21600" y="8112"/>
                  <a:pt x="21600" y="8112"/>
                  <a:pt x="21600" y="8112"/>
                </a:cubicBezTo>
                <a:cubicBezTo>
                  <a:pt x="21600" y="3622"/>
                  <a:pt x="17978" y="0"/>
                  <a:pt x="13507" y="0"/>
                </a:cubicBezTo>
                <a:close/>
              </a:path>
            </a:pathLst>
          </a:custGeom>
          <a:solidFill>
            <a:srgbClr val="E0E0E0">
              <a:alpha val="15000"/>
            </a:srgbClr>
          </a:solidFill>
          <a:ln>
            <a:round/>
          </a:ln>
        </p:spPr>
        <p:txBody>
          <a:bodyPr lIns="0" tIns="0" rIns="0" bIns="0"/>
          <a:lstStyle/>
          <a:p>
            <a:pPr lvl="0">
              <a:buClrTx/>
            </a:pPr>
            <a:endParaRPr sz="2400">
              <a:cs typeface="+mn-ea"/>
              <a:sym typeface="+mn-lt"/>
            </a:endParaRPr>
          </a:p>
        </p:txBody>
      </p:sp>
      <p:sp>
        <p:nvSpPr>
          <p:cNvPr id="10" name="Shape 6914" descr="D:\51PPT模板网\51pptmoban.com\图片.jpg"/>
          <p:cNvSpPr/>
          <p:nvPr/>
        </p:nvSpPr>
        <p:spPr>
          <a:xfrm>
            <a:off x="3923378" y="1504572"/>
            <a:ext cx="2365896" cy="21501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095" y="18391"/>
                </a:moveTo>
                <a:cubicBezTo>
                  <a:pt x="2131" y="18465"/>
                  <a:pt x="1144" y="18588"/>
                  <a:pt x="224" y="18761"/>
                </a:cubicBezTo>
                <a:cubicBezTo>
                  <a:pt x="90" y="19699"/>
                  <a:pt x="22" y="20637"/>
                  <a:pt x="0" y="21600"/>
                </a:cubicBezTo>
                <a:cubicBezTo>
                  <a:pt x="3701" y="21600"/>
                  <a:pt x="3701" y="21600"/>
                  <a:pt x="3701" y="21600"/>
                </a:cubicBezTo>
                <a:cubicBezTo>
                  <a:pt x="4060" y="20168"/>
                  <a:pt x="5249" y="19156"/>
                  <a:pt x="6639" y="19156"/>
                </a:cubicBezTo>
                <a:cubicBezTo>
                  <a:pt x="8030" y="19156"/>
                  <a:pt x="9219" y="20168"/>
                  <a:pt x="9600" y="21600"/>
                </a:cubicBezTo>
                <a:cubicBezTo>
                  <a:pt x="10273" y="21600"/>
                  <a:pt x="10273" y="21600"/>
                  <a:pt x="10273" y="21600"/>
                </a:cubicBezTo>
                <a:cubicBezTo>
                  <a:pt x="10295" y="20711"/>
                  <a:pt x="10430" y="19847"/>
                  <a:pt x="10654" y="18983"/>
                </a:cubicBezTo>
                <a:cubicBezTo>
                  <a:pt x="11125" y="17206"/>
                  <a:pt x="12045" y="15552"/>
                  <a:pt x="13279" y="14268"/>
                </a:cubicBezTo>
                <a:cubicBezTo>
                  <a:pt x="14467" y="12960"/>
                  <a:pt x="16015" y="12096"/>
                  <a:pt x="17675" y="11602"/>
                </a:cubicBezTo>
                <a:cubicBezTo>
                  <a:pt x="18258" y="11454"/>
                  <a:pt x="18841" y="11380"/>
                  <a:pt x="19447" y="11331"/>
                </a:cubicBezTo>
                <a:cubicBezTo>
                  <a:pt x="19447" y="9183"/>
                  <a:pt x="19447" y="9183"/>
                  <a:pt x="19447" y="9183"/>
                </a:cubicBezTo>
                <a:cubicBezTo>
                  <a:pt x="19828" y="9109"/>
                  <a:pt x="19828" y="9109"/>
                  <a:pt x="19828" y="9109"/>
                </a:cubicBezTo>
                <a:cubicBezTo>
                  <a:pt x="20860" y="8912"/>
                  <a:pt x="21600" y="7949"/>
                  <a:pt x="21600" y="6764"/>
                </a:cubicBezTo>
                <a:cubicBezTo>
                  <a:pt x="21600" y="5579"/>
                  <a:pt x="20860" y="4592"/>
                  <a:pt x="19828" y="4394"/>
                </a:cubicBezTo>
                <a:cubicBezTo>
                  <a:pt x="19447" y="4320"/>
                  <a:pt x="19447" y="4320"/>
                  <a:pt x="19447" y="4320"/>
                </a:cubicBezTo>
                <a:cubicBezTo>
                  <a:pt x="19447" y="0"/>
                  <a:pt x="19447" y="0"/>
                  <a:pt x="19447" y="0"/>
                </a:cubicBezTo>
                <a:cubicBezTo>
                  <a:pt x="18931" y="25"/>
                  <a:pt x="18437" y="49"/>
                  <a:pt x="17921" y="123"/>
                </a:cubicBezTo>
                <a:cubicBezTo>
                  <a:pt x="17720" y="1185"/>
                  <a:pt x="17563" y="2197"/>
                  <a:pt x="17450" y="3259"/>
                </a:cubicBezTo>
                <a:cubicBezTo>
                  <a:pt x="15880" y="3579"/>
                  <a:pt x="15880" y="3579"/>
                  <a:pt x="15880" y="3579"/>
                </a:cubicBezTo>
                <a:cubicBezTo>
                  <a:pt x="14355" y="4098"/>
                  <a:pt x="14355" y="4098"/>
                  <a:pt x="14355" y="4098"/>
                </a:cubicBezTo>
                <a:cubicBezTo>
                  <a:pt x="13817" y="3209"/>
                  <a:pt x="13234" y="2370"/>
                  <a:pt x="12628" y="1555"/>
                </a:cubicBezTo>
                <a:cubicBezTo>
                  <a:pt x="11080" y="2197"/>
                  <a:pt x="9622" y="3110"/>
                  <a:pt x="8277" y="4172"/>
                </a:cubicBezTo>
                <a:cubicBezTo>
                  <a:pt x="8568" y="5159"/>
                  <a:pt x="8905" y="6171"/>
                  <a:pt x="9286" y="7134"/>
                </a:cubicBezTo>
                <a:cubicBezTo>
                  <a:pt x="8882" y="7529"/>
                  <a:pt x="8456" y="7875"/>
                  <a:pt x="8075" y="8294"/>
                </a:cubicBezTo>
                <a:cubicBezTo>
                  <a:pt x="7716" y="8714"/>
                  <a:pt x="7312" y="9109"/>
                  <a:pt x="6976" y="9578"/>
                </a:cubicBezTo>
                <a:cubicBezTo>
                  <a:pt x="6123" y="9134"/>
                  <a:pt x="5226" y="8714"/>
                  <a:pt x="4329" y="8319"/>
                </a:cubicBezTo>
                <a:cubicBezTo>
                  <a:pt x="3297" y="9751"/>
                  <a:pt x="2422" y="11331"/>
                  <a:pt x="1750" y="12985"/>
                </a:cubicBezTo>
                <a:cubicBezTo>
                  <a:pt x="2490" y="13701"/>
                  <a:pt x="3230" y="14367"/>
                  <a:pt x="3993" y="15009"/>
                </a:cubicBezTo>
                <a:cubicBezTo>
                  <a:pt x="3746" y="15552"/>
                  <a:pt x="3634" y="16120"/>
                  <a:pt x="3454" y="16663"/>
                </a:cubicBezTo>
                <a:cubicBezTo>
                  <a:pt x="3275" y="17231"/>
                  <a:pt x="3207" y="17798"/>
                  <a:pt x="3095" y="18391"/>
                </a:cubicBezTo>
                <a:close/>
              </a:path>
            </a:pathLst>
          </a:custGeom>
          <a:solidFill>
            <a:srgbClr val="B0C0F4"/>
          </a:solidFill>
          <a:ln w="663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11" name="Shape 6915"/>
          <p:cNvSpPr/>
          <p:nvPr/>
        </p:nvSpPr>
        <p:spPr>
          <a:xfrm>
            <a:off x="6150806" y="1504569"/>
            <a:ext cx="2145376" cy="23860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3181"/>
                </a:moveTo>
                <a:cubicBezTo>
                  <a:pt x="1410" y="3559"/>
                  <a:pt x="2375" y="4738"/>
                  <a:pt x="2375" y="6095"/>
                </a:cubicBezTo>
                <a:cubicBezTo>
                  <a:pt x="2375" y="7452"/>
                  <a:pt x="1410" y="8609"/>
                  <a:pt x="0" y="9009"/>
                </a:cubicBezTo>
                <a:cubicBezTo>
                  <a:pt x="0" y="10188"/>
                  <a:pt x="0" y="10188"/>
                  <a:pt x="0" y="10188"/>
                </a:cubicBezTo>
                <a:cubicBezTo>
                  <a:pt x="866" y="10233"/>
                  <a:pt x="1732" y="10344"/>
                  <a:pt x="2573" y="10566"/>
                </a:cubicBezTo>
                <a:cubicBezTo>
                  <a:pt x="4379" y="11034"/>
                  <a:pt x="6037" y="11946"/>
                  <a:pt x="7324" y="13169"/>
                </a:cubicBezTo>
                <a:cubicBezTo>
                  <a:pt x="8635" y="14370"/>
                  <a:pt x="9501" y="15883"/>
                  <a:pt x="9971" y="17529"/>
                </a:cubicBezTo>
                <a:cubicBezTo>
                  <a:pt x="10120" y="18130"/>
                  <a:pt x="10219" y="18753"/>
                  <a:pt x="10268" y="19375"/>
                </a:cubicBezTo>
                <a:cubicBezTo>
                  <a:pt x="12767" y="19375"/>
                  <a:pt x="12767" y="19375"/>
                  <a:pt x="12767" y="19375"/>
                </a:cubicBezTo>
                <a:cubicBezTo>
                  <a:pt x="12841" y="19754"/>
                  <a:pt x="12841" y="19754"/>
                  <a:pt x="12841" y="19754"/>
                </a:cubicBezTo>
                <a:cubicBezTo>
                  <a:pt x="13014" y="20821"/>
                  <a:pt x="14029" y="21600"/>
                  <a:pt x="15216" y="21600"/>
                </a:cubicBezTo>
                <a:cubicBezTo>
                  <a:pt x="16404" y="21600"/>
                  <a:pt x="17394" y="20821"/>
                  <a:pt x="17592" y="19776"/>
                </a:cubicBezTo>
                <a:cubicBezTo>
                  <a:pt x="17641" y="19375"/>
                  <a:pt x="17641" y="19375"/>
                  <a:pt x="17641" y="19375"/>
                </a:cubicBezTo>
                <a:cubicBezTo>
                  <a:pt x="21600" y="19375"/>
                  <a:pt x="21600" y="19375"/>
                  <a:pt x="21600" y="19375"/>
                </a:cubicBezTo>
                <a:cubicBezTo>
                  <a:pt x="21600" y="18842"/>
                  <a:pt x="21551" y="18308"/>
                  <a:pt x="21476" y="17774"/>
                </a:cubicBezTo>
                <a:cubicBezTo>
                  <a:pt x="20437" y="17596"/>
                  <a:pt x="19423" y="17418"/>
                  <a:pt x="18359" y="17307"/>
                </a:cubicBezTo>
                <a:cubicBezTo>
                  <a:pt x="18012" y="15750"/>
                  <a:pt x="18012" y="15750"/>
                  <a:pt x="18012" y="15750"/>
                </a:cubicBezTo>
                <a:cubicBezTo>
                  <a:pt x="17518" y="14237"/>
                  <a:pt x="17518" y="14237"/>
                  <a:pt x="17518" y="14237"/>
                </a:cubicBezTo>
                <a:cubicBezTo>
                  <a:pt x="18408" y="13703"/>
                  <a:pt x="19225" y="13125"/>
                  <a:pt x="20066" y="12524"/>
                </a:cubicBezTo>
                <a:cubicBezTo>
                  <a:pt x="19423" y="10989"/>
                  <a:pt x="18482" y="9543"/>
                  <a:pt x="17443" y="8208"/>
                </a:cubicBezTo>
                <a:cubicBezTo>
                  <a:pt x="16429" y="8498"/>
                  <a:pt x="15414" y="8854"/>
                  <a:pt x="14449" y="9209"/>
                </a:cubicBezTo>
                <a:cubicBezTo>
                  <a:pt x="14078" y="8809"/>
                  <a:pt x="13732" y="8386"/>
                  <a:pt x="13287" y="8008"/>
                </a:cubicBezTo>
                <a:cubicBezTo>
                  <a:pt x="12866" y="7652"/>
                  <a:pt x="12470" y="7252"/>
                  <a:pt x="12000" y="6918"/>
                </a:cubicBezTo>
                <a:cubicBezTo>
                  <a:pt x="12470" y="6073"/>
                  <a:pt x="12891" y="5183"/>
                  <a:pt x="13262" y="4293"/>
                </a:cubicBezTo>
                <a:cubicBezTo>
                  <a:pt x="11827" y="3270"/>
                  <a:pt x="10268" y="2402"/>
                  <a:pt x="8586" y="1735"/>
                </a:cubicBezTo>
                <a:cubicBezTo>
                  <a:pt x="7868" y="2469"/>
                  <a:pt x="7200" y="3203"/>
                  <a:pt x="6581" y="3960"/>
                </a:cubicBezTo>
                <a:cubicBezTo>
                  <a:pt x="6037" y="3737"/>
                  <a:pt x="5468" y="3604"/>
                  <a:pt x="4899" y="3426"/>
                </a:cubicBezTo>
                <a:cubicBezTo>
                  <a:pt x="4355" y="3270"/>
                  <a:pt x="3761" y="3181"/>
                  <a:pt x="3192" y="3070"/>
                </a:cubicBezTo>
                <a:cubicBezTo>
                  <a:pt x="3093" y="2113"/>
                  <a:pt x="2994" y="1135"/>
                  <a:pt x="2796" y="200"/>
                </a:cubicBezTo>
                <a:cubicBezTo>
                  <a:pt x="1880" y="111"/>
                  <a:pt x="940" y="22"/>
                  <a:pt x="0" y="0"/>
                </a:cubicBezTo>
                <a:lnTo>
                  <a:pt x="0" y="3181"/>
                </a:lnTo>
                <a:close/>
              </a:path>
            </a:pathLst>
          </a:custGeom>
          <a:solidFill>
            <a:srgbClr val="6887EA"/>
          </a:solidFill>
          <a:ln w="663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12" name="Shape 6916"/>
          <p:cNvSpPr/>
          <p:nvPr/>
        </p:nvSpPr>
        <p:spPr>
          <a:xfrm>
            <a:off x="3923379" y="3511168"/>
            <a:ext cx="2129989" cy="23672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8530"/>
                </a:moveTo>
                <a:cubicBezTo>
                  <a:pt x="20205" y="18127"/>
                  <a:pt x="19233" y="16984"/>
                  <a:pt x="19233" y="15595"/>
                </a:cubicBezTo>
                <a:cubicBezTo>
                  <a:pt x="19233" y="14228"/>
                  <a:pt x="20205" y="13063"/>
                  <a:pt x="21600" y="12682"/>
                </a:cubicBezTo>
                <a:cubicBezTo>
                  <a:pt x="21600" y="11338"/>
                  <a:pt x="21600" y="11338"/>
                  <a:pt x="21600" y="11338"/>
                </a:cubicBezTo>
                <a:cubicBezTo>
                  <a:pt x="20778" y="11293"/>
                  <a:pt x="19956" y="11181"/>
                  <a:pt x="19158" y="10957"/>
                </a:cubicBezTo>
                <a:cubicBezTo>
                  <a:pt x="17365" y="10486"/>
                  <a:pt x="15696" y="9590"/>
                  <a:pt x="14400" y="8358"/>
                </a:cubicBezTo>
                <a:cubicBezTo>
                  <a:pt x="13080" y="7148"/>
                  <a:pt x="12208" y="5602"/>
                  <a:pt x="11709" y="3966"/>
                </a:cubicBezTo>
                <a:cubicBezTo>
                  <a:pt x="11560" y="3383"/>
                  <a:pt x="11485" y="2801"/>
                  <a:pt x="11435" y="2218"/>
                </a:cubicBezTo>
                <a:cubicBezTo>
                  <a:pt x="9841" y="2218"/>
                  <a:pt x="9841" y="2218"/>
                  <a:pt x="9841" y="2218"/>
                </a:cubicBezTo>
                <a:cubicBezTo>
                  <a:pt x="9766" y="1837"/>
                  <a:pt x="9766" y="1837"/>
                  <a:pt x="9766" y="1837"/>
                </a:cubicBezTo>
                <a:cubicBezTo>
                  <a:pt x="9592" y="784"/>
                  <a:pt x="8570" y="0"/>
                  <a:pt x="7374" y="0"/>
                </a:cubicBezTo>
                <a:cubicBezTo>
                  <a:pt x="6179" y="0"/>
                  <a:pt x="5182" y="784"/>
                  <a:pt x="4983" y="1837"/>
                </a:cubicBezTo>
                <a:cubicBezTo>
                  <a:pt x="4933" y="2218"/>
                  <a:pt x="4933" y="2218"/>
                  <a:pt x="4933" y="2218"/>
                </a:cubicBezTo>
                <a:cubicBezTo>
                  <a:pt x="0" y="2218"/>
                  <a:pt x="0" y="2218"/>
                  <a:pt x="0" y="2218"/>
                </a:cubicBezTo>
                <a:cubicBezTo>
                  <a:pt x="25" y="2711"/>
                  <a:pt x="75" y="3204"/>
                  <a:pt x="125" y="3697"/>
                </a:cubicBezTo>
                <a:cubicBezTo>
                  <a:pt x="1196" y="3899"/>
                  <a:pt x="2217" y="4056"/>
                  <a:pt x="3289" y="4168"/>
                </a:cubicBezTo>
                <a:cubicBezTo>
                  <a:pt x="3612" y="5736"/>
                  <a:pt x="3612" y="5736"/>
                  <a:pt x="3612" y="5736"/>
                </a:cubicBezTo>
                <a:cubicBezTo>
                  <a:pt x="4111" y="7260"/>
                  <a:pt x="4111" y="7260"/>
                  <a:pt x="4111" y="7260"/>
                </a:cubicBezTo>
                <a:cubicBezTo>
                  <a:pt x="3239" y="7820"/>
                  <a:pt x="2392" y="8380"/>
                  <a:pt x="1570" y="8985"/>
                </a:cubicBezTo>
                <a:cubicBezTo>
                  <a:pt x="2217" y="10554"/>
                  <a:pt x="3139" y="11988"/>
                  <a:pt x="4210" y="13354"/>
                </a:cubicBezTo>
                <a:cubicBezTo>
                  <a:pt x="5207" y="13063"/>
                  <a:pt x="6228" y="12705"/>
                  <a:pt x="7200" y="12324"/>
                </a:cubicBezTo>
                <a:cubicBezTo>
                  <a:pt x="7599" y="12727"/>
                  <a:pt x="7947" y="13175"/>
                  <a:pt x="8371" y="13534"/>
                </a:cubicBezTo>
                <a:cubicBezTo>
                  <a:pt x="8794" y="13915"/>
                  <a:pt x="9193" y="14318"/>
                  <a:pt x="9666" y="14632"/>
                </a:cubicBezTo>
                <a:cubicBezTo>
                  <a:pt x="9218" y="15505"/>
                  <a:pt x="8794" y="16379"/>
                  <a:pt x="8421" y="17298"/>
                </a:cubicBezTo>
                <a:cubicBezTo>
                  <a:pt x="9841" y="18329"/>
                  <a:pt x="11435" y="19180"/>
                  <a:pt x="13104" y="19852"/>
                </a:cubicBezTo>
                <a:cubicBezTo>
                  <a:pt x="13827" y="19135"/>
                  <a:pt x="14500" y="18396"/>
                  <a:pt x="15147" y="17634"/>
                </a:cubicBezTo>
                <a:cubicBezTo>
                  <a:pt x="15671" y="17858"/>
                  <a:pt x="16269" y="17970"/>
                  <a:pt x="16817" y="18149"/>
                </a:cubicBezTo>
                <a:cubicBezTo>
                  <a:pt x="17390" y="18329"/>
                  <a:pt x="17963" y="18418"/>
                  <a:pt x="18561" y="18530"/>
                </a:cubicBezTo>
                <a:cubicBezTo>
                  <a:pt x="18635" y="19494"/>
                  <a:pt x="18760" y="20457"/>
                  <a:pt x="18934" y="21398"/>
                </a:cubicBezTo>
                <a:cubicBezTo>
                  <a:pt x="19806" y="21510"/>
                  <a:pt x="20703" y="21578"/>
                  <a:pt x="21600" y="21600"/>
                </a:cubicBezTo>
                <a:lnTo>
                  <a:pt x="21600" y="18530"/>
                </a:lnTo>
                <a:close/>
              </a:path>
            </a:pathLst>
          </a:custGeom>
          <a:solidFill>
            <a:srgbClr val="6887EA"/>
          </a:solidFill>
          <a:ln w="663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3" name="Shape 6917" descr="D:\51PPT模板网\51pptmoban.com\图片.jpg"/>
          <p:cNvSpPr/>
          <p:nvPr/>
        </p:nvSpPr>
        <p:spPr>
          <a:xfrm>
            <a:off x="5914905" y="3743625"/>
            <a:ext cx="2381281" cy="213479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546" y="3107"/>
                </a:moveTo>
                <a:cubicBezTo>
                  <a:pt x="19482" y="3008"/>
                  <a:pt x="20463" y="2908"/>
                  <a:pt x="21399" y="2734"/>
                </a:cubicBezTo>
                <a:cubicBezTo>
                  <a:pt x="21511" y="1814"/>
                  <a:pt x="21578" y="920"/>
                  <a:pt x="21600" y="0"/>
                </a:cubicBezTo>
                <a:cubicBezTo>
                  <a:pt x="18769" y="0"/>
                  <a:pt x="18769" y="0"/>
                  <a:pt x="18769" y="0"/>
                </a:cubicBezTo>
                <a:cubicBezTo>
                  <a:pt x="18412" y="1491"/>
                  <a:pt x="17231" y="2461"/>
                  <a:pt x="15849" y="2461"/>
                </a:cubicBezTo>
                <a:cubicBezTo>
                  <a:pt x="14467" y="2461"/>
                  <a:pt x="13285" y="1491"/>
                  <a:pt x="12907" y="0"/>
                </a:cubicBezTo>
                <a:cubicBezTo>
                  <a:pt x="11391" y="0"/>
                  <a:pt x="11391" y="0"/>
                  <a:pt x="11391" y="0"/>
                </a:cubicBezTo>
                <a:cubicBezTo>
                  <a:pt x="11346" y="845"/>
                  <a:pt x="11235" y="1665"/>
                  <a:pt x="11012" y="2486"/>
                </a:cubicBezTo>
                <a:cubicBezTo>
                  <a:pt x="10544" y="4300"/>
                  <a:pt x="9630" y="5941"/>
                  <a:pt x="8426" y="7258"/>
                </a:cubicBezTo>
                <a:cubicBezTo>
                  <a:pt x="7222" y="8575"/>
                  <a:pt x="5684" y="9445"/>
                  <a:pt x="4057" y="9942"/>
                </a:cubicBezTo>
                <a:cubicBezTo>
                  <a:pt x="3433" y="10092"/>
                  <a:pt x="2786" y="10191"/>
                  <a:pt x="2140" y="10216"/>
                </a:cubicBezTo>
                <a:cubicBezTo>
                  <a:pt x="2140" y="12503"/>
                  <a:pt x="2140" y="12503"/>
                  <a:pt x="2140" y="12503"/>
                </a:cubicBezTo>
                <a:cubicBezTo>
                  <a:pt x="1761" y="12577"/>
                  <a:pt x="1761" y="12577"/>
                  <a:pt x="1761" y="12577"/>
                </a:cubicBezTo>
                <a:cubicBezTo>
                  <a:pt x="736" y="12801"/>
                  <a:pt x="0" y="13770"/>
                  <a:pt x="0" y="14939"/>
                </a:cubicBezTo>
                <a:cubicBezTo>
                  <a:pt x="0" y="16132"/>
                  <a:pt x="736" y="17101"/>
                  <a:pt x="1761" y="17325"/>
                </a:cubicBezTo>
                <a:cubicBezTo>
                  <a:pt x="2140" y="17399"/>
                  <a:pt x="2140" y="17399"/>
                  <a:pt x="2140" y="17399"/>
                </a:cubicBezTo>
                <a:cubicBezTo>
                  <a:pt x="2140" y="21600"/>
                  <a:pt x="2140" y="21600"/>
                  <a:pt x="2140" y="21600"/>
                </a:cubicBezTo>
                <a:cubicBezTo>
                  <a:pt x="2697" y="21600"/>
                  <a:pt x="3254" y="21550"/>
                  <a:pt x="3789" y="21476"/>
                </a:cubicBezTo>
                <a:cubicBezTo>
                  <a:pt x="3990" y="20432"/>
                  <a:pt x="4146" y="19413"/>
                  <a:pt x="4258" y="18344"/>
                </a:cubicBezTo>
                <a:cubicBezTo>
                  <a:pt x="5818" y="18021"/>
                  <a:pt x="5818" y="18021"/>
                  <a:pt x="5818" y="18021"/>
                </a:cubicBezTo>
                <a:cubicBezTo>
                  <a:pt x="7356" y="17499"/>
                  <a:pt x="7356" y="17499"/>
                  <a:pt x="7356" y="17499"/>
                </a:cubicBezTo>
                <a:cubicBezTo>
                  <a:pt x="7891" y="18394"/>
                  <a:pt x="8448" y="19214"/>
                  <a:pt x="9050" y="20059"/>
                </a:cubicBezTo>
                <a:cubicBezTo>
                  <a:pt x="10611" y="19413"/>
                  <a:pt x="12037" y="18468"/>
                  <a:pt x="13397" y="17424"/>
                </a:cubicBezTo>
                <a:cubicBezTo>
                  <a:pt x="13107" y="16405"/>
                  <a:pt x="12750" y="15386"/>
                  <a:pt x="12372" y="14417"/>
                </a:cubicBezTo>
                <a:cubicBezTo>
                  <a:pt x="12773" y="14044"/>
                  <a:pt x="13219" y="13696"/>
                  <a:pt x="13575" y="13248"/>
                </a:cubicBezTo>
                <a:cubicBezTo>
                  <a:pt x="13954" y="12826"/>
                  <a:pt x="14355" y="12453"/>
                  <a:pt x="14667" y="11981"/>
                </a:cubicBezTo>
                <a:cubicBezTo>
                  <a:pt x="15515" y="12428"/>
                  <a:pt x="16406" y="12826"/>
                  <a:pt x="17320" y="13223"/>
                </a:cubicBezTo>
                <a:cubicBezTo>
                  <a:pt x="18346" y="11782"/>
                  <a:pt x="19193" y="10216"/>
                  <a:pt x="19861" y="8526"/>
                </a:cubicBezTo>
                <a:cubicBezTo>
                  <a:pt x="19148" y="7805"/>
                  <a:pt x="18412" y="7134"/>
                  <a:pt x="17654" y="6512"/>
                </a:cubicBezTo>
                <a:cubicBezTo>
                  <a:pt x="17877" y="5965"/>
                  <a:pt x="17989" y="5394"/>
                  <a:pt x="18167" y="4822"/>
                </a:cubicBezTo>
                <a:cubicBezTo>
                  <a:pt x="18346" y="4275"/>
                  <a:pt x="18412" y="3679"/>
                  <a:pt x="18546" y="3107"/>
                </a:cubicBezTo>
                <a:close/>
              </a:path>
            </a:pathLst>
          </a:custGeom>
          <a:solidFill>
            <a:srgbClr val="B0C0F4"/>
          </a:solidFill>
          <a:ln w="663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6" name="Freeform 41" descr="D:\51PPT模板网\51pptmoban.com\图片.jpg"/>
          <p:cNvSpPr>
            <a:spLocks noEditPoints="1"/>
          </p:cNvSpPr>
          <p:nvPr/>
        </p:nvSpPr>
        <p:spPr bwMode="auto">
          <a:xfrm>
            <a:off x="5475670" y="3123724"/>
            <a:ext cx="1155396" cy="1051020"/>
          </a:xfrm>
          <a:custGeom>
            <a:avLst/>
            <a:gdLst>
              <a:gd name="T0" fmla="*/ 2147483647 w 67"/>
              <a:gd name="T1" fmla="*/ 124018912 h 60"/>
              <a:gd name="T2" fmla="*/ 2147483647 w 67"/>
              <a:gd name="T3" fmla="*/ 0 h 60"/>
              <a:gd name="T4" fmla="*/ 2147483647 w 67"/>
              <a:gd name="T5" fmla="*/ 0 h 60"/>
              <a:gd name="T6" fmla="*/ 2147483647 w 67"/>
              <a:gd name="T7" fmla="*/ 124018912 h 60"/>
              <a:gd name="T8" fmla="*/ 2147483647 w 67"/>
              <a:gd name="T9" fmla="*/ 310059138 h 60"/>
              <a:gd name="T10" fmla="*/ 2147483647 w 67"/>
              <a:gd name="T11" fmla="*/ 868156039 h 60"/>
              <a:gd name="T12" fmla="*/ 2147483647 w 67"/>
              <a:gd name="T13" fmla="*/ 124018912 h 60"/>
              <a:gd name="T14" fmla="*/ 2147483647 w 67"/>
              <a:gd name="T15" fmla="*/ 1922344337 h 60"/>
              <a:gd name="T16" fmla="*/ 2147483647 w 67"/>
              <a:gd name="T17" fmla="*/ 124018912 h 60"/>
              <a:gd name="T18" fmla="*/ 1902898002 w 67"/>
              <a:gd name="T19" fmla="*/ 124018912 h 60"/>
              <a:gd name="T20" fmla="*/ 122771150 w 67"/>
              <a:gd name="T21" fmla="*/ 1922344337 h 60"/>
              <a:gd name="T22" fmla="*/ 122771150 w 67"/>
              <a:gd name="T23" fmla="*/ 2147483647 h 60"/>
              <a:gd name="T24" fmla="*/ 245534466 w 67"/>
              <a:gd name="T25" fmla="*/ 2147483647 h 60"/>
              <a:gd name="T26" fmla="*/ 429691207 w 67"/>
              <a:gd name="T27" fmla="*/ 2147483647 h 60"/>
              <a:gd name="T28" fmla="*/ 2087055172 w 67"/>
              <a:gd name="T29" fmla="*/ 558097024 h 60"/>
              <a:gd name="T30" fmla="*/ 2147483647 w 67"/>
              <a:gd name="T31" fmla="*/ 2147483647 h 60"/>
              <a:gd name="T32" fmla="*/ 2147483647 w 67"/>
              <a:gd name="T33" fmla="*/ 2147483647 h 60"/>
              <a:gd name="T34" fmla="*/ 2147483647 w 67"/>
              <a:gd name="T35" fmla="*/ 1922344337 h 60"/>
              <a:gd name="T36" fmla="*/ 552454614 w 67"/>
              <a:gd name="T37" fmla="*/ 2147483647 h 60"/>
              <a:gd name="T38" fmla="*/ 552454614 w 67"/>
              <a:gd name="T39" fmla="*/ 2147483647 h 60"/>
              <a:gd name="T40" fmla="*/ 797989019 w 67"/>
              <a:gd name="T41" fmla="*/ 2147483647 h 60"/>
              <a:gd name="T42" fmla="*/ 1718749157 w 67"/>
              <a:gd name="T43" fmla="*/ 2147483647 h 60"/>
              <a:gd name="T44" fmla="*/ 1718749157 w 67"/>
              <a:gd name="T45" fmla="*/ 2147483647 h 60"/>
              <a:gd name="T46" fmla="*/ 1780134717 w 67"/>
              <a:gd name="T47" fmla="*/ 2147483647 h 60"/>
              <a:gd name="T48" fmla="*/ 2147483647 w 67"/>
              <a:gd name="T49" fmla="*/ 2147483647 h 60"/>
              <a:gd name="T50" fmla="*/ 2147483647 w 67"/>
              <a:gd name="T51" fmla="*/ 2147483647 h 60"/>
              <a:gd name="T52" fmla="*/ 2147483647 w 67"/>
              <a:gd name="T53" fmla="*/ 2147483647 h 60"/>
              <a:gd name="T54" fmla="*/ 2147483647 w 67"/>
              <a:gd name="T55" fmla="*/ 2147483647 h 60"/>
              <a:gd name="T56" fmla="*/ 2147483647 w 67"/>
              <a:gd name="T57" fmla="*/ 2147483647 h 60"/>
              <a:gd name="T58" fmla="*/ 2147483647 w 67"/>
              <a:gd name="T59" fmla="*/ 2147483647 h 60"/>
              <a:gd name="T60" fmla="*/ 2087055172 w 67"/>
              <a:gd name="T61" fmla="*/ 806142661 h 60"/>
              <a:gd name="T62" fmla="*/ 552454614 w 67"/>
              <a:gd name="T63" fmla="*/ 2147483647 h 60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w 67"/>
              <a:gd name="T97" fmla="*/ 0 h 60"/>
              <a:gd name="T98" fmla="*/ 67 w 67"/>
              <a:gd name="T99" fmla="*/ 60 h 60"/>
            </a:gdLst>
            <a:ahLst/>
            <a:cxnLst>
              <a:cxn ang="T64">
                <a:pos x="T0" y="T1"/>
              </a:cxn>
              <a:cxn ang="T65">
                <a:pos x="T2" y="T3"/>
              </a:cxn>
              <a:cxn ang="T66">
                <a:pos x="T4" y="T5"/>
              </a:cxn>
              <a:cxn ang="T67">
                <a:pos x="T6" y="T7"/>
              </a:cxn>
              <a:cxn ang="T68">
                <a:pos x="T8" y="T9"/>
              </a:cxn>
              <a:cxn ang="T69">
                <a:pos x="T10" y="T11"/>
              </a:cxn>
              <a:cxn ang="T70">
                <a:pos x="T12" y="T13"/>
              </a:cxn>
              <a:cxn ang="T71">
                <a:pos x="T14" y="T15"/>
              </a:cxn>
              <a:cxn ang="T72">
                <a:pos x="T16" y="T17"/>
              </a:cxn>
              <a:cxn ang="T73">
                <a:pos x="T18" y="T19"/>
              </a:cxn>
              <a:cxn ang="T74">
                <a:pos x="T20" y="T21"/>
              </a:cxn>
              <a:cxn ang="T75">
                <a:pos x="T22" y="T23"/>
              </a:cxn>
              <a:cxn ang="T76">
                <a:pos x="T24" y="T25"/>
              </a:cxn>
              <a:cxn ang="T77">
                <a:pos x="T26" y="T27"/>
              </a:cxn>
              <a:cxn ang="T78">
                <a:pos x="T28" y="T29"/>
              </a:cxn>
              <a:cxn ang="T79">
                <a:pos x="T30" y="T31"/>
              </a:cxn>
              <a:cxn ang="T80">
                <a:pos x="T32" y="T33"/>
              </a:cxn>
              <a:cxn ang="T81">
                <a:pos x="T34" y="T35"/>
              </a:cxn>
              <a:cxn ang="T82">
                <a:pos x="T36" y="T37"/>
              </a:cxn>
              <a:cxn ang="T83">
                <a:pos x="T38" y="T39"/>
              </a:cxn>
              <a:cxn ang="T84">
                <a:pos x="T40" y="T41"/>
              </a:cxn>
              <a:cxn ang="T85">
                <a:pos x="T42" y="T43"/>
              </a:cxn>
              <a:cxn ang="T86">
                <a:pos x="T44" y="T45"/>
              </a:cxn>
              <a:cxn ang="T87">
                <a:pos x="T46" y="T47"/>
              </a:cxn>
              <a:cxn ang="T88">
                <a:pos x="T48" y="T49"/>
              </a:cxn>
              <a:cxn ang="T89">
                <a:pos x="T50" y="T51"/>
              </a:cxn>
              <a:cxn ang="T90">
                <a:pos x="T52" y="T53"/>
              </a:cxn>
              <a:cxn ang="T91">
                <a:pos x="T54" y="T55"/>
              </a:cxn>
              <a:cxn ang="T92">
                <a:pos x="T56" y="T57"/>
              </a:cxn>
              <a:cxn ang="T93">
                <a:pos x="T58" y="T59"/>
              </a:cxn>
              <a:cxn ang="T94">
                <a:pos x="T60" y="T61"/>
              </a:cxn>
              <a:cxn ang="T95">
                <a:pos x="T62" y="T63"/>
              </a:cxn>
            </a:cxnLst>
            <a:rect l="T96" t="T97" r="T98" b="T99"/>
            <a:pathLst>
              <a:path w="67" h="60">
                <a:moveTo>
                  <a:pt x="53" y="2"/>
                </a:moveTo>
                <a:cubicBezTo>
                  <a:pt x="53" y="1"/>
                  <a:pt x="52" y="0"/>
                  <a:pt x="51" y="0"/>
                </a:cubicBezTo>
                <a:cubicBezTo>
                  <a:pt x="46" y="0"/>
                  <a:pt x="46" y="0"/>
                  <a:pt x="46" y="0"/>
                </a:cubicBezTo>
                <a:cubicBezTo>
                  <a:pt x="45" y="0"/>
                  <a:pt x="44" y="1"/>
                  <a:pt x="44" y="2"/>
                </a:cubicBezTo>
                <a:cubicBezTo>
                  <a:pt x="44" y="5"/>
                  <a:pt x="44" y="5"/>
                  <a:pt x="44" y="5"/>
                </a:cubicBezTo>
                <a:cubicBezTo>
                  <a:pt x="53" y="14"/>
                  <a:pt x="53" y="14"/>
                  <a:pt x="53" y="14"/>
                </a:cubicBezTo>
                <a:lnTo>
                  <a:pt x="53" y="2"/>
                </a:lnTo>
                <a:close/>
                <a:moveTo>
                  <a:pt x="66" y="31"/>
                </a:moveTo>
                <a:cubicBezTo>
                  <a:pt x="36" y="2"/>
                  <a:pt x="36" y="2"/>
                  <a:pt x="36" y="2"/>
                </a:cubicBezTo>
                <a:cubicBezTo>
                  <a:pt x="35" y="0"/>
                  <a:pt x="33" y="0"/>
                  <a:pt x="31" y="2"/>
                </a:cubicBezTo>
                <a:cubicBezTo>
                  <a:pt x="2" y="31"/>
                  <a:pt x="2" y="31"/>
                  <a:pt x="2" y="31"/>
                </a:cubicBezTo>
                <a:cubicBezTo>
                  <a:pt x="0" y="33"/>
                  <a:pt x="0" y="35"/>
                  <a:pt x="2" y="36"/>
                </a:cubicBezTo>
                <a:cubicBezTo>
                  <a:pt x="2" y="37"/>
                  <a:pt x="3" y="37"/>
                  <a:pt x="4" y="37"/>
                </a:cubicBezTo>
                <a:cubicBezTo>
                  <a:pt x="5" y="37"/>
                  <a:pt x="6" y="37"/>
                  <a:pt x="7" y="36"/>
                </a:cubicBezTo>
                <a:cubicBezTo>
                  <a:pt x="34" y="9"/>
                  <a:pt x="34" y="9"/>
                  <a:pt x="34" y="9"/>
                </a:cubicBezTo>
                <a:cubicBezTo>
                  <a:pt x="61" y="36"/>
                  <a:pt x="61" y="36"/>
                  <a:pt x="61" y="36"/>
                </a:cubicBezTo>
                <a:cubicBezTo>
                  <a:pt x="62" y="38"/>
                  <a:pt x="65" y="38"/>
                  <a:pt x="66" y="36"/>
                </a:cubicBezTo>
                <a:cubicBezTo>
                  <a:pt x="67" y="35"/>
                  <a:pt x="67" y="33"/>
                  <a:pt x="66" y="31"/>
                </a:cubicBezTo>
                <a:close/>
                <a:moveTo>
                  <a:pt x="9" y="37"/>
                </a:moveTo>
                <a:cubicBezTo>
                  <a:pt x="9" y="57"/>
                  <a:pt x="9" y="57"/>
                  <a:pt x="9" y="57"/>
                </a:cubicBezTo>
                <a:cubicBezTo>
                  <a:pt x="9" y="59"/>
                  <a:pt x="11" y="60"/>
                  <a:pt x="13" y="60"/>
                </a:cubicBezTo>
                <a:cubicBezTo>
                  <a:pt x="28" y="60"/>
                  <a:pt x="28" y="60"/>
                  <a:pt x="28" y="60"/>
                </a:cubicBezTo>
                <a:cubicBezTo>
                  <a:pt x="28" y="42"/>
                  <a:pt x="28" y="42"/>
                  <a:pt x="28" y="42"/>
                </a:cubicBezTo>
                <a:cubicBezTo>
                  <a:pt x="28" y="42"/>
                  <a:pt x="29" y="41"/>
                  <a:pt x="29" y="41"/>
                </a:cubicBezTo>
                <a:cubicBezTo>
                  <a:pt x="38" y="41"/>
                  <a:pt x="38" y="41"/>
                  <a:pt x="38" y="41"/>
                </a:cubicBezTo>
                <a:cubicBezTo>
                  <a:pt x="39" y="41"/>
                  <a:pt x="39" y="42"/>
                  <a:pt x="39" y="42"/>
                </a:cubicBezTo>
                <a:cubicBezTo>
                  <a:pt x="39" y="60"/>
                  <a:pt x="39" y="60"/>
                  <a:pt x="39" y="60"/>
                </a:cubicBezTo>
                <a:cubicBezTo>
                  <a:pt x="55" y="60"/>
                  <a:pt x="55" y="60"/>
                  <a:pt x="55" y="60"/>
                </a:cubicBezTo>
                <a:cubicBezTo>
                  <a:pt x="57" y="60"/>
                  <a:pt x="58" y="59"/>
                  <a:pt x="58" y="57"/>
                </a:cubicBezTo>
                <a:cubicBezTo>
                  <a:pt x="58" y="38"/>
                  <a:pt x="58" y="38"/>
                  <a:pt x="58" y="38"/>
                </a:cubicBezTo>
                <a:cubicBezTo>
                  <a:pt x="34" y="13"/>
                  <a:pt x="34" y="13"/>
                  <a:pt x="34" y="13"/>
                </a:cubicBezTo>
                <a:lnTo>
                  <a:pt x="9" y="37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>
            <a:noFill/>
            <a:round/>
          </a:ln>
        </p:spPr>
        <p:txBody>
          <a:bodyPr lIns="121912" tIns="60956" rIns="121912" bIns="60956"/>
          <a:lstStyle/>
          <a:p>
            <a:pPr>
              <a:defRPr/>
            </a:pPr>
            <a:endParaRPr lang="en-US" sz="2400" kern="0" dirty="0">
              <a:cs typeface="+mn-ea"/>
              <a:sym typeface="+mn-lt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2416629" y="2249714"/>
            <a:ext cx="1832757" cy="0"/>
          </a:xfrm>
          <a:prstGeom prst="line">
            <a:avLst/>
          </a:prstGeom>
          <a:ln w="6350">
            <a:solidFill>
              <a:schemeClr val="tx1">
                <a:lumMod val="75000"/>
                <a:lumOff val="25000"/>
              </a:schemeClr>
            </a:solidFill>
            <a:prstDash val="dash"/>
            <a:miter lim="400000"/>
            <a:headEnd type="triangle"/>
          </a:ln>
        </p:spPr>
      </p:cxnSp>
      <p:cxnSp>
        <p:nvCxnSpPr>
          <p:cNvPr id="22" name="直接连接符 21"/>
          <p:cNvCxnSpPr/>
          <p:nvPr/>
        </p:nvCxnSpPr>
        <p:spPr>
          <a:xfrm>
            <a:off x="8073241" y="2249714"/>
            <a:ext cx="1745673" cy="0"/>
          </a:xfrm>
          <a:prstGeom prst="line">
            <a:avLst/>
          </a:prstGeom>
          <a:ln w="6350">
            <a:solidFill>
              <a:schemeClr val="tx1">
                <a:lumMod val="75000"/>
                <a:lumOff val="25000"/>
              </a:schemeClr>
            </a:solidFill>
            <a:prstDash val="dash"/>
            <a:miter lim="400000"/>
            <a:headEnd type="none"/>
            <a:tailEnd type="triangle"/>
          </a:ln>
        </p:spPr>
      </p:cxnSp>
      <p:grpSp>
        <p:nvGrpSpPr>
          <p:cNvPr id="31" name="组合 30"/>
          <p:cNvGrpSpPr/>
          <p:nvPr/>
        </p:nvGrpSpPr>
        <p:grpSpPr>
          <a:xfrm>
            <a:off x="8190694" y="1784631"/>
            <a:ext cx="2966425" cy="1205937"/>
            <a:chOff x="283598" y="1590134"/>
            <a:chExt cx="2966425" cy="1205937"/>
          </a:xfrm>
        </p:grpSpPr>
        <p:sp>
          <p:nvSpPr>
            <p:cNvPr id="32" name="文本框 31"/>
            <p:cNvSpPr txBox="1"/>
            <p:nvPr/>
          </p:nvSpPr>
          <p:spPr>
            <a:xfrm>
              <a:off x="283598" y="2219631"/>
              <a:ext cx="2966425" cy="5764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100" dirty="0">
                  <a:solidFill>
                    <a:schemeClr val="tx1"/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sz="1100" dirty="0">
                  <a:solidFill>
                    <a:schemeClr val="tx1"/>
                  </a:solidFill>
                  <a:sym typeface="HarmonyOS Sans SC Light" panose="00000400000000000000" pitchFamily="2" charset="-122"/>
                </a:rPr>
                <a:t>... ...</a:t>
              </a:r>
              <a:endParaRPr lang="en-US" altLang="zh-CN" sz="1100" dirty="0">
                <a:solidFill>
                  <a:schemeClr val="tx1"/>
                </a:solidFill>
                <a:sym typeface="HarmonyOS Sans SC Light" panose="00000400000000000000" pitchFamily="2" charset="-122"/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283598" y="1590134"/>
              <a:ext cx="22355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chemeClr val="tx1"/>
                  </a:solidFill>
                  <a:sym typeface="HarmonyOS Sans SC Light" panose="00000400000000000000" pitchFamily="2" charset="-122"/>
                </a:rPr>
                <a:t>添加标题文本</a:t>
              </a:r>
              <a:endParaRPr lang="zh-CN" altLang="en-US" dirty="0">
                <a:solidFill>
                  <a:schemeClr val="tx1"/>
                </a:solidFill>
                <a:sym typeface="HarmonyOS Sans SC Light" panose="00000400000000000000" pitchFamily="2" charset="-122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1037524" y="1784631"/>
            <a:ext cx="2966425" cy="1205937"/>
            <a:chOff x="283598" y="1590134"/>
            <a:chExt cx="2966425" cy="1205937"/>
          </a:xfrm>
        </p:grpSpPr>
        <p:sp>
          <p:nvSpPr>
            <p:cNvPr id="37" name="文本框 36"/>
            <p:cNvSpPr txBox="1"/>
            <p:nvPr/>
          </p:nvSpPr>
          <p:spPr>
            <a:xfrm>
              <a:off x="283598" y="2219631"/>
              <a:ext cx="2966425" cy="5764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r"/>
              <a:r>
                <a:rPr lang="zh-CN" altLang="en-US" sz="1100" dirty="0">
                  <a:solidFill>
                    <a:schemeClr val="tx1"/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sz="1100" dirty="0">
                  <a:solidFill>
                    <a:schemeClr val="tx1"/>
                  </a:solidFill>
                  <a:sym typeface="HarmonyOS Sans SC Light" panose="00000400000000000000" pitchFamily="2" charset="-122"/>
                </a:rPr>
                <a:t>... ...</a:t>
              </a:r>
              <a:endParaRPr lang="en-US" altLang="zh-CN" sz="1100" dirty="0">
                <a:solidFill>
                  <a:schemeClr val="tx1"/>
                </a:solidFill>
                <a:sym typeface="HarmonyOS Sans SC Light" panose="00000400000000000000" pitchFamily="2" charset="-122"/>
              </a:endParaRPr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1014456" y="1590134"/>
              <a:ext cx="22355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r"/>
              <a:r>
                <a:rPr lang="zh-CN" altLang="en-US" dirty="0">
                  <a:solidFill>
                    <a:schemeClr val="tx1"/>
                  </a:solidFill>
                  <a:sym typeface="HarmonyOS Sans SC Light" panose="00000400000000000000" pitchFamily="2" charset="-122"/>
                </a:rPr>
                <a:t>添加标题文本</a:t>
              </a:r>
              <a:endParaRPr lang="zh-CN" altLang="en-US" dirty="0">
                <a:solidFill>
                  <a:schemeClr val="tx1"/>
                </a:solidFill>
                <a:sym typeface="HarmonyOS Sans SC Light" panose="00000400000000000000" pitchFamily="2" charset="-122"/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8190694" y="4500094"/>
            <a:ext cx="2966425" cy="1205937"/>
            <a:chOff x="283598" y="1590134"/>
            <a:chExt cx="2966425" cy="1205937"/>
          </a:xfrm>
        </p:grpSpPr>
        <p:sp>
          <p:nvSpPr>
            <p:cNvPr id="40" name="文本框 39"/>
            <p:cNvSpPr txBox="1"/>
            <p:nvPr/>
          </p:nvSpPr>
          <p:spPr>
            <a:xfrm>
              <a:off x="283598" y="2219631"/>
              <a:ext cx="2966425" cy="5764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100" dirty="0">
                  <a:solidFill>
                    <a:schemeClr val="tx1"/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sz="1100" dirty="0">
                  <a:solidFill>
                    <a:schemeClr val="tx1"/>
                  </a:solidFill>
                  <a:sym typeface="HarmonyOS Sans SC Light" panose="00000400000000000000" pitchFamily="2" charset="-122"/>
                </a:rPr>
                <a:t>... ...</a:t>
              </a:r>
              <a:endParaRPr lang="en-US" altLang="zh-CN" sz="1100" dirty="0">
                <a:solidFill>
                  <a:schemeClr val="tx1"/>
                </a:solidFill>
                <a:sym typeface="HarmonyOS Sans SC Light" panose="00000400000000000000" pitchFamily="2" charset="-122"/>
              </a:endParaRP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283598" y="1590134"/>
              <a:ext cx="22355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chemeClr val="tx1"/>
                  </a:solidFill>
                  <a:sym typeface="HarmonyOS Sans SC Light" panose="00000400000000000000" pitchFamily="2" charset="-122"/>
                </a:rPr>
                <a:t>添加标题文本</a:t>
              </a:r>
              <a:endParaRPr lang="zh-CN" altLang="en-US" dirty="0">
                <a:solidFill>
                  <a:schemeClr val="tx1"/>
                </a:solidFill>
                <a:sym typeface="HarmonyOS Sans SC Light" panose="00000400000000000000" pitchFamily="2" charset="-122"/>
              </a:endParaRP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1037524" y="4500094"/>
            <a:ext cx="2966425" cy="1205937"/>
            <a:chOff x="283598" y="1590134"/>
            <a:chExt cx="2966425" cy="1205937"/>
          </a:xfrm>
        </p:grpSpPr>
        <p:sp>
          <p:nvSpPr>
            <p:cNvPr id="43" name="文本框 42"/>
            <p:cNvSpPr txBox="1"/>
            <p:nvPr/>
          </p:nvSpPr>
          <p:spPr>
            <a:xfrm>
              <a:off x="283598" y="2219631"/>
              <a:ext cx="2966425" cy="5764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r"/>
              <a:r>
                <a:rPr lang="zh-CN" altLang="en-US" sz="1100" dirty="0">
                  <a:solidFill>
                    <a:schemeClr val="tx1"/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sz="1100" dirty="0">
                  <a:solidFill>
                    <a:schemeClr val="tx1"/>
                  </a:solidFill>
                  <a:sym typeface="HarmonyOS Sans SC Light" panose="00000400000000000000" pitchFamily="2" charset="-122"/>
                </a:rPr>
                <a:t>... ...</a:t>
              </a:r>
              <a:endParaRPr lang="en-US" altLang="zh-CN" sz="1100" dirty="0">
                <a:solidFill>
                  <a:schemeClr val="tx1"/>
                </a:solidFill>
                <a:sym typeface="HarmonyOS Sans SC Light" panose="00000400000000000000" pitchFamily="2" charset="-122"/>
              </a:endParaRPr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1014456" y="1590134"/>
              <a:ext cx="22355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r"/>
              <a:r>
                <a:rPr lang="zh-CN" altLang="en-US" dirty="0">
                  <a:solidFill>
                    <a:schemeClr val="tx1"/>
                  </a:solidFill>
                  <a:sym typeface="HarmonyOS Sans SC Light" panose="00000400000000000000" pitchFamily="2" charset="-122"/>
                </a:rPr>
                <a:t>添加标题文本</a:t>
              </a:r>
              <a:endParaRPr lang="zh-CN" altLang="en-US" dirty="0">
                <a:solidFill>
                  <a:schemeClr val="tx1"/>
                </a:solidFill>
                <a:sym typeface="HarmonyOS Sans SC Light" panose="00000400000000000000" pitchFamily="2" charset="-122"/>
              </a:endParaRPr>
            </a:p>
          </p:txBody>
        </p:sp>
      </p:grpSp>
      <p:cxnSp>
        <p:nvCxnSpPr>
          <p:cNvPr id="49" name="直接连接符 48"/>
          <p:cNvCxnSpPr/>
          <p:nvPr/>
        </p:nvCxnSpPr>
        <p:spPr>
          <a:xfrm>
            <a:off x="2416629" y="4986319"/>
            <a:ext cx="1832757" cy="0"/>
          </a:xfrm>
          <a:prstGeom prst="line">
            <a:avLst/>
          </a:prstGeom>
          <a:ln w="6350">
            <a:solidFill>
              <a:schemeClr val="tx1">
                <a:lumMod val="75000"/>
                <a:lumOff val="25000"/>
              </a:schemeClr>
            </a:solidFill>
            <a:prstDash val="dash"/>
            <a:miter lim="400000"/>
            <a:headEnd type="triangle"/>
          </a:ln>
        </p:spPr>
      </p:cxnSp>
      <p:cxnSp>
        <p:nvCxnSpPr>
          <p:cNvPr id="50" name="直接连接符 49"/>
          <p:cNvCxnSpPr/>
          <p:nvPr/>
        </p:nvCxnSpPr>
        <p:spPr>
          <a:xfrm>
            <a:off x="8073241" y="4986319"/>
            <a:ext cx="1745673" cy="0"/>
          </a:xfrm>
          <a:prstGeom prst="line">
            <a:avLst/>
          </a:prstGeom>
          <a:ln w="6350">
            <a:solidFill>
              <a:schemeClr val="tx1">
                <a:lumMod val="75000"/>
                <a:lumOff val="25000"/>
              </a:schemeClr>
            </a:solidFill>
            <a:prstDash val="dash"/>
            <a:miter lim="400000"/>
            <a:headEnd type="none"/>
            <a:tailEnd type="triangle"/>
          </a:ln>
        </p:spPr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组合 162"/>
          <p:cNvGrpSpPr/>
          <p:nvPr/>
        </p:nvGrpSpPr>
        <p:grpSpPr>
          <a:xfrm>
            <a:off x="6612252" y="790554"/>
            <a:ext cx="4990363" cy="5276891"/>
            <a:chOff x="2853053" y="-82"/>
            <a:chExt cx="6483576" cy="6855838"/>
          </a:xfrm>
        </p:grpSpPr>
        <p:grpSp>
          <p:nvGrpSpPr>
            <p:cNvPr id="7" name="图形 4"/>
            <p:cNvGrpSpPr/>
            <p:nvPr/>
          </p:nvGrpSpPr>
          <p:grpSpPr>
            <a:xfrm>
              <a:off x="2853053" y="-82"/>
              <a:ext cx="6434220" cy="6855838"/>
              <a:chOff x="2853053" y="-82"/>
              <a:chExt cx="6434220" cy="6855838"/>
            </a:xfrm>
            <a:solidFill>
              <a:srgbClr val="F8F8FF"/>
            </a:solidFill>
          </p:grpSpPr>
          <p:sp>
            <p:nvSpPr>
              <p:cNvPr id="8" name="任意多边形: 形状 7"/>
              <p:cNvSpPr/>
              <p:nvPr/>
            </p:nvSpPr>
            <p:spPr>
              <a:xfrm>
                <a:off x="3261008" y="-82"/>
                <a:ext cx="5660976" cy="6855838"/>
              </a:xfrm>
              <a:custGeom>
                <a:avLst/>
                <a:gdLst>
                  <a:gd name="connsiteX0" fmla="*/ 1915271 w 5660976"/>
                  <a:gd name="connsiteY0" fmla="*/ 467079 h 6855838"/>
                  <a:gd name="connsiteX1" fmla="*/ 361855 w 5660976"/>
                  <a:gd name="connsiteY1" fmla="*/ 1408260 h 6855838"/>
                  <a:gd name="connsiteX2" fmla="*/ 81222 w 5660976"/>
                  <a:gd name="connsiteY2" fmla="*/ 3348702 h 6855838"/>
                  <a:gd name="connsiteX3" fmla="*/ 1269543 w 5660976"/>
                  <a:gd name="connsiteY3" fmla="*/ 5872938 h 6855838"/>
                  <a:gd name="connsiteX4" fmla="*/ 2736304 w 5660976"/>
                  <a:gd name="connsiteY4" fmla="*/ 6774180 h 6855838"/>
                  <a:gd name="connsiteX5" fmla="*/ 5231500 w 5660976"/>
                  <a:gd name="connsiteY5" fmla="*/ 5961986 h 6855838"/>
                  <a:gd name="connsiteX6" fmla="*/ 5336629 w 5660976"/>
                  <a:gd name="connsiteY6" fmla="*/ 2923134 h 6855838"/>
                  <a:gd name="connsiteX7" fmla="*/ 3879902 w 5660976"/>
                  <a:gd name="connsiteY7" fmla="*/ 37524 h 6855838"/>
                  <a:gd name="connsiteX8" fmla="*/ 1915271 w 5660976"/>
                  <a:gd name="connsiteY8" fmla="*/ 467079 h 6855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660976" h="6855838">
                    <a:moveTo>
                      <a:pt x="1915271" y="467079"/>
                    </a:moveTo>
                    <a:cubicBezTo>
                      <a:pt x="1184416" y="1201257"/>
                      <a:pt x="824039" y="691094"/>
                      <a:pt x="361855" y="1408260"/>
                    </a:cubicBezTo>
                    <a:cubicBezTo>
                      <a:pt x="62814" y="1871972"/>
                      <a:pt x="-112225" y="2505208"/>
                      <a:pt x="81222" y="3348702"/>
                    </a:cubicBezTo>
                    <a:cubicBezTo>
                      <a:pt x="606736" y="5639288"/>
                      <a:pt x="565867" y="5405637"/>
                      <a:pt x="1269543" y="5872938"/>
                    </a:cubicBezTo>
                    <a:cubicBezTo>
                      <a:pt x="1973219" y="6340239"/>
                      <a:pt x="1778311" y="7107976"/>
                      <a:pt x="2736304" y="6774180"/>
                    </a:cubicBezTo>
                    <a:cubicBezTo>
                      <a:pt x="3694298" y="6440384"/>
                      <a:pt x="4876705" y="7208188"/>
                      <a:pt x="5231500" y="5961986"/>
                    </a:cubicBezTo>
                    <a:cubicBezTo>
                      <a:pt x="5586295" y="4715783"/>
                      <a:pt x="4666645" y="3611725"/>
                      <a:pt x="5336629" y="2923134"/>
                    </a:cubicBezTo>
                    <a:cubicBezTo>
                      <a:pt x="6006613" y="2234543"/>
                      <a:pt x="5693285" y="104310"/>
                      <a:pt x="3879902" y="37524"/>
                    </a:cubicBezTo>
                    <a:cubicBezTo>
                      <a:pt x="2871138" y="376"/>
                      <a:pt x="2507372" y="-127812"/>
                      <a:pt x="1915271" y="467079"/>
                    </a:cubicBezTo>
                    <a:close/>
                  </a:path>
                </a:pathLst>
              </a:custGeom>
              <a:solidFill>
                <a:srgbClr val="F8F8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" name="任意多边形: 形状 8"/>
              <p:cNvSpPr/>
              <p:nvPr/>
            </p:nvSpPr>
            <p:spPr>
              <a:xfrm>
                <a:off x="2853053" y="981534"/>
                <a:ext cx="6434220" cy="4686805"/>
              </a:xfrm>
              <a:custGeom>
                <a:avLst/>
                <a:gdLst>
                  <a:gd name="connsiteX0" fmla="*/ 2176762 w 6434220"/>
                  <a:gd name="connsiteY0" fmla="*/ 319321 h 4686805"/>
                  <a:gd name="connsiteX1" fmla="*/ 411226 w 6434220"/>
                  <a:gd name="connsiteY1" fmla="*/ 962723 h 4686805"/>
                  <a:gd name="connsiteX2" fmla="*/ 92249 w 6434220"/>
                  <a:gd name="connsiteY2" fmla="*/ 2289135 h 4686805"/>
                  <a:gd name="connsiteX3" fmla="*/ 1442850 w 6434220"/>
                  <a:gd name="connsiteY3" fmla="*/ 4014799 h 4686805"/>
                  <a:gd name="connsiteX4" fmla="*/ 3109902 w 6434220"/>
                  <a:gd name="connsiteY4" fmla="*/ 4630956 h 4686805"/>
                  <a:gd name="connsiteX5" fmla="*/ 5945871 w 6434220"/>
                  <a:gd name="connsiteY5" fmla="*/ 4075671 h 4686805"/>
                  <a:gd name="connsiteX6" fmla="*/ 6065488 w 6434220"/>
                  <a:gd name="connsiteY6" fmla="*/ 1998202 h 4686805"/>
                  <a:gd name="connsiteX7" fmla="*/ 4410065 w 6434220"/>
                  <a:gd name="connsiteY7" fmla="*/ 25463 h 4686805"/>
                  <a:gd name="connsiteX8" fmla="*/ 2176762 w 6434220"/>
                  <a:gd name="connsiteY8" fmla="*/ 319321 h 46868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434220" h="4686805">
                    <a:moveTo>
                      <a:pt x="2176762" y="319321"/>
                    </a:moveTo>
                    <a:cubicBezTo>
                      <a:pt x="1346094" y="821111"/>
                      <a:pt x="936541" y="472164"/>
                      <a:pt x="411226" y="962723"/>
                    </a:cubicBezTo>
                    <a:cubicBezTo>
                      <a:pt x="71649" y="1279706"/>
                      <a:pt x="-127579" y="1712651"/>
                      <a:pt x="92249" y="2289135"/>
                    </a:cubicBezTo>
                    <a:cubicBezTo>
                      <a:pt x="689600" y="3855111"/>
                      <a:pt x="643149" y="3695158"/>
                      <a:pt x="1442850" y="4014799"/>
                    </a:cubicBezTo>
                    <a:cubicBezTo>
                      <a:pt x="2242551" y="4334441"/>
                      <a:pt x="2020995" y="4859157"/>
                      <a:pt x="3109902" y="4630956"/>
                    </a:cubicBezTo>
                    <a:cubicBezTo>
                      <a:pt x="4198809" y="4402755"/>
                      <a:pt x="5542698" y="4927605"/>
                      <a:pt x="5945871" y="4075671"/>
                    </a:cubicBezTo>
                    <a:cubicBezTo>
                      <a:pt x="6349045" y="3223737"/>
                      <a:pt x="5303798" y="2468958"/>
                      <a:pt x="6065488" y="1998202"/>
                    </a:cubicBezTo>
                    <a:cubicBezTo>
                      <a:pt x="6827177" y="1527445"/>
                      <a:pt x="6470854" y="71050"/>
                      <a:pt x="4410065" y="25463"/>
                    </a:cubicBezTo>
                    <a:cubicBezTo>
                      <a:pt x="3263144" y="344"/>
                      <a:pt x="2849737" y="-87375"/>
                      <a:pt x="2176762" y="319321"/>
                    </a:cubicBezTo>
                    <a:close/>
                  </a:path>
                </a:pathLst>
              </a:custGeom>
              <a:solidFill>
                <a:srgbClr val="F8F8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10" name="图形 4"/>
            <p:cNvGrpSpPr/>
            <p:nvPr/>
          </p:nvGrpSpPr>
          <p:grpSpPr>
            <a:xfrm>
              <a:off x="4303683" y="1789326"/>
              <a:ext cx="3532002" cy="2458779"/>
              <a:chOff x="4303683" y="1789326"/>
              <a:chExt cx="3532002" cy="2458779"/>
            </a:xfrm>
          </p:grpSpPr>
          <p:sp>
            <p:nvSpPr>
              <p:cNvPr id="11" name="任意多边形: 形状 10"/>
              <p:cNvSpPr/>
              <p:nvPr/>
            </p:nvSpPr>
            <p:spPr>
              <a:xfrm>
                <a:off x="4549560" y="1789326"/>
                <a:ext cx="3286124" cy="2266063"/>
              </a:xfrm>
              <a:custGeom>
                <a:avLst/>
                <a:gdLst>
                  <a:gd name="connsiteX0" fmla="*/ 0 w 3286124"/>
                  <a:gd name="connsiteY0" fmla="*/ 93035 h 2266063"/>
                  <a:gd name="connsiteX1" fmla="*/ 0 w 3286124"/>
                  <a:gd name="connsiteY1" fmla="*/ 2266064 h 2266063"/>
                  <a:gd name="connsiteX2" fmla="*/ 3282802 w 3286124"/>
                  <a:gd name="connsiteY2" fmla="*/ 2266064 h 2266063"/>
                  <a:gd name="connsiteX3" fmla="*/ 3286125 w 3286124"/>
                  <a:gd name="connsiteY3" fmla="*/ 3323 h 2266063"/>
                  <a:gd name="connsiteX4" fmla="*/ 0 w 3286124"/>
                  <a:gd name="connsiteY4" fmla="*/ 0 h 2266063"/>
                  <a:gd name="connsiteX5" fmla="*/ 0 w 3286124"/>
                  <a:gd name="connsiteY5" fmla="*/ 93035 h 22660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286124" h="2266063">
                    <a:moveTo>
                      <a:pt x="0" y="93035"/>
                    </a:moveTo>
                    <a:lnTo>
                      <a:pt x="0" y="2266064"/>
                    </a:lnTo>
                    <a:lnTo>
                      <a:pt x="3282802" y="2266064"/>
                    </a:lnTo>
                    <a:lnTo>
                      <a:pt x="3286125" y="3323"/>
                    </a:lnTo>
                    <a:lnTo>
                      <a:pt x="0" y="0"/>
                    </a:lnTo>
                    <a:lnTo>
                      <a:pt x="0" y="93035"/>
                    </a:lnTo>
                    <a:close/>
                  </a:path>
                </a:pathLst>
              </a:custGeom>
              <a:solidFill>
                <a:srgbClr val="E1E6FB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" name="任意多边形: 形状 11"/>
              <p:cNvSpPr/>
              <p:nvPr/>
            </p:nvSpPr>
            <p:spPr>
              <a:xfrm>
                <a:off x="4303683" y="1982041"/>
                <a:ext cx="3286124" cy="2266063"/>
              </a:xfrm>
              <a:custGeom>
                <a:avLst/>
                <a:gdLst>
                  <a:gd name="connsiteX0" fmla="*/ 0 w 3286124"/>
                  <a:gd name="connsiteY0" fmla="*/ 93035 h 2266063"/>
                  <a:gd name="connsiteX1" fmla="*/ 0 w 3286124"/>
                  <a:gd name="connsiteY1" fmla="*/ 2266064 h 2266063"/>
                  <a:gd name="connsiteX2" fmla="*/ 3282802 w 3286124"/>
                  <a:gd name="connsiteY2" fmla="*/ 2266064 h 2266063"/>
                  <a:gd name="connsiteX3" fmla="*/ 3286125 w 3286124"/>
                  <a:gd name="connsiteY3" fmla="*/ 3323 h 2266063"/>
                  <a:gd name="connsiteX4" fmla="*/ 0 w 3286124"/>
                  <a:gd name="connsiteY4" fmla="*/ 0 h 2266063"/>
                  <a:gd name="connsiteX5" fmla="*/ 0 w 3286124"/>
                  <a:gd name="connsiteY5" fmla="*/ 93035 h 22660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286124" h="2266063">
                    <a:moveTo>
                      <a:pt x="0" y="93035"/>
                    </a:moveTo>
                    <a:lnTo>
                      <a:pt x="0" y="2266064"/>
                    </a:lnTo>
                    <a:lnTo>
                      <a:pt x="3282802" y="2266064"/>
                    </a:lnTo>
                    <a:lnTo>
                      <a:pt x="3286125" y="3323"/>
                    </a:lnTo>
                    <a:lnTo>
                      <a:pt x="0" y="0"/>
                    </a:lnTo>
                    <a:lnTo>
                      <a:pt x="0" y="93035"/>
                    </a:lnTo>
                    <a:close/>
                  </a:path>
                </a:pathLst>
              </a:custGeom>
              <a:solidFill>
                <a:srgbClr val="EAEDFB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" name="任意多边形: 形状 12"/>
              <p:cNvSpPr/>
              <p:nvPr/>
            </p:nvSpPr>
            <p:spPr>
              <a:xfrm>
                <a:off x="4400040" y="2158143"/>
                <a:ext cx="99680" cy="99680"/>
              </a:xfrm>
              <a:custGeom>
                <a:avLst/>
                <a:gdLst>
                  <a:gd name="connsiteX0" fmla="*/ 49840 w 99680"/>
                  <a:gd name="connsiteY0" fmla="*/ 0 h 99680"/>
                  <a:gd name="connsiteX1" fmla="*/ 99680 w 99680"/>
                  <a:gd name="connsiteY1" fmla="*/ 0 h 99680"/>
                  <a:gd name="connsiteX2" fmla="*/ 99680 w 99680"/>
                  <a:gd name="connsiteY2" fmla="*/ 99680 h 99680"/>
                  <a:gd name="connsiteX3" fmla="*/ 49840 w 99680"/>
                  <a:gd name="connsiteY3" fmla="*/ 99680 h 99680"/>
                  <a:gd name="connsiteX4" fmla="*/ 49840 w 99680"/>
                  <a:gd name="connsiteY4" fmla="*/ 99680 h 99680"/>
                  <a:gd name="connsiteX5" fmla="*/ 0 w 99680"/>
                  <a:gd name="connsiteY5" fmla="*/ 99680 h 99680"/>
                  <a:gd name="connsiteX6" fmla="*/ 0 w 99680"/>
                  <a:gd name="connsiteY6" fmla="*/ 0 h 99680"/>
                  <a:gd name="connsiteX7" fmla="*/ 49840 w 99680"/>
                  <a:gd name="connsiteY7" fmla="*/ 0 h 99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9680" h="99680">
                    <a:moveTo>
                      <a:pt x="49840" y="0"/>
                    </a:moveTo>
                    <a:cubicBezTo>
                      <a:pt x="77366" y="0"/>
                      <a:pt x="99680" y="0"/>
                      <a:pt x="99680" y="0"/>
                    </a:cubicBezTo>
                    <a:lnTo>
                      <a:pt x="99680" y="99680"/>
                    </a:lnTo>
                    <a:cubicBezTo>
                      <a:pt x="99680" y="99680"/>
                      <a:pt x="77366" y="99680"/>
                      <a:pt x="49840" y="99680"/>
                    </a:cubicBezTo>
                    <a:lnTo>
                      <a:pt x="49840" y="99680"/>
                    </a:lnTo>
                    <a:cubicBezTo>
                      <a:pt x="22314" y="99680"/>
                      <a:pt x="0" y="99680"/>
                      <a:pt x="0" y="99680"/>
                    </a:cubicBezTo>
                    <a:lnTo>
                      <a:pt x="0" y="0"/>
                    </a:lnTo>
                    <a:cubicBezTo>
                      <a:pt x="0" y="0"/>
                      <a:pt x="22314" y="0"/>
                      <a:pt x="49840" y="0"/>
                    </a:cubicBez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4" name="任意多边形: 形状 13"/>
              <p:cNvSpPr/>
              <p:nvPr/>
            </p:nvSpPr>
            <p:spPr>
              <a:xfrm>
                <a:off x="4552883" y="2158143"/>
                <a:ext cx="99680" cy="99680"/>
              </a:xfrm>
              <a:custGeom>
                <a:avLst/>
                <a:gdLst>
                  <a:gd name="connsiteX0" fmla="*/ 49840 w 99680"/>
                  <a:gd name="connsiteY0" fmla="*/ 0 h 99680"/>
                  <a:gd name="connsiteX1" fmla="*/ 99680 w 99680"/>
                  <a:gd name="connsiteY1" fmla="*/ 0 h 99680"/>
                  <a:gd name="connsiteX2" fmla="*/ 99680 w 99680"/>
                  <a:gd name="connsiteY2" fmla="*/ 99680 h 99680"/>
                  <a:gd name="connsiteX3" fmla="*/ 49840 w 99680"/>
                  <a:gd name="connsiteY3" fmla="*/ 99680 h 99680"/>
                  <a:gd name="connsiteX4" fmla="*/ 49840 w 99680"/>
                  <a:gd name="connsiteY4" fmla="*/ 99680 h 99680"/>
                  <a:gd name="connsiteX5" fmla="*/ 0 w 99680"/>
                  <a:gd name="connsiteY5" fmla="*/ 99680 h 99680"/>
                  <a:gd name="connsiteX6" fmla="*/ 0 w 99680"/>
                  <a:gd name="connsiteY6" fmla="*/ 0 h 99680"/>
                  <a:gd name="connsiteX7" fmla="*/ 49840 w 99680"/>
                  <a:gd name="connsiteY7" fmla="*/ 0 h 99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9680" h="99680">
                    <a:moveTo>
                      <a:pt x="49840" y="0"/>
                    </a:moveTo>
                    <a:cubicBezTo>
                      <a:pt x="77366" y="0"/>
                      <a:pt x="99680" y="0"/>
                      <a:pt x="99680" y="0"/>
                    </a:cubicBezTo>
                    <a:lnTo>
                      <a:pt x="99680" y="99680"/>
                    </a:lnTo>
                    <a:cubicBezTo>
                      <a:pt x="99680" y="99680"/>
                      <a:pt x="77366" y="99680"/>
                      <a:pt x="49840" y="99680"/>
                    </a:cubicBezTo>
                    <a:lnTo>
                      <a:pt x="49840" y="99680"/>
                    </a:lnTo>
                    <a:cubicBezTo>
                      <a:pt x="22314" y="99680"/>
                      <a:pt x="0" y="99680"/>
                      <a:pt x="0" y="99680"/>
                    </a:cubicBezTo>
                    <a:lnTo>
                      <a:pt x="0" y="0"/>
                    </a:lnTo>
                    <a:cubicBezTo>
                      <a:pt x="0" y="0"/>
                      <a:pt x="22314" y="0"/>
                      <a:pt x="49840" y="0"/>
                    </a:cubicBez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5" name="任意多边形: 形状 14"/>
              <p:cNvSpPr/>
              <p:nvPr/>
            </p:nvSpPr>
            <p:spPr>
              <a:xfrm>
                <a:off x="4705726" y="2158143"/>
                <a:ext cx="99680" cy="99680"/>
              </a:xfrm>
              <a:custGeom>
                <a:avLst/>
                <a:gdLst>
                  <a:gd name="connsiteX0" fmla="*/ 49840 w 99680"/>
                  <a:gd name="connsiteY0" fmla="*/ 0 h 99680"/>
                  <a:gd name="connsiteX1" fmla="*/ 99680 w 99680"/>
                  <a:gd name="connsiteY1" fmla="*/ 0 h 99680"/>
                  <a:gd name="connsiteX2" fmla="*/ 99680 w 99680"/>
                  <a:gd name="connsiteY2" fmla="*/ 99680 h 99680"/>
                  <a:gd name="connsiteX3" fmla="*/ 49840 w 99680"/>
                  <a:gd name="connsiteY3" fmla="*/ 99680 h 99680"/>
                  <a:gd name="connsiteX4" fmla="*/ 49840 w 99680"/>
                  <a:gd name="connsiteY4" fmla="*/ 99680 h 99680"/>
                  <a:gd name="connsiteX5" fmla="*/ 0 w 99680"/>
                  <a:gd name="connsiteY5" fmla="*/ 99680 h 99680"/>
                  <a:gd name="connsiteX6" fmla="*/ 0 w 99680"/>
                  <a:gd name="connsiteY6" fmla="*/ 0 h 99680"/>
                  <a:gd name="connsiteX7" fmla="*/ 49840 w 99680"/>
                  <a:gd name="connsiteY7" fmla="*/ 0 h 99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9680" h="99680">
                    <a:moveTo>
                      <a:pt x="49840" y="0"/>
                    </a:moveTo>
                    <a:cubicBezTo>
                      <a:pt x="77366" y="0"/>
                      <a:pt x="99680" y="0"/>
                      <a:pt x="99680" y="0"/>
                    </a:cubicBezTo>
                    <a:lnTo>
                      <a:pt x="99680" y="99680"/>
                    </a:lnTo>
                    <a:cubicBezTo>
                      <a:pt x="99680" y="99680"/>
                      <a:pt x="77366" y="99680"/>
                      <a:pt x="49840" y="99680"/>
                    </a:cubicBezTo>
                    <a:lnTo>
                      <a:pt x="49840" y="99680"/>
                    </a:lnTo>
                    <a:cubicBezTo>
                      <a:pt x="22314" y="99680"/>
                      <a:pt x="0" y="99680"/>
                      <a:pt x="0" y="99680"/>
                    </a:cubicBezTo>
                    <a:lnTo>
                      <a:pt x="0" y="0"/>
                    </a:lnTo>
                    <a:cubicBezTo>
                      <a:pt x="0" y="0"/>
                      <a:pt x="22314" y="0"/>
                      <a:pt x="49840" y="0"/>
                    </a:cubicBez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grpSp>
            <p:nvGrpSpPr>
              <p:cNvPr id="16" name="图形 4"/>
              <p:cNvGrpSpPr/>
              <p:nvPr/>
            </p:nvGrpSpPr>
            <p:grpSpPr>
              <a:xfrm>
                <a:off x="4479784" y="2483765"/>
                <a:ext cx="2272709" cy="1528430"/>
                <a:chOff x="4479784" y="2483765"/>
                <a:chExt cx="2272709" cy="1528430"/>
              </a:xfrm>
              <a:solidFill>
                <a:srgbClr val="FFFFFF"/>
              </a:solidFill>
            </p:grpSpPr>
            <p:grpSp>
              <p:nvGrpSpPr>
                <p:cNvPr id="17" name="图形 4"/>
                <p:cNvGrpSpPr/>
                <p:nvPr/>
              </p:nvGrpSpPr>
              <p:grpSpPr>
                <a:xfrm>
                  <a:off x="4479784" y="2483765"/>
                  <a:ext cx="684470" cy="677825"/>
                  <a:chOff x="4479784" y="2483765"/>
                  <a:chExt cx="684470" cy="677825"/>
                </a:xfrm>
                <a:solidFill>
                  <a:srgbClr val="FFFFFF"/>
                </a:solidFill>
              </p:grpSpPr>
              <p:sp>
                <p:nvSpPr>
                  <p:cNvPr id="18" name="任意多边形: 形状 17"/>
                  <p:cNvSpPr/>
                  <p:nvPr/>
                </p:nvSpPr>
                <p:spPr>
                  <a:xfrm>
                    <a:off x="4479784" y="2483765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9" name="任意多边形: 形状 18"/>
                  <p:cNvSpPr/>
                  <p:nvPr/>
                </p:nvSpPr>
                <p:spPr>
                  <a:xfrm>
                    <a:off x="4539592" y="2483765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0" name="任意多边形: 形状 19"/>
                  <p:cNvSpPr/>
                  <p:nvPr/>
                </p:nvSpPr>
                <p:spPr>
                  <a:xfrm>
                    <a:off x="4592755" y="2483765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1" name="任意多边形: 形状 20"/>
                  <p:cNvSpPr/>
                  <p:nvPr/>
                </p:nvSpPr>
                <p:spPr>
                  <a:xfrm>
                    <a:off x="4652563" y="2483765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2" name="任意多边形: 形状 21"/>
                  <p:cNvSpPr/>
                  <p:nvPr/>
                </p:nvSpPr>
                <p:spPr>
                  <a:xfrm>
                    <a:off x="4705726" y="2483765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3" name="任意多边形: 形状 22"/>
                  <p:cNvSpPr/>
                  <p:nvPr/>
                </p:nvSpPr>
                <p:spPr>
                  <a:xfrm>
                    <a:off x="4765534" y="2483765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4" name="任意多边形: 形状 23"/>
                  <p:cNvSpPr/>
                  <p:nvPr/>
                </p:nvSpPr>
                <p:spPr>
                  <a:xfrm>
                    <a:off x="4818697" y="2483765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5" name="任意多边形: 形状 24"/>
                  <p:cNvSpPr/>
                  <p:nvPr/>
                </p:nvSpPr>
                <p:spPr>
                  <a:xfrm>
                    <a:off x="4871860" y="2483765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6" name="任意多边形: 形状 25"/>
                  <p:cNvSpPr/>
                  <p:nvPr/>
                </p:nvSpPr>
                <p:spPr>
                  <a:xfrm>
                    <a:off x="4925023" y="2483765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7" name="任意多边形: 形状 26"/>
                  <p:cNvSpPr/>
                  <p:nvPr/>
                </p:nvSpPr>
                <p:spPr>
                  <a:xfrm>
                    <a:off x="4984831" y="2483765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8" name="任意多边形: 形状 27"/>
                  <p:cNvSpPr/>
                  <p:nvPr/>
                </p:nvSpPr>
                <p:spPr>
                  <a:xfrm>
                    <a:off x="5037994" y="2483765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9" name="任意多边形: 形状 28"/>
                  <p:cNvSpPr/>
                  <p:nvPr/>
                </p:nvSpPr>
                <p:spPr>
                  <a:xfrm>
                    <a:off x="5097802" y="2483765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0" name="任意多边形: 形状 29"/>
                  <p:cNvSpPr/>
                  <p:nvPr/>
                </p:nvSpPr>
                <p:spPr>
                  <a:xfrm>
                    <a:off x="5150965" y="2483765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1" name="任意多边形: 形状 30"/>
                  <p:cNvSpPr/>
                  <p:nvPr/>
                </p:nvSpPr>
                <p:spPr>
                  <a:xfrm>
                    <a:off x="4479784" y="2483765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2" name="任意多边形: 形状 31"/>
                  <p:cNvSpPr/>
                  <p:nvPr/>
                </p:nvSpPr>
                <p:spPr>
                  <a:xfrm>
                    <a:off x="4479784" y="2550219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3" name="任意多边形: 形状 32"/>
                  <p:cNvSpPr/>
                  <p:nvPr/>
                </p:nvSpPr>
                <p:spPr>
                  <a:xfrm>
                    <a:off x="4479784" y="2616672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4" name="任意多边形: 形状 33"/>
                  <p:cNvSpPr/>
                  <p:nvPr/>
                </p:nvSpPr>
                <p:spPr>
                  <a:xfrm>
                    <a:off x="4479784" y="2683126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5" name="任意多边形: 形状 34"/>
                  <p:cNvSpPr/>
                  <p:nvPr/>
                </p:nvSpPr>
                <p:spPr>
                  <a:xfrm>
                    <a:off x="4479784" y="2749579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6" name="任意多边形: 形状 35"/>
                  <p:cNvSpPr/>
                  <p:nvPr/>
                </p:nvSpPr>
                <p:spPr>
                  <a:xfrm>
                    <a:off x="4479784" y="2816033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7" name="任意多边形: 形状 36"/>
                  <p:cNvSpPr/>
                  <p:nvPr/>
                </p:nvSpPr>
                <p:spPr>
                  <a:xfrm>
                    <a:off x="4479784" y="2882486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8" name="任意多边形: 形状 37"/>
                  <p:cNvSpPr/>
                  <p:nvPr/>
                </p:nvSpPr>
                <p:spPr>
                  <a:xfrm>
                    <a:off x="4479784" y="2948940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9" name="任意多边形: 形状 38"/>
                  <p:cNvSpPr/>
                  <p:nvPr/>
                </p:nvSpPr>
                <p:spPr>
                  <a:xfrm>
                    <a:off x="4479784" y="3015393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0" name="任意多边形: 形状 39"/>
                  <p:cNvSpPr/>
                  <p:nvPr/>
                </p:nvSpPr>
                <p:spPr>
                  <a:xfrm>
                    <a:off x="4479784" y="3081846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1" name="任意多边形: 形状 40"/>
                  <p:cNvSpPr/>
                  <p:nvPr/>
                </p:nvSpPr>
                <p:spPr>
                  <a:xfrm>
                    <a:off x="4479784" y="3148300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</p:grpSp>
            <p:grpSp>
              <p:nvGrpSpPr>
                <p:cNvPr id="42" name="图形 4"/>
                <p:cNvGrpSpPr/>
                <p:nvPr/>
              </p:nvGrpSpPr>
              <p:grpSpPr>
                <a:xfrm>
                  <a:off x="5317098" y="3334370"/>
                  <a:ext cx="684470" cy="677825"/>
                  <a:chOff x="5317098" y="3334370"/>
                  <a:chExt cx="684470" cy="677825"/>
                </a:xfrm>
                <a:solidFill>
                  <a:srgbClr val="FFFFFF"/>
                </a:solidFill>
              </p:grpSpPr>
              <p:sp>
                <p:nvSpPr>
                  <p:cNvPr id="43" name="任意多边形: 形状 42"/>
                  <p:cNvSpPr/>
                  <p:nvPr/>
                </p:nvSpPr>
                <p:spPr>
                  <a:xfrm>
                    <a:off x="5317098" y="3334370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4" name="任意多边形: 形状 43"/>
                  <p:cNvSpPr/>
                  <p:nvPr/>
                </p:nvSpPr>
                <p:spPr>
                  <a:xfrm>
                    <a:off x="5376906" y="3334370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5" name="任意多边形: 形状 44"/>
                  <p:cNvSpPr/>
                  <p:nvPr/>
                </p:nvSpPr>
                <p:spPr>
                  <a:xfrm>
                    <a:off x="5430069" y="3334370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6" name="任意多边形: 形状 45"/>
                  <p:cNvSpPr/>
                  <p:nvPr/>
                </p:nvSpPr>
                <p:spPr>
                  <a:xfrm>
                    <a:off x="5489877" y="3334370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7" name="任意多边形: 形状 46"/>
                  <p:cNvSpPr/>
                  <p:nvPr/>
                </p:nvSpPr>
                <p:spPr>
                  <a:xfrm>
                    <a:off x="5543040" y="3334370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8" name="任意多边形: 形状 47"/>
                  <p:cNvSpPr/>
                  <p:nvPr/>
                </p:nvSpPr>
                <p:spPr>
                  <a:xfrm>
                    <a:off x="5602848" y="3334370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9" name="任意多边形: 形状 48"/>
                  <p:cNvSpPr/>
                  <p:nvPr/>
                </p:nvSpPr>
                <p:spPr>
                  <a:xfrm>
                    <a:off x="5656011" y="3334370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0" name="任意多边形: 形状 49"/>
                  <p:cNvSpPr/>
                  <p:nvPr/>
                </p:nvSpPr>
                <p:spPr>
                  <a:xfrm>
                    <a:off x="5709174" y="3334370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1" name="任意多边形: 形状 50"/>
                  <p:cNvSpPr/>
                  <p:nvPr/>
                </p:nvSpPr>
                <p:spPr>
                  <a:xfrm>
                    <a:off x="5762337" y="3334370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2" name="任意多边形: 形状 51"/>
                  <p:cNvSpPr/>
                  <p:nvPr/>
                </p:nvSpPr>
                <p:spPr>
                  <a:xfrm>
                    <a:off x="5822145" y="3334370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3" name="任意多边形: 形状 52"/>
                  <p:cNvSpPr/>
                  <p:nvPr/>
                </p:nvSpPr>
                <p:spPr>
                  <a:xfrm>
                    <a:off x="5875307" y="3334370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4" name="任意多边形: 形状 53"/>
                  <p:cNvSpPr/>
                  <p:nvPr/>
                </p:nvSpPr>
                <p:spPr>
                  <a:xfrm>
                    <a:off x="5935116" y="3334370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5" name="任意多边形: 形状 54"/>
                  <p:cNvSpPr/>
                  <p:nvPr/>
                </p:nvSpPr>
                <p:spPr>
                  <a:xfrm>
                    <a:off x="5988278" y="3334370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6" name="任意多边形: 形状 55"/>
                  <p:cNvSpPr/>
                  <p:nvPr/>
                </p:nvSpPr>
                <p:spPr>
                  <a:xfrm>
                    <a:off x="5317098" y="3334370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7" name="任意多边形: 形状 56"/>
                  <p:cNvSpPr/>
                  <p:nvPr/>
                </p:nvSpPr>
                <p:spPr>
                  <a:xfrm>
                    <a:off x="5317098" y="3400823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8" name="任意多边形: 形状 57"/>
                  <p:cNvSpPr/>
                  <p:nvPr/>
                </p:nvSpPr>
                <p:spPr>
                  <a:xfrm>
                    <a:off x="5317098" y="3467277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9" name="任意多边形: 形状 58"/>
                  <p:cNvSpPr/>
                  <p:nvPr/>
                </p:nvSpPr>
                <p:spPr>
                  <a:xfrm>
                    <a:off x="5317098" y="3533730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0" name="任意多边形: 形状 59"/>
                  <p:cNvSpPr/>
                  <p:nvPr/>
                </p:nvSpPr>
                <p:spPr>
                  <a:xfrm>
                    <a:off x="5317098" y="3600184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1" name="任意多边形: 形状 60"/>
                  <p:cNvSpPr/>
                  <p:nvPr/>
                </p:nvSpPr>
                <p:spPr>
                  <a:xfrm>
                    <a:off x="5317098" y="3666637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2" name="任意多边形: 形状 61"/>
                  <p:cNvSpPr/>
                  <p:nvPr/>
                </p:nvSpPr>
                <p:spPr>
                  <a:xfrm>
                    <a:off x="5317098" y="3733091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3" name="任意多边形: 形状 62"/>
                  <p:cNvSpPr/>
                  <p:nvPr/>
                </p:nvSpPr>
                <p:spPr>
                  <a:xfrm>
                    <a:off x="5317098" y="3799544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4" name="任意多边形: 形状 63"/>
                  <p:cNvSpPr/>
                  <p:nvPr/>
                </p:nvSpPr>
                <p:spPr>
                  <a:xfrm>
                    <a:off x="5317098" y="3865998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5" name="任意多边形: 形状 64"/>
                  <p:cNvSpPr/>
                  <p:nvPr/>
                </p:nvSpPr>
                <p:spPr>
                  <a:xfrm>
                    <a:off x="5317098" y="3932451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6" name="任意多边形: 形状 65"/>
                  <p:cNvSpPr/>
                  <p:nvPr/>
                </p:nvSpPr>
                <p:spPr>
                  <a:xfrm>
                    <a:off x="5317098" y="3998905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</p:grpSp>
            <p:grpSp>
              <p:nvGrpSpPr>
                <p:cNvPr id="67" name="图形 4"/>
                <p:cNvGrpSpPr/>
                <p:nvPr/>
              </p:nvGrpSpPr>
              <p:grpSpPr>
                <a:xfrm>
                  <a:off x="6068023" y="2556864"/>
                  <a:ext cx="684470" cy="677825"/>
                  <a:chOff x="6068023" y="2556864"/>
                  <a:chExt cx="684470" cy="677825"/>
                </a:xfrm>
                <a:solidFill>
                  <a:srgbClr val="FFFFFF"/>
                </a:solidFill>
              </p:grpSpPr>
              <p:sp>
                <p:nvSpPr>
                  <p:cNvPr id="68" name="任意多边形: 形状 67"/>
                  <p:cNvSpPr/>
                  <p:nvPr/>
                </p:nvSpPr>
                <p:spPr>
                  <a:xfrm>
                    <a:off x="6068023" y="2556864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9" name="任意多边形: 形状 68"/>
                  <p:cNvSpPr/>
                  <p:nvPr/>
                </p:nvSpPr>
                <p:spPr>
                  <a:xfrm>
                    <a:off x="6127831" y="2556864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0" name="任意多边形: 形状 69"/>
                  <p:cNvSpPr/>
                  <p:nvPr/>
                </p:nvSpPr>
                <p:spPr>
                  <a:xfrm>
                    <a:off x="6180994" y="2556864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1" name="任意多边形: 形状 70"/>
                  <p:cNvSpPr/>
                  <p:nvPr/>
                </p:nvSpPr>
                <p:spPr>
                  <a:xfrm>
                    <a:off x="6240802" y="2556864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2" name="任意多边形: 形状 71"/>
                  <p:cNvSpPr/>
                  <p:nvPr/>
                </p:nvSpPr>
                <p:spPr>
                  <a:xfrm>
                    <a:off x="6293964" y="2556864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3" name="任意多边形: 形状 72"/>
                  <p:cNvSpPr/>
                  <p:nvPr/>
                </p:nvSpPr>
                <p:spPr>
                  <a:xfrm>
                    <a:off x="6353773" y="2556864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4" name="任意多边形: 形状 73"/>
                  <p:cNvSpPr/>
                  <p:nvPr/>
                </p:nvSpPr>
                <p:spPr>
                  <a:xfrm>
                    <a:off x="6406935" y="2556864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5" name="任意多边形: 形状 74"/>
                  <p:cNvSpPr/>
                  <p:nvPr/>
                </p:nvSpPr>
                <p:spPr>
                  <a:xfrm>
                    <a:off x="6460098" y="2556864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6" name="任意多边形: 形状 75"/>
                  <p:cNvSpPr/>
                  <p:nvPr/>
                </p:nvSpPr>
                <p:spPr>
                  <a:xfrm>
                    <a:off x="6513261" y="2556864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7" name="任意多边形: 形状 76"/>
                  <p:cNvSpPr/>
                  <p:nvPr/>
                </p:nvSpPr>
                <p:spPr>
                  <a:xfrm>
                    <a:off x="6573069" y="2556864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8" name="任意多边形: 形状 77"/>
                  <p:cNvSpPr/>
                  <p:nvPr/>
                </p:nvSpPr>
                <p:spPr>
                  <a:xfrm>
                    <a:off x="6626232" y="2556864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9" name="任意多边形: 形状 78"/>
                  <p:cNvSpPr/>
                  <p:nvPr/>
                </p:nvSpPr>
                <p:spPr>
                  <a:xfrm>
                    <a:off x="6686040" y="2556864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0" name="任意多边形: 形状 79"/>
                  <p:cNvSpPr/>
                  <p:nvPr/>
                </p:nvSpPr>
                <p:spPr>
                  <a:xfrm>
                    <a:off x="6739203" y="2556864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1" name="任意多边形: 形状 80"/>
                  <p:cNvSpPr/>
                  <p:nvPr/>
                </p:nvSpPr>
                <p:spPr>
                  <a:xfrm>
                    <a:off x="6068023" y="2556864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2" name="任意多边形: 形状 81"/>
                  <p:cNvSpPr/>
                  <p:nvPr/>
                </p:nvSpPr>
                <p:spPr>
                  <a:xfrm>
                    <a:off x="6068023" y="2623317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3" name="任意多边形: 形状 82"/>
                  <p:cNvSpPr/>
                  <p:nvPr/>
                </p:nvSpPr>
                <p:spPr>
                  <a:xfrm>
                    <a:off x="6068023" y="2689771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4" name="任意多边形: 形状 83"/>
                  <p:cNvSpPr/>
                  <p:nvPr/>
                </p:nvSpPr>
                <p:spPr>
                  <a:xfrm>
                    <a:off x="6068023" y="2756224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5" name="任意多边形: 形状 84"/>
                  <p:cNvSpPr/>
                  <p:nvPr/>
                </p:nvSpPr>
                <p:spPr>
                  <a:xfrm>
                    <a:off x="6068023" y="2822678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6" name="任意多边形: 形状 85"/>
                  <p:cNvSpPr/>
                  <p:nvPr/>
                </p:nvSpPr>
                <p:spPr>
                  <a:xfrm>
                    <a:off x="6068023" y="2889131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7" name="任意多边形: 形状 86"/>
                  <p:cNvSpPr/>
                  <p:nvPr/>
                </p:nvSpPr>
                <p:spPr>
                  <a:xfrm>
                    <a:off x="6068023" y="2955585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8" name="任意多边形: 形状 87"/>
                  <p:cNvSpPr/>
                  <p:nvPr/>
                </p:nvSpPr>
                <p:spPr>
                  <a:xfrm>
                    <a:off x="6068023" y="3022038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9" name="任意多边形: 形状 88"/>
                  <p:cNvSpPr/>
                  <p:nvPr/>
                </p:nvSpPr>
                <p:spPr>
                  <a:xfrm>
                    <a:off x="6068023" y="3088492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0" name="任意多边形: 形状 89"/>
                  <p:cNvSpPr/>
                  <p:nvPr/>
                </p:nvSpPr>
                <p:spPr>
                  <a:xfrm>
                    <a:off x="6068023" y="3154945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1" name="任意多边形: 形状 90"/>
                  <p:cNvSpPr/>
                  <p:nvPr/>
                </p:nvSpPr>
                <p:spPr>
                  <a:xfrm>
                    <a:off x="6068023" y="3221399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</p:grpSp>
          </p:grpSp>
          <p:sp>
            <p:nvSpPr>
              <p:cNvPr id="92" name="任意多边形: 形状 91"/>
              <p:cNvSpPr/>
              <p:nvPr/>
            </p:nvSpPr>
            <p:spPr>
              <a:xfrm>
                <a:off x="4805406" y="2696416"/>
                <a:ext cx="976866" cy="677825"/>
              </a:xfrm>
              <a:custGeom>
                <a:avLst/>
                <a:gdLst>
                  <a:gd name="connsiteX0" fmla="*/ 0 w 976866"/>
                  <a:gd name="connsiteY0" fmla="*/ 0 h 677825"/>
                  <a:gd name="connsiteX1" fmla="*/ 976866 w 976866"/>
                  <a:gd name="connsiteY1" fmla="*/ 0 h 677825"/>
                  <a:gd name="connsiteX2" fmla="*/ 976866 w 976866"/>
                  <a:gd name="connsiteY2" fmla="*/ 677826 h 677825"/>
                  <a:gd name="connsiteX3" fmla="*/ 0 w 976866"/>
                  <a:gd name="connsiteY3" fmla="*/ 677826 h 677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76866" h="677825">
                    <a:moveTo>
                      <a:pt x="0" y="0"/>
                    </a:moveTo>
                    <a:lnTo>
                      <a:pt x="976866" y="0"/>
                    </a:lnTo>
                    <a:lnTo>
                      <a:pt x="976866" y="677826"/>
                    </a:lnTo>
                    <a:lnTo>
                      <a:pt x="0" y="677826"/>
                    </a:ln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3" name="任意多边形: 形状 92"/>
              <p:cNvSpPr/>
              <p:nvPr/>
            </p:nvSpPr>
            <p:spPr>
              <a:xfrm>
                <a:off x="4905087" y="2782806"/>
                <a:ext cx="976866" cy="677825"/>
              </a:xfrm>
              <a:custGeom>
                <a:avLst/>
                <a:gdLst>
                  <a:gd name="connsiteX0" fmla="*/ 0 w 976866"/>
                  <a:gd name="connsiteY0" fmla="*/ 0 h 677825"/>
                  <a:gd name="connsiteX1" fmla="*/ 976866 w 976866"/>
                  <a:gd name="connsiteY1" fmla="*/ 0 h 677825"/>
                  <a:gd name="connsiteX2" fmla="*/ 976866 w 976866"/>
                  <a:gd name="connsiteY2" fmla="*/ 677826 h 677825"/>
                  <a:gd name="connsiteX3" fmla="*/ 0 w 976866"/>
                  <a:gd name="connsiteY3" fmla="*/ 677826 h 677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76866" h="677825">
                    <a:moveTo>
                      <a:pt x="0" y="0"/>
                    </a:moveTo>
                    <a:lnTo>
                      <a:pt x="976866" y="0"/>
                    </a:lnTo>
                    <a:lnTo>
                      <a:pt x="976866" y="677826"/>
                    </a:lnTo>
                    <a:lnTo>
                      <a:pt x="0" y="677826"/>
                    </a:lnTo>
                    <a:close/>
                  </a:path>
                </a:pathLst>
              </a:custGeom>
              <a:solidFill>
                <a:srgbClr val="E1E6FB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4" name="任意多边形: 形状 93"/>
              <p:cNvSpPr/>
              <p:nvPr/>
            </p:nvSpPr>
            <p:spPr>
              <a:xfrm>
                <a:off x="5104447" y="2875841"/>
                <a:ext cx="558209" cy="13290"/>
              </a:xfrm>
              <a:custGeom>
                <a:avLst/>
                <a:gdLst>
                  <a:gd name="connsiteX0" fmla="*/ 0 w 558209"/>
                  <a:gd name="connsiteY0" fmla="*/ 0 h 13290"/>
                  <a:gd name="connsiteX1" fmla="*/ 558209 w 558209"/>
                  <a:gd name="connsiteY1" fmla="*/ 0 h 13290"/>
                  <a:gd name="connsiteX2" fmla="*/ 558209 w 558209"/>
                  <a:gd name="connsiteY2" fmla="*/ 13291 h 13290"/>
                  <a:gd name="connsiteX3" fmla="*/ 0 w 558209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58209" h="13290">
                    <a:moveTo>
                      <a:pt x="0" y="0"/>
                    </a:moveTo>
                    <a:lnTo>
                      <a:pt x="558209" y="0"/>
                    </a:lnTo>
                    <a:lnTo>
                      <a:pt x="558209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5" name="任意多边形: 形状 94"/>
              <p:cNvSpPr/>
              <p:nvPr/>
            </p:nvSpPr>
            <p:spPr>
              <a:xfrm>
                <a:off x="5104447" y="2909067"/>
                <a:ext cx="458529" cy="13290"/>
              </a:xfrm>
              <a:custGeom>
                <a:avLst/>
                <a:gdLst>
                  <a:gd name="connsiteX0" fmla="*/ 0 w 458529"/>
                  <a:gd name="connsiteY0" fmla="*/ 0 h 13290"/>
                  <a:gd name="connsiteX1" fmla="*/ 458529 w 458529"/>
                  <a:gd name="connsiteY1" fmla="*/ 0 h 13290"/>
                  <a:gd name="connsiteX2" fmla="*/ 458529 w 458529"/>
                  <a:gd name="connsiteY2" fmla="*/ 13291 h 13290"/>
                  <a:gd name="connsiteX3" fmla="*/ 0 w 458529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58529" h="13290">
                    <a:moveTo>
                      <a:pt x="0" y="0"/>
                    </a:moveTo>
                    <a:lnTo>
                      <a:pt x="458529" y="0"/>
                    </a:lnTo>
                    <a:lnTo>
                      <a:pt x="458529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6" name="任意多边形: 形状 95"/>
              <p:cNvSpPr/>
              <p:nvPr/>
            </p:nvSpPr>
            <p:spPr>
              <a:xfrm>
                <a:off x="5104447" y="2935649"/>
                <a:ext cx="604726" cy="13290"/>
              </a:xfrm>
              <a:custGeom>
                <a:avLst/>
                <a:gdLst>
                  <a:gd name="connsiteX0" fmla="*/ 0 w 604726"/>
                  <a:gd name="connsiteY0" fmla="*/ 0 h 13290"/>
                  <a:gd name="connsiteX1" fmla="*/ 604727 w 604726"/>
                  <a:gd name="connsiteY1" fmla="*/ 0 h 13290"/>
                  <a:gd name="connsiteX2" fmla="*/ 604727 w 604726"/>
                  <a:gd name="connsiteY2" fmla="*/ 13291 h 13290"/>
                  <a:gd name="connsiteX3" fmla="*/ 0 w 604726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04726" h="13290">
                    <a:moveTo>
                      <a:pt x="0" y="0"/>
                    </a:moveTo>
                    <a:lnTo>
                      <a:pt x="604727" y="0"/>
                    </a:lnTo>
                    <a:lnTo>
                      <a:pt x="604727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7" name="任意多边形: 形状 96"/>
              <p:cNvSpPr/>
              <p:nvPr/>
            </p:nvSpPr>
            <p:spPr>
              <a:xfrm>
                <a:off x="5104447" y="3022038"/>
                <a:ext cx="265813" cy="13290"/>
              </a:xfrm>
              <a:custGeom>
                <a:avLst/>
                <a:gdLst>
                  <a:gd name="connsiteX0" fmla="*/ 0 w 265813"/>
                  <a:gd name="connsiteY0" fmla="*/ 0 h 13290"/>
                  <a:gd name="connsiteX1" fmla="*/ 265814 w 265813"/>
                  <a:gd name="connsiteY1" fmla="*/ 0 h 13290"/>
                  <a:gd name="connsiteX2" fmla="*/ 265814 w 265813"/>
                  <a:gd name="connsiteY2" fmla="*/ 13291 h 13290"/>
                  <a:gd name="connsiteX3" fmla="*/ 0 w 265813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5813" h="13290">
                    <a:moveTo>
                      <a:pt x="0" y="0"/>
                    </a:moveTo>
                    <a:lnTo>
                      <a:pt x="265814" y="0"/>
                    </a:lnTo>
                    <a:lnTo>
                      <a:pt x="265814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8" name="任意多边形: 形状 97"/>
              <p:cNvSpPr/>
              <p:nvPr/>
            </p:nvSpPr>
            <p:spPr>
              <a:xfrm>
                <a:off x="5104447" y="3055265"/>
                <a:ext cx="405366" cy="13290"/>
              </a:xfrm>
              <a:custGeom>
                <a:avLst/>
                <a:gdLst>
                  <a:gd name="connsiteX0" fmla="*/ 0 w 405366"/>
                  <a:gd name="connsiteY0" fmla="*/ 0 h 13290"/>
                  <a:gd name="connsiteX1" fmla="*/ 405366 w 405366"/>
                  <a:gd name="connsiteY1" fmla="*/ 0 h 13290"/>
                  <a:gd name="connsiteX2" fmla="*/ 405366 w 405366"/>
                  <a:gd name="connsiteY2" fmla="*/ 13291 h 13290"/>
                  <a:gd name="connsiteX3" fmla="*/ 0 w 405366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05366" h="13290">
                    <a:moveTo>
                      <a:pt x="0" y="0"/>
                    </a:moveTo>
                    <a:lnTo>
                      <a:pt x="405366" y="0"/>
                    </a:lnTo>
                    <a:lnTo>
                      <a:pt x="405366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9" name="任意多边形: 形状 98"/>
              <p:cNvSpPr/>
              <p:nvPr/>
            </p:nvSpPr>
            <p:spPr>
              <a:xfrm>
                <a:off x="5104447" y="3081846"/>
                <a:ext cx="378784" cy="13290"/>
              </a:xfrm>
              <a:custGeom>
                <a:avLst/>
                <a:gdLst>
                  <a:gd name="connsiteX0" fmla="*/ 0 w 378784"/>
                  <a:gd name="connsiteY0" fmla="*/ 0 h 13290"/>
                  <a:gd name="connsiteX1" fmla="*/ 378785 w 378784"/>
                  <a:gd name="connsiteY1" fmla="*/ 0 h 13290"/>
                  <a:gd name="connsiteX2" fmla="*/ 378785 w 378784"/>
                  <a:gd name="connsiteY2" fmla="*/ 13291 h 13290"/>
                  <a:gd name="connsiteX3" fmla="*/ 0 w 378784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8784" h="13290">
                    <a:moveTo>
                      <a:pt x="0" y="0"/>
                    </a:moveTo>
                    <a:lnTo>
                      <a:pt x="378785" y="0"/>
                    </a:lnTo>
                    <a:lnTo>
                      <a:pt x="378785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0" name="任意多边形: 形状 99"/>
              <p:cNvSpPr/>
              <p:nvPr/>
            </p:nvSpPr>
            <p:spPr>
              <a:xfrm>
                <a:off x="5104447" y="3174881"/>
                <a:ext cx="265813" cy="13290"/>
              </a:xfrm>
              <a:custGeom>
                <a:avLst/>
                <a:gdLst>
                  <a:gd name="connsiteX0" fmla="*/ 0 w 265813"/>
                  <a:gd name="connsiteY0" fmla="*/ 0 h 13290"/>
                  <a:gd name="connsiteX1" fmla="*/ 265814 w 265813"/>
                  <a:gd name="connsiteY1" fmla="*/ 0 h 13290"/>
                  <a:gd name="connsiteX2" fmla="*/ 265814 w 265813"/>
                  <a:gd name="connsiteY2" fmla="*/ 13291 h 13290"/>
                  <a:gd name="connsiteX3" fmla="*/ 0 w 265813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5813" h="13290">
                    <a:moveTo>
                      <a:pt x="0" y="0"/>
                    </a:moveTo>
                    <a:lnTo>
                      <a:pt x="265814" y="0"/>
                    </a:lnTo>
                    <a:lnTo>
                      <a:pt x="265814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1" name="任意多边形: 形状 100"/>
              <p:cNvSpPr/>
              <p:nvPr/>
            </p:nvSpPr>
            <p:spPr>
              <a:xfrm>
                <a:off x="5104447" y="3208108"/>
                <a:ext cx="405366" cy="13290"/>
              </a:xfrm>
              <a:custGeom>
                <a:avLst/>
                <a:gdLst>
                  <a:gd name="connsiteX0" fmla="*/ 0 w 405366"/>
                  <a:gd name="connsiteY0" fmla="*/ 0 h 13290"/>
                  <a:gd name="connsiteX1" fmla="*/ 405366 w 405366"/>
                  <a:gd name="connsiteY1" fmla="*/ 0 h 13290"/>
                  <a:gd name="connsiteX2" fmla="*/ 405366 w 405366"/>
                  <a:gd name="connsiteY2" fmla="*/ 13291 h 13290"/>
                  <a:gd name="connsiteX3" fmla="*/ 0 w 405366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05366" h="13290">
                    <a:moveTo>
                      <a:pt x="0" y="0"/>
                    </a:moveTo>
                    <a:lnTo>
                      <a:pt x="405366" y="0"/>
                    </a:lnTo>
                    <a:lnTo>
                      <a:pt x="405366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2" name="任意多边形: 形状 101"/>
              <p:cNvSpPr/>
              <p:nvPr/>
            </p:nvSpPr>
            <p:spPr>
              <a:xfrm>
                <a:off x="5104447" y="3234690"/>
                <a:ext cx="378784" cy="13290"/>
              </a:xfrm>
              <a:custGeom>
                <a:avLst/>
                <a:gdLst>
                  <a:gd name="connsiteX0" fmla="*/ 0 w 378784"/>
                  <a:gd name="connsiteY0" fmla="*/ 0 h 13290"/>
                  <a:gd name="connsiteX1" fmla="*/ 378785 w 378784"/>
                  <a:gd name="connsiteY1" fmla="*/ 0 h 13290"/>
                  <a:gd name="connsiteX2" fmla="*/ 378785 w 378784"/>
                  <a:gd name="connsiteY2" fmla="*/ 13291 h 13290"/>
                  <a:gd name="connsiteX3" fmla="*/ 0 w 378784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8784" h="13290">
                    <a:moveTo>
                      <a:pt x="0" y="0"/>
                    </a:moveTo>
                    <a:lnTo>
                      <a:pt x="378785" y="0"/>
                    </a:lnTo>
                    <a:lnTo>
                      <a:pt x="378785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3" name="任意多边形: 形状 102"/>
              <p:cNvSpPr/>
              <p:nvPr/>
            </p:nvSpPr>
            <p:spPr>
              <a:xfrm>
                <a:off x="4978185" y="2869195"/>
                <a:ext cx="86389" cy="86389"/>
              </a:xfrm>
              <a:custGeom>
                <a:avLst/>
                <a:gdLst>
                  <a:gd name="connsiteX0" fmla="*/ 86390 w 86389"/>
                  <a:gd name="connsiteY0" fmla="*/ 43195 h 86389"/>
                  <a:gd name="connsiteX1" fmla="*/ 43195 w 86389"/>
                  <a:gd name="connsiteY1" fmla="*/ 86390 h 86389"/>
                  <a:gd name="connsiteX2" fmla="*/ 0 w 86389"/>
                  <a:gd name="connsiteY2" fmla="*/ 43195 h 86389"/>
                  <a:gd name="connsiteX3" fmla="*/ 43195 w 86389"/>
                  <a:gd name="connsiteY3" fmla="*/ 0 h 86389"/>
                  <a:gd name="connsiteX4" fmla="*/ 86390 w 86389"/>
                  <a:gd name="connsiteY4" fmla="*/ 43195 h 86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6389" h="86389">
                    <a:moveTo>
                      <a:pt x="86390" y="43195"/>
                    </a:moveTo>
                    <a:cubicBezTo>
                      <a:pt x="86390" y="67051"/>
                      <a:pt x="67051" y="86390"/>
                      <a:pt x="43195" y="86390"/>
                    </a:cubicBezTo>
                    <a:cubicBezTo>
                      <a:pt x="19339" y="86390"/>
                      <a:pt x="0" y="67051"/>
                      <a:pt x="0" y="43195"/>
                    </a:cubicBezTo>
                    <a:cubicBezTo>
                      <a:pt x="0" y="19339"/>
                      <a:pt x="19339" y="0"/>
                      <a:pt x="43195" y="0"/>
                    </a:cubicBezTo>
                    <a:cubicBezTo>
                      <a:pt x="67051" y="0"/>
                      <a:pt x="86390" y="19339"/>
                      <a:pt x="86390" y="43195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4" name="任意多边形: 形状 103"/>
              <p:cNvSpPr/>
              <p:nvPr/>
            </p:nvSpPr>
            <p:spPr>
              <a:xfrm>
                <a:off x="4978185" y="3008748"/>
                <a:ext cx="86389" cy="86389"/>
              </a:xfrm>
              <a:custGeom>
                <a:avLst/>
                <a:gdLst>
                  <a:gd name="connsiteX0" fmla="*/ 86390 w 86389"/>
                  <a:gd name="connsiteY0" fmla="*/ 43195 h 86389"/>
                  <a:gd name="connsiteX1" fmla="*/ 43195 w 86389"/>
                  <a:gd name="connsiteY1" fmla="*/ 86390 h 86389"/>
                  <a:gd name="connsiteX2" fmla="*/ 0 w 86389"/>
                  <a:gd name="connsiteY2" fmla="*/ 43195 h 86389"/>
                  <a:gd name="connsiteX3" fmla="*/ 43195 w 86389"/>
                  <a:gd name="connsiteY3" fmla="*/ 0 h 86389"/>
                  <a:gd name="connsiteX4" fmla="*/ 86390 w 86389"/>
                  <a:gd name="connsiteY4" fmla="*/ 43195 h 86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6389" h="86389">
                    <a:moveTo>
                      <a:pt x="86390" y="43195"/>
                    </a:moveTo>
                    <a:cubicBezTo>
                      <a:pt x="86390" y="67051"/>
                      <a:pt x="67051" y="86390"/>
                      <a:pt x="43195" y="86390"/>
                    </a:cubicBezTo>
                    <a:cubicBezTo>
                      <a:pt x="19339" y="86390"/>
                      <a:pt x="0" y="67051"/>
                      <a:pt x="0" y="43195"/>
                    </a:cubicBezTo>
                    <a:cubicBezTo>
                      <a:pt x="0" y="19339"/>
                      <a:pt x="19339" y="0"/>
                      <a:pt x="43195" y="0"/>
                    </a:cubicBezTo>
                    <a:cubicBezTo>
                      <a:pt x="67051" y="0"/>
                      <a:pt x="86390" y="19339"/>
                      <a:pt x="86390" y="43195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5" name="任意多边形: 形状 104"/>
              <p:cNvSpPr/>
              <p:nvPr/>
            </p:nvSpPr>
            <p:spPr>
              <a:xfrm>
                <a:off x="4984831" y="3168236"/>
                <a:ext cx="86389" cy="86389"/>
              </a:xfrm>
              <a:custGeom>
                <a:avLst/>
                <a:gdLst>
                  <a:gd name="connsiteX0" fmla="*/ 86390 w 86389"/>
                  <a:gd name="connsiteY0" fmla="*/ 43195 h 86389"/>
                  <a:gd name="connsiteX1" fmla="*/ 43195 w 86389"/>
                  <a:gd name="connsiteY1" fmla="*/ 86390 h 86389"/>
                  <a:gd name="connsiteX2" fmla="*/ 0 w 86389"/>
                  <a:gd name="connsiteY2" fmla="*/ 43195 h 86389"/>
                  <a:gd name="connsiteX3" fmla="*/ 43195 w 86389"/>
                  <a:gd name="connsiteY3" fmla="*/ 0 h 86389"/>
                  <a:gd name="connsiteX4" fmla="*/ 86390 w 86389"/>
                  <a:gd name="connsiteY4" fmla="*/ 43195 h 86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6389" h="86389">
                    <a:moveTo>
                      <a:pt x="86390" y="43195"/>
                    </a:moveTo>
                    <a:cubicBezTo>
                      <a:pt x="86390" y="67051"/>
                      <a:pt x="67051" y="86390"/>
                      <a:pt x="43195" y="86390"/>
                    </a:cubicBezTo>
                    <a:cubicBezTo>
                      <a:pt x="19339" y="86390"/>
                      <a:pt x="0" y="67051"/>
                      <a:pt x="0" y="43195"/>
                    </a:cubicBezTo>
                    <a:cubicBezTo>
                      <a:pt x="0" y="19339"/>
                      <a:pt x="19339" y="0"/>
                      <a:pt x="43195" y="0"/>
                    </a:cubicBezTo>
                    <a:cubicBezTo>
                      <a:pt x="67051" y="0"/>
                      <a:pt x="86390" y="19339"/>
                      <a:pt x="86390" y="43195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6" name="任意多边形: 形状 105"/>
              <p:cNvSpPr/>
              <p:nvPr/>
            </p:nvSpPr>
            <p:spPr>
              <a:xfrm>
                <a:off x="6898691" y="2782806"/>
                <a:ext cx="485110" cy="13290"/>
              </a:xfrm>
              <a:custGeom>
                <a:avLst/>
                <a:gdLst>
                  <a:gd name="connsiteX0" fmla="*/ 0 w 485110"/>
                  <a:gd name="connsiteY0" fmla="*/ 0 h 13290"/>
                  <a:gd name="connsiteX1" fmla="*/ 485110 w 485110"/>
                  <a:gd name="connsiteY1" fmla="*/ 0 h 13290"/>
                  <a:gd name="connsiteX2" fmla="*/ 485110 w 485110"/>
                  <a:gd name="connsiteY2" fmla="*/ 13291 h 13290"/>
                  <a:gd name="connsiteX3" fmla="*/ 0 w 485110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5110" h="13290">
                    <a:moveTo>
                      <a:pt x="0" y="0"/>
                    </a:moveTo>
                    <a:lnTo>
                      <a:pt x="485110" y="0"/>
                    </a:lnTo>
                    <a:lnTo>
                      <a:pt x="485110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7" name="任意多边形: 形状 106"/>
              <p:cNvSpPr/>
              <p:nvPr/>
            </p:nvSpPr>
            <p:spPr>
              <a:xfrm>
                <a:off x="6898691" y="2855905"/>
                <a:ext cx="485110" cy="13290"/>
              </a:xfrm>
              <a:custGeom>
                <a:avLst/>
                <a:gdLst>
                  <a:gd name="connsiteX0" fmla="*/ 0 w 485110"/>
                  <a:gd name="connsiteY0" fmla="*/ 0 h 13290"/>
                  <a:gd name="connsiteX1" fmla="*/ 485110 w 485110"/>
                  <a:gd name="connsiteY1" fmla="*/ 0 h 13290"/>
                  <a:gd name="connsiteX2" fmla="*/ 485110 w 485110"/>
                  <a:gd name="connsiteY2" fmla="*/ 13291 h 13290"/>
                  <a:gd name="connsiteX3" fmla="*/ 0 w 485110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5110" h="13290">
                    <a:moveTo>
                      <a:pt x="0" y="0"/>
                    </a:moveTo>
                    <a:lnTo>
                      <a:pt x="485110" y="0"/>
                    </a:lnTo>
                    <a:lnTo>
                      <a:pt x="485110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8" name="任意多边形: 形状 107"/>
              <p:cNvSpPr/>
              <p:nvPr/>
            </p:nvSpPr>
            <p:spPr>
              <a:xfrm>
                <a:off x="6898691" y="2929003"/>
                <a:ext cx="485110" cy="13290"/>
              </a:xfrm>
              <a:custGeom>
                <a:avLst/>
                <a:gdLst>
                  <a:gd name="connsiteX0" fmla="*/ 0 w 485110"/>
                  <a:gd name="connsiteY0" fmla="*/ 0 h 13290"/>
                  <a:gd name="connsiteX1" fmla="*/ 485110 w 485110"/>
                  <a:gd name="connsiteY1" fmla="*/ 0 h 13290"/>
                  <a:gd name="connsiteX2" fmla="*/ 485110 w 485110"/>
                  <a:gd name="connsiteY2" fmla="*/ 13291 h 13290"/>
                  <a:gd name="connsiteX3" fmla="*/ 0 w 485110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5110" h="13290">
                    <a:moveTo>
                      <a:pt x="0" y="0"/>
                    </a:moveTo>
                    <a:lnTo>
                      <a:pt x="485110" y="0"/>
                    </a:lnTo>
                    <a:lnTo>
                      <a:pt x="485110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9" name="任意多边形: 形状 108"/>
              <p:cNvSpPr/>
              <p:nvPr/>
            </p:nvSpPr>
            <p:spPr>
              <a:xfrm>
                <a:off x="6898691" y="3002102"/>
                <a:ext cx="485110" cy="13290"/>
              </a:xfrm>
              <a:custGeom>
                <a:avLst/>
                <a:gdLst>
                  <a:gd name="connsiteX0" fmla="*/ 0 w 485110"/>
                  <a:gd name="connsiteY0" fmla="*/ 0 h 13290"/>
                  <a:gd name="connsiteX1" fmla="*/ 485110 w 485110"/>
                  <a:gd name="connsiteY1" fmla="*/ 0 h 13290"/>
                  <a:gd name="connsiteX2" fmla="*/ 485110 w 485110"/>
                  <a:gd name="connsiteY2" fmla="*/ 13291 h 13290"/>
                  <a:gd name="connsiteX3" fmla="*/ 0 w 485110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5110" h="13290">
                    <a:moveTo>
                      <a:pt x="0" y="0"/>
                    </a:moveTo>
                    <a:lnTo>
                      <a:pt x="485110" y="0"/>
                    </a:lnTo>
                    <a:lnTo>
                      <a:pt x="485110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0" name="任意多边形: 形状 109"/>
              <p:cNvSpPr/>
              <p:nvPr/>
            </p:nvSpPr>
            <p:spPr>
              <a:xfrm>
                <a:off x="6898691" y="3075201"/>
                <a:ext cx="485110" cy="13290"/>
              </a:xfrm>
              <a:custGeom>
                <a:avLst/>
                <a:gdLst>
                  <a:gd name="connsiteX0" fmla="*/ 0 w 485110"/>
                  <a:gd name="connsiteY0" fmla="*/ 0 h 13290"/>
                  <a:gd name="connsiteX1" fmla="*/ 485110 w 485110"/>
                  <a:gd name="connsiteY1" fmla="*/ 0 h 13290"/>
                  <a:gd name="connsiteX2" fmla="*/ 485110 w 485110"/>
                  <a:gd name="connsiteY2" fmla="*/ 13291 h 13290"/>
                  <a:gd name="connsiteX3" fmla="*/ 0 w 485110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5110" h="13290">
                    <a:moveTo>
                      <a:pt x="0" y="0"/>
                    </a:moveTo>
                    <a:lnTo>
                      <a:pt x="485110" y="0"/>
                    </a:lnTo>
                    <a:lnTo>
                      <a:pt x="485110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1" name="任意多边形: 形状 110"/>
              <p:cNvSpPr/>
              <p:nvPr/>
            </p:nvSpPr>
            <p:spPr>
              <a:xfrm>
                <a:off x="6898691" y="3148300"/>
                <a:ext cx="485110" cy="13290"/>
              </a:xfrm>
              <a:custGeom>
                <a:avLst/>
                <a:gdLst>
                  <a:gd name="connsiteX0" fmla="*/ 0 w 485110"/>
                  <a:gd name="connsiteY0" fmla="*/ 0 h 13290"/>
                  <a:gd name="connsiteX1" fmla="*/ 485110 w 485110"/>
                  <a:gd name="connsiteY1" fmla="*/ 0 h 13290"/>
                  <a:gd name="connsiteX2" fmla="*/ 485110 w 485110"/>
                  <a:gd name="connsiteY2" fmla="*/ 13291 h 13290"/>
                  <a:gd name="connsiteX3" fmla="*/ 0 w 485110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5110" h="13290">
                    <a:moveTo>
                      <a:pt x="0" y="0"/>
                    </a:moveTo>
                    <a:lnTo>
                      <a:pt x="485110" y="0"/>
                    </a:lnTo>
                    <a:lnTo>
                      <a:pt x="485110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2" name="任意多边形: 形状 111"/>
              <p:cNvSpPr/>
              <p:nvPr/>
            </p:nvSpPr>
            <p:spPr>
              <a:xfrm>
                <a:off x="6898691" y="3221399"/>
                <a:ext cx="485110" cy="13290"/>
              </a:xfrm>
              <a:custGeom>
                <a:avLst/>
                <a:gdLst>
                  <a:gd name="connsiteX0" fmla="*/ 0 w 485110"/>
                  <a:gd name="connsiteY0" fmla="*/ 0 h 13290"/>
                  <a:gd name="connsiteX1" fmla="*/ 485110 w 485110"/>
                  <a:gd name="connsiteY1" fmla="*/ 0 h 13290"/>
                  <a:gd name="connsiteX2" fmla="*/ 485110 w 485110"/>
                  <a:gd name="connsiteY2" fmla="*/ 13291 h 13290"/>
                  <a:gd name="connsiteX3" fmla="*/ 0 w 485110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5110" h="13290">
                    <a:moveTo>
                      <a:pt x="0" y="0"/>
                    </a:moveTo>
                    <a:lnTo>
                      <a:pt x="485110" y="0"/>
                    </a:lnTo>
                    <a:lnTo>
                      <a:pt x="485110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3" name="任意多边形: 形状 112"/>
              <p:cNvSpPr/>
              <p:nvPr/>
            </p:nvSpPr>
            <p:spPr>
              <a:xfrm>
                <a:off x="6898691" y="3294498"/>
                <a:ext cx="485110" cy="13290"/>
              </a:xfrm>
              <a:custGeom>
                <a:avLst/>
                <a:gdLst>
                  <a:gd name="connsiteX0" fmla="*/ 0 w 485110"/>
                  <a:gd name="connsiteY0" fmla="*/ 0 h 13290"/>
                  <a:gd name="connsiteX1" fmla="*/ 485110 w 485110"/>
                  <a:gd name="connsiteY1" fmla="*/ 0 h 13290"/>
                  <a:gd name="connsiteX2" fmla="*/ 485110 w 485110"/>
                  <a:gd name="connsiteY2" fmla="*/ 13291 h 13290"/>
                  <a:gd name="connsiteX3" fmla="*/ 0 w 485110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5110" h="13290">
                    <a:moveTo>
                      <a:pt x="0" y="0"/>
                    </a:moveTo>
                    <a:lnTo>
                      <a:pt x="485110" y="0"/>
                    </a:lnTo>
                    <a:lnTo>
                      <a:pt x="485110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4" name="任意多边形: 形状 113"/>
              <p:cNvSpPr/>
              <p:nvPr/>
            </p:nvSpPr>
            <p:spPr>
              <a:xfrm>
                <a:off x="6898691" y="3367596"/>
                <a:ext cx="485110" cy="13290"/>
              </a:xfrm>
              <a:custGeom>
                <a:avLst/>
                <a:gdLst>
                  <a:gd name="connsiteX0" fmla="*/ 0 w 485110"/>
                  <a:gd name="connsiteY0" fmla="*/ 0 h 13290"/>
                  <a:gd name="connsiteX1" fmla="*/ 485110 w 485110"/>
                  <a:gd name="connsiteY1" fmla="*/ 0 h 13290"/>
                  <a:gd name="connsiteX2" fmla="*/ 485110 w 485110"/>
                  <a:gd name="connsiteY2" fmla="*/ 13291 h 13290"/>
                  <a:gd name="connsiteX3" fmla="*/ 0 w 485110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5110" h="13290">
                    <a:moveTo>
                      <a:pt x="0" y="0"/>
                    </a:moveTo>
                    <a:lnTo>
                      <a:pt x="485110" y="0"/>
                    </a:lnTo>
                    <a:lnTo>
                      <a:pt x="485110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5" name="任意多边形: 形状 114"/>
              <p:cNvSpPr/>
              <p:nvPr/>
            </p:nvSpPr>
            <p:spPr>
              <a:xfrm>
                <a:off x="4380104" y="2310986"/>
                <a:ext cx="3043569" cy="13290"/>
              </a:xfrm>
              <a:custGeom>
                <a:avLst/>
                <a:gdLst>
                  <a:gd name="connsiteX0" fmla="*/ 0 w 3043569"/>
                  <a:gd name="connsiteY0" fmla="*/ 0 h 13290"/>
                  <a:gd name="connsiteX1" fmla="*/ 3043570 w 3043569"/>
                  <a:gd name="connsiteY1" fmla="*/ 0 h 13290"/>
                  <a:gd name="connsiteX2" fmla="*/ 3043570 w 3043569"/>
                  <a:gd name="connsiteY2" fmla="*/ 13291 h 13290"/>
                  <a:gd name="connsiteX3" fmla="*/ 0 w 3043569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043569" h="13290">
                    <a:moveTo>
                      <a:pt x="0" y="0"/>
                    </a:moveTo>
                    <a:lnTo>
                      <a:pt x="3043570" y="0"/>
                    </a:lnTo>
                    <a:lnTo>
                      <a:pt x="3043570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6" name="任意多边形: 形状 115"/>
              <p:cNvSpPr/>
              <p:nvPr/>
            </p:nvSpPr>
            <p:spPr>
              <a:xfrm>
                <a:off x="6991726" y="2404021"/>
                <a:ext cx="299040" cy="299040"/>
              </a:xfrm>
              <a:custGeom>
                <a:avLst/>
                <a:gdLst>
                  <a:gd name="connsiteX0" fmla="*/ 299041 w 299040"/>
                  <a:gd name="connsiteY0" fmla="*/ 149520 h 299040"/>
                  <a:gd name="connsiteX1" fmla="*/ 149520 w 299040"/>
                  <a:gd name="connsiteY1" fmla="*/ 299041 h 299040"/>
                  <a:gd name="connsiteX2" fmla="*/ 0 w 299040"/>
                  <a:gd name="connsiteY2" fmla="*/ 149520 h 299040"/>
                  <a:gd name="connsiteX3" fmla="*/ 149520 w 299040"/>
                  <a:gd name="connsiteY3" fmla="*/ 0 h 299040"/>
                  <a:gd name="connsiteX4" fmla="*/ 299041 w 299040"/>
                  <a:gd name="connsiteY4" fmla="*/ 149520 h 2990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99040" h="299040">
                    <a:moveTo>
                      <a:pt x="299041" y="149520"/>
                    </a:moveTo>
                    <a:cubicBezTo>
                      <a:pt x="299041" y="232098"/>
                      <a:pt x="232098" y="299041"/>
                      <a:pt x="149520" y="299041"/>
                    </a:cubicBezTo>
                    <a:cubicBezTo>
                      <a:pt x="66942" y="299041"/>
                      <a:pt x="0" y="232098"/>
                      <a:pt x="0" y="149520"/>
                    </a:cubicBezTo>
                    <a:cubicBezTo>
                      <a:pt x="0" y="66943"/>
                      <a:pt x="66942" y="0"/>
                      <a:pt x="149520" y="0"/>
                    </a:cubicBezTo>
                    <a:cubicBezTo>
                      <a:pt x="232098" y="0"/>
                      <a:pt x="299041" y="66943"/>
                      <a:pt x="299041" y="149520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117" name="图形 4"/>
            <p:cNvGrpSpPr/>
            <p:nvPr/>
          </p:nvGrpSpPr>
          <p:grpSpPr>
            <a:xfrm>
              <a:off x="6998177" y="969048"/>
              <a:ext cx="962105" cy="1182450"/>
              <a:chOff x="6998177" y="969048"/>
              <a:chExt cx="962105" cy="1182450"/>
            </a:xfrm>
          </p:grpSpPr>
          <p:sp>
            <p:nvSpPr>
              <p:cNvPr id="118" name="任意多边形: 形状 117"/>
              <p:cNvSpPr/>
              <p:nvPr/>
            </p:nvSpPr>
            <p:spPr>
              <a:xfrm>
                <a:off x="7137626" y="1107402"/>
                <a:ext cx="684948" cy="831444"/>
              </a:xfrm>
              <a:custGeom>
                <a:avLst/>
                <a:gdLst>
                  <a:gd name="connsiteX0" fmla="*/ 206232 w 684948"/>
                  <a:gd name="connsiteY0" fmla="*/ 831406 h 831444"/>
                  <a:gd name="connsiteX1" fmla="*/ 206232 w 684948"/>
                  <a:gd name="connsiteY1" fmla="*/ 698499 h 831444"/>
                  <a:gd name="connsiteX2" fmla="*/ 159715 w 684948"/>
                  <a:gd name="connsiteY2" fmla="*/ 638691 h 831444"/>
                  <a:gd name="connsiteX3" fmla="*/ 227 w 684948"/>
                  <a:gd name="connsiteY3" fmla="*/ 326360 h 831444"/>
                  <a:gd name="connsiteX4" fmla="*/ 359075 w 684948"/>
                  <a:gd name="connsiteY4" fmla="*/ 737 h 831444"/>
                  <a:gd name="connsiteX5" fmla="*/ 684698 w 684948"/>
                  <a:gd name="connsiteY5" fmla="*/ 359586 h 831444"/>
                  <a:gd name="connsiteX6" fmla="*/ 511918 w 684948"/>
                  <a:gd name="connsiteY6" fmla="*/ 638691 h 831444"/>
                  <a:gd name="connsiteX7" fmla="*/ 478692 w 684948"/>
                  <a:gd name="connsiteY7" fmla="*/ 678563 h 831444"/>
                  <a:gd name="connsiteX8" fmla="*/ 478692 w 684948"/>
                  <a:gd name="connsiteY8" fmla="*/ 831406 h 8314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84948" h="831444">
                    <a:moveTo>
                      <a:pt x="206232" y="831406"/>
                    </a:moveTo>
                    <a:lnTo>
                      <a:pt x="206232" y="698499"/>
                    </a:lnTo>
                    <a:cubicBezTo>
                      <a:pt x="206232" y="698499"/>
                      <a:pt x="219523" y="665272"/>
                      <a:pt x="159715" y="638691"/>
                    </a:cubicBezTo>
                    <a:cubicBezTo>
                      <a:pt x="99907" y="612110"/>
                      <a:pt x="-6419" y="505784"/>
                      <a:pt x="227" y="326360"/>
                    </a:cubicBezTo>
                    <a:cubicBezTo>
                      <a:pt x="6872" y="146935"/>
                      <a:pt x="173006" y="-12553"/>
                      <a:pt x="359075" y="737"/>
                    </a:cubicBezTo>
                    <a:cubicBezTo>
                      <a:pt x="545145" y="14028"/>
                      <a:pt x="678052" y="160226"/>
                      <a:pt x="684698" y="359586"/>
                    </a:cubicBezTo>
                    <a:cubicBezTo>
                      <a:pt x="691343" y="558947"/>
                      <a:pt x="511918" y="638691"/>
                      <a:pt x="511918" y="638691"/>
                    </a:cubicBezTo>
                    <a:cubicBezTo>
                      <a:pt x="511918" y="638691"/>
                      <a:pt x="478692" y="645336"/>
                      <a:pt x="478692" y="678563"/>
                    </a:cubicBezTo>
                    <a:lnTo>
                      <a:pt x="478692" y="831406"/>
                    </a:ln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9" name="任意多边形: 形状 118"/>
              <p:cNvSpPr/>
              <p:nvPr/>
            </p:nvSpPr>
            <p:spPr>
              <a:xfrm rot="-3447600">
                <a:off x="7098163" y="1168054"/>
                <a:ext cx="13290" cy="132906"/>
              </a:xfrm>
              <a:custGeom>
                <a:avLst/>
                <a:gdLst>
                  <a:gd name="connsiteX0" fmla="*/ -71 w 13290"/>
                  <a:gd name="connsiteY0" fmla="*/ -38 h 132906"/>
                  <a:gd name="connsiteX1" fmla="*/ 13220 w 13290"/>
                  <a:gd name="connsiteY1" fmla="*/ -38 h 132906"/>
                  <a:gd name="connsiteX2" fmla="*/ 13220 w 13290"/>
                  <a:gd name="connsiteY2" fmla="*/ 132869 h 132906"/>
                  <a:gd name="connsiteX3" fmla="*/ -71 w 13290"/>
                  <a:gd name="connsiteY3" fmla="*/ 132869 h 13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290" h="132906">
                    <a:moveTo>
                      <a:pt x="-71" y="-38"/>
                    </a:moveTo>
                    <a:lnTo>
                      <a:pt x="13220" y="-38"/>
                    </a:lnTo>
                    <a:lnTo>
                      <a:pt x="13220" y="132869"/>
                    </a:lnTo>
                    <a:lnTo>
                      <a:pt x="-71" y="132869"/>
                    </a:ln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0" name="任意多边形: 形状 119"/>
              <p:cNvSpPr/>
              <p:nvPr/>
            </p:nvSpPr>
            <p:spPr>
              <a:xfrm rot="-721200">
                <a:off x="7357203" y="968974"/>
                <a:ext cx="13290" cy="132906"/>
              </a:xfrm>
              <a:custGeom>
                <a:avLst/>
                <a:gdLst>
                  <a:gd name="connsiteX0" fmla="*/ -71 w 13290"/>
                  <a:gd name="connsiteY0" fmla="*/ -38 h 132906"/>
                  <a:gd name="connsiteX1" fmla="*/ 13220 w 13290"/>
                  <a:gd name="connsiteY1" fmla="*/ -38 h 132906"/>
                  <a:gd name="connsiteX2" fmla="*/ 13220 w 13290"/>
                  <a:gd name="connsiteY2" fmla="*/ 132869 h 132906"/>
                  <a:gd name="connsiteX3" fmla="*/ -71 w 13290"/>
                  <a:gd name="connsiteY3" fmla="*/ 132869 h 13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290" h="132906">
                    <a:moveTo>
                      <a:pt x="-71" y="-38"/>
                    </a:moveTo>
                    <a:lnTo>
                      <a:pt x="13220" y="-38"/>
                    </a:lnTo>
                    <a:lnTo>
                      <a:pt x="13220" y="132869"/>
                    </a:lnTo>
                    <a:lnTo>
                      <a:pt x="-71" y="132869"/>
                    </a:ln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1" name="任意多边形: 形状 120"/>
              <p:cNvSpPr/>
              <p:nvPr/>
            </p:nvSpPr>
            <p:spPr>
              <a:xfrm rot="1930800">
                <a:off x="7689406" y="1008601"/>
                <a:ext cx="13290" cy="132906"/>
              </a:xfrm>
              <a:custGeom>
                <a:avLst/>
                <a:gdLst>
                  <a:gd name="connsiteX0" fmla="*/ -71 w 13290"/>
                  <a:gd name="connsiteY0" fmla="*/ -38 h 132906"/>
                  <a:gd name="connsiteX1" fmla="*/ 13220 w 13290"/>
                  <a:gd name="connsiteY1" fmla="*/ -38 h 132906"/>
                  <a:gd name="connsiteX2" fmla="*/ 13220 w 13290"/>
                  <a:gd name="connsiteY2" fmla="*/ 132869 h 132906"/>
                  <a:gd name="connsiteX3" fmla="*/ -71 w 13290"/>
                  <a:gd name="connsiteY3" fmla="*/ 132869 h 13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290" h="132906">
                    <a:moveTo>
                      <a:pt x="-71" y="-38"/>
                    </a:moveTo>
                    <a:lnTo>
                      <a:pt x="13220" y="-38"/>
                    </a:lnTo>
                    <a:lnTo>
                      <a:pt x="13220" y="132869"/>
                    </a:lnTo>
                    <a:lnTo>
                      <a:pt x="-71" y="132869"/>
                    </a:ln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2" name="任意多边形: 形状 121"/>
              <p:cNvSpPr/>
              <p:nvPr/>
            </p:nvSpPr>
            <p:spPr>
              <a:xfrm rot="4318200">
                <a:off x="7888391" y="1267727"/>
                <a:ext cx="13290" cy="132906"/>
              </a:xfrm>
              <a:custGeom>
                <a:avLst/>
                <a:gdLst>
                  <a:gd name="connsiteX0" fmla="*/ -71 w 13290"/>
                  <a:gd name="connsiteY0" fmla="*/ -38 h 132906"/>
                  <a:gd name="connsiteX1" fmla="*/ 13220 w 13290"/>
                  <a:gd name="connsiteY1" fmla="*/ -38 h 132906"/>
                  <a:gd name="connsiteX2" fmla="*/ 13220 w 13290"/>
                  <a:gd name="connsiteY2" fmla="*/ 132869 h 132906"/>
                  <a:gd name="connsiteX3" fmla="*/ -71 w 13290"/>
                  <a:gd name="connsiteY3" fmla="*/ 132869 h 13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290" h="132906">
                    <a:moveTo>
                      <a:pt x="-71" y="-38"/>
                    </a:moveTo>
                    <a:lnTo>
                      <a:pt x="13220" y="-38"/>
                    </a:lnTo>
                    <a:lnTo>
                      <a:pt x="13220" y="132869"/>
                    </a:lnTo>
                    <a:lnTo>
                      <a:pt x="-71" y="132869"/>
                    </a:ln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3" name="任意多边形: 形状 122"/>
              <p:cNvSpPr/>
              <p:nvPr/>
            </p:nvSpPr>
            <p:spPr>
              <a:xfrm rot="7316400">
                <a:off x="7849214" y="1600321"/>
                <a:ext cx="13290" cy="132906"/>
              </a:xfrm>
              <a:custGeom>
                <a:avLst/>
                <a:gdLst>
                  <a:gd name="connsiteX0" fmla="*/ -71 w 13290"/>
                  <a:gd name="connsiteY0" fmla="*/ -38 h 132906"/>
                  <a:gd name="connsiteX1" fmla="*/ 13220 w 13290"/>
                  <a:gd name="connsiteY1" fmla="*/ -38 h 132906"/>
                  <a:gd name="connsiteX2" fmla="*/ 13220 w 13290"/>
                  <a:gd name="connsiteY2" fmla="*/ 132869 h 132906"/>
                  <a:gd name="connsiteX3" fmla="*/ -71 w 13290"/>
                  <a:gd name="connsiteY3" fmla="*/ 132869 h 13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290" h="132906">
                    <a:moveTo>
                      <a:pt x="-71" y="-38"/>
                    </a:moveTo>
                    <a:lnTo>
                      <a:pt x="13220" y="-38"/>
                    </a:lnTo>
                    <a:lnTo>
                      <a:pt x="13220" y="132869"/>
                    </a:lnTo>
                    <a:lnTo>
                      <a:pt x="-71" y="132869"/>
                    </a:ln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4" name="任意多边形: 形状 123"/>
              <p:cNvSpPr/>
              <p:nvPr/>
            </p:nvSpPr>
            <p:spPr>
              <a:xfrm rot="-8867400">
                <a:off x="7250883" y="1759397"/>
                <a:ext cx="13290" cy="132906"/>
              </a:xfrm>
              <a:custGeom>
                <a:avLst/>
                <a:gdLst>
                  <a:gd name="connsiteX0" fmla="*/ -71 w 13290"/>
                  <a:gd name="connsiteY0" fmla="*/ -38 h 132906"/>
                  <a:gd name="connsiteX1" fmla="*/ 13220 w 13290"/>
                  <a:gd name="connsiteY1" fmla="*/ -38 h 132906"/>
                  <a:gd name="connsiteX2" fmla="*/ 13220 w 13290"/>
                  <a:gd name="connsiteY2" fmla="*/ 132869 h 132906"/>
                  <a:gd name="connsiteX3" fmla="*/ -71 w 13290"/>
                  <a:gd name="connsiteY3" fmla="*/ 132869 h 13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290" h="132906">
                    <a:moveTo>
                      <a:pt x="-71" y="-38"/>
                    </a:moveTo>
                    <a:lnTo>
                      <a:pt x="13220" y="-38"/>
                    </a:lnTo>
                    <a:lnTo>
                      <a:pt x="13220" y="132869"/>
                    </a:lnTo>
                    <a:lnTo>
                      <a:pt x="-71" y="132869"/>
                    </a:ln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5" name="任意多边形: 形状 124"/>
              <p:cNvSpPr/>
              <p:nvPr/>
            </p:nvSpPr>
            <p:spPr>
              <a:xfrm rot="-6187800">
                <a:off x="7057758" y="1506828"/>
                <a:ext cx="13290" cy="132906"/>
              </a:xfrm>
              <a:custGeom>
                <a:avLst/>
                <a:gdLst>
                  <a:gd name="connsiteX0" fmla="*/ -71 w 13290"/>
                  <a:gd name="connsiteY0" fmla="*/ -38 h 132906"/>
                  <a:gd name="connsiteX1" fmla="*/ 13220 w 13290"/>
                  <a:gd name="connsiteY1" fmla="*/ -38 h 132906"/>
                  <a:gd name="connsiteX2" fmla="*/ 13220 w 13290"/>
                  <a:gd name="connsiteY2" fmla="*/ 132869 h 132906"/>
                  <a:gd name="connsiteX3" fmla="*/ -71 w 13290"/>
                  <a:gd name="connsiteY3" fmla="*/ 132869 h 13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290" h="132906">
                    <a:moveTo>
                      <a:pt x="-71" y="-38"/>
                    </a:moveTo>
                    <a:lnTo>
                      <a:pt x="13220" y="-38"/>
                    </a:lnTo>
                    <a:lnTo>
                      <a:pt x="13220" y="132869"/>
                    </a:lnTo>
                    <a:lnTo>
                      <a:pt x="-71" y="132869"/>
                    </a:ln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6" name="任意多边形: 形状 125"/>
              <p:cNvSpPr/>
              <p:nvPr/>
            </p:nvSpPr>
            <p:spPr>
              <a:xfrm>
                <a:off x="7317348" y="1938846"/>
                <a:ext cx="325622" cy="46517"/>
              </a:xfrm>
              <a:custGeom>
                <a:avLst/>
                <a:gdLst>
                  <a:gd name="connsiteX0" fmla="*/ 302363 w 325622"/>
                  <a:gd name="connsiteY0" fmla="*/ 0 h 46517"/>
                  <a:gd name="connsiteX1" fmla="*/ 325622 w 325622"/>
                  <a:gd name="connsiteY1" fmla="*/ 0 h 46517"/>
                  <a:gd name="connsiteX2" fmla="*/ 325622 w 325622"/>
                  <a:gd name="connsiteY2" fmla="*/ 46518 h 46517"/>
                  <a:gd name="connsiteX3" fmla="*/ 302363 w 325622"/>
                  <a:gd name="connsiteY3" fmla="*/ 46518 h 46517"/>
                  <a:gd name="connsiteX4" fmla="*/ 23259 w 325622"/>
                  <a:gd name="connsiteY4" fmla="*/ 46518 h 46517"/>
                  <a:gd name="connsiteX5" fmla="*/ 0 w 325622"/>
                  <a:gd name="connsiteY5" fmla="*/ 46518 h 46517"/>
                  <a:gd name="connsiteX6" fmla="*/ 0 w 325622"/>
                  <a:gd name="connsiteY6" fmla="*/ 0 h 46517"/>
                  <a:gd name="connsiteX7" fmla="*/ 23259 w 325622"/>
                  <a:gd name="connsiteY7" fmla="*/ 0 h 465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25622" h="46517">
                    <a:moveTo>
                      <a:pt x="302363" y="0"/>
                    </a:moveTo>
                    <a:cubicBezTo>
                      <a:pt x="315209" y="0"/>
                      <a:pt x="325622" y="0"/>
                      <a:pt x="325622" y="0"/>
                    </a:cubicBezTo>
                    <a:lnTo>
                      <a:pt x="325622" y="46518"/>
                    </a:lnTo>
                    <a:cubicBezTo>
                      <a:pt x="325622" y="46518"/>
                      <a:pt x="315209" y="46518"/>
                      <a:pt x="302363" y="46518"/>
                    </a:cubicBezTo>
                    <a:lnTo>
                      <a:pt x="23259" y="46518"/>
                    </a:lnTo>
                    <a:cubicBezTo>
                      <a:pt x="10413" y="46518"/>
                      <a:pt x="0" y="46518"/>
                      <a:pt x="0" y="46518"/>
                    </a:cubicBezTo>
                    <a:lnTo>
                      <a:pt x="0" y="0"/>
                    </a:lnTo>
                    <a:cubicBezTo>
                      <a:pt x="0" y="0"/>
                      <a:pt x="10413" y="0"/>
                      <a:pt x="23259" y="0"/>
                    </a:cubicBez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7" name="任意多边形: 形状 126"/>
              <p:cNvSpPr/>
              <p:nvPr/>
            </p:nvSpPr>
            <p:spPr>
              <a:xfrm>
                <a:off x="7323993" y="2025236"/>
                <a:ext cx="312331" cy="46517"/>
              </a:xfrm>
              <a:custGeom>
                <a:avLst/>
                <a:gdLst>
                  <a:gd name="connsiteX0" fmla="*/ 289073 w 312331"/>
                  <a:gd name="connsiteY0" fmla="*/ 0 h 46517"/>
                  <a:gd name="connsiteX1" fmla="*/ 312331 w 312331"/>
                  <a:gd name="connsiteY1" fmla="*/ 0 h 46517"/>
                  <a:gd name="connsiteX2" fmla="*/ 312331 w 312331"/>
                  <a:gd name="connsiteY2" fmla="*/ 46518 h 46517"/>
                  <a:gd name="connsiteX3" fmla="*/ 289073 w 312331"/>
                  <a:gd name="connsiteY3" fmla="*/ 46518 h 46517"/>
                  <a:gd name="connsiteX4" fmla="*/ 23259 w 312331"/>
                  <a:gd name="connsiteY4" fmla="*/ 46518 h 46517"/>
                  <a:gd name="connsiteX5" fmla="*/ 0 w 312331"/>
                  <a:gd name="connsiteY5" fmla="*/ 46518 h 46517"/>
                  <a:gd name="connsiteX6" fmla="*/ 0 w 312331"/>
                  <a:gd name="connsiteY6" fmla="*/ 0 h 46517"/>
                  <a:gd name="connsiteX7" fmla="*/ 23259 w 312331"/>
                  <a:gd name="connsiteY7" fmla="*/ 0 h 465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12331" h="46517">
                    <a:moveTo>
                      <a:pt x="289073" y="0"/>
                    </a:moveTo>
                    <a:cubicBezTo>
                      <a:pt x="301918" y="0"/>
                      <a:pt x="312331" y="0"/>
                      <a:pt x="312331" y="0"/>
                    </a:cubicBezTo>
                    <a:lnTo>
                      <a:pt x="312331" y="46518"/>
                    </a:lnTo>
                    <a:cubicBezTo>
                      <a:pt x="312331" y="46518"/>
                      <a:pt x="301918" y="46518"/>
                      <a:pt x="289073" y="46518"/>
                    </a:cubicBezTo>
                    <a:lnTo>
                      <a:pt x="23259" y="46518"/>
                    </a:lnTo>
                    <a:cubicBezTo>
                      <a:pt x="10413" y="46518"/>
                      <a:pt x="0" y="46518"/>
                      <a:pt x="0" y="46518"/>
                    </a:cubicBezTo>
                    <a:lnTo>
                      <a:pt x="0" y="0"/>
                    </a:lnTo>
                    <a:cubicBezTo>
                      <a:pt x="0" y="0"/>
                      <a:pt x="10413" y="0"/>
                      <a:pt x="23259" y="0"/>
                    </a:cubicBez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8" name="任意多边形: 形状 127"/>
              <p:cNvSpPr/>
              <p:nvPr/>
            </p:nvSpPr>
            <p:spPr>
              <a:xfrm>
                <a:off x="7323993" y="1985364"/>
                <a:ext cx="312331" cy="39872"/>
              </a:xfrm>
              <a:custGeom>
                <a:avLst/>
                <a:gdLst>
                  <a:gd name="connsiteX0" fmla="*/ 292395 w 312331"/>
                  <a:gd name="connsiteY0" fmla="*/ 0 h 39872"/>
                  <a:gd name="connsiteX1" fmla="*/ 312331 w 312331"/>
                  <a:gd name="connsiteY1" fmla="*/ 0 h 39872"/>
                  <a:gd name="connsiteX2" fmla="*/ 312331 w 312331"/>
                  <a:gd name="connsiteY2" fmla="*/ 39872 h 39872"/>
                  <a:gd name="connsiteX3" fmla="*/ 292395 w 312331"/>
                  <a:gd name="connsiteY3" fmla="*/ 39872 h 39872"/>
                  <a:gd name="connsiteX4" fmla="*/ 19936 w 312331"/>
                  <a:gd name="connsiteY4" fmla="*/ 39872 h 39872"/>
                  <a:gd name="connsiteX5" fmla="*/ 0 w 312331"/>
                  <a:gd name="connsiteY5" fmla="*/ 39872 h 39872"/>
                  <a:gd name="connsiteX6" fmla="*/ 0 w 312331"/>
                  <a:gd name="connsiteY6" fmla="*/ 0 h 39872"/>
                  <a:gd name="connsiteX7" fmla="*/ 19936 w 312331"/>
                  <a:gd name="connsiteY7" fmla="*/ 0 h 398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12331" h="39872">
                    <a:moveTo>
                      <a:pt x="292395" y="0"/>
                    </a:moveTo>
                    <a:cubicBezTo>
                      <a:pt x="303406" y="0"/>
                      <a:pt x="312331" y="0"/>
                      <a:pt x="312331" y="0"/>
                    </a:cubicBezTo>
                    <a:lnTo>
                      <a:pt x="312331" y="39872"/>
                    </a:lnTo>
                    <a:cubicBezTo>
                      <a:pt x="312331" y="39872"/>
                      <a:pt x="303406" y="39872"/>
                      <a:pt x="292395" y="39872"/>
                    </a:cubicBezTo>
                    <a:lnTo>
                      <a:pt x="19936" y="39872"/>
                    </a:lnTo>
                    <a:cubicBezTo>
                      <a:pt x="8925" y="39872"/>
                      <a:pt x="0" y="39872"/>
                      <a:pt x="0" y="39872"/>
                    </a:cubicBezTo>
                    <a:lnTo>
                      <a:pt x="0" y="0"/>
                    </a:lnTo>
                    <a:cubicBezTo>
                      <a:pt x="0" y="0"/>
                      <a:pt x="8925" y="0"/>
                      <a:pt x="199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9" name="任意多边形: 形状 128"/>
              <p:cNvSpPr/>
              <p:nvPr/>
            </p:nvSpPr>
            <p:spPr>
              <a:xfrm>
                <a:off x="7357220" y="2071753"/>
                <a:ext cx="244150" cy="79744"/>
              </a:xfrm>
              <a:custGeom>
                <a:avLst/>
                <a:gdLst>
                  <a:gd name="connsiteX0" fmla="*/ -71 w 244150"/>
                  <a:gd name="connsiteY0" fmla="*/ -38 h 79744"/>
                  <a:gd name="connsiteX1" fmla="*/ 244080 w 244150"/>
                  <a:gd name="connsiteY1" fmla="*/ -38 h 79744"/>
                  <a:gd name="connsiteX2" fmla="*/ 126191 w 244150"/>
                  <a:gd name="connsiteY2" fmla="*/ 79706 h 79744"/>
                  <a:gd name="connsiteX3" fmla="*/ -71 w 244150"/>
                  <a:gd name="connsiteY3" fmla="*/ -38 h 797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4150" h="79744">
                    <a:moveTo>
                      <a:pt x="-71" y="-38"/>
                    </a:moveTo>
                    <a:lnTo>
                      <a:pt x="244080" y="-38"/>
                    </a:lnTo>
                    <a:cubicBezTo>
                      <a:pt x="244080" y="-38"/>
                      <a:pt x="239162" y="79706"/>
                      <a:pt x="126191" y="79706"/>
                    </a:cubicBezTo>
                    <a:cubicBezTo>
                      <a:pt x="13220" y="79706"/>
                      <a:pt x="19865" y="33189"/>
                      <a:pt x="-71" y="-38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130" name="图形 4"/>
            <p:cNvGrpSpPr/>
            <p:nvPr/>
          </p:nvGrpSpPr>
          <p:grpSpPr>
            <a:xfrm>
              <a:off x="7441272" y="2902422"/>
              <a:ext cx="937948" cy="544918"/>
              <a:chOff x="7441272" y="2902422"/>
              <a:chExt cx="937948" cy="544918"/>
            </a:xfrm>
          </p:grpSpPr>
          <p:sp>
            <p:nvSpPr>
              <p:cNvPr id="131" name="任意多边形: 形状 130"/>
              <p:cNvSpPr/>
              <p:nvPr/>
            </p:nvSpPr>
            <p:spPr>
              <a:xfrm>
                <a:off x="7494435" y="2902422"/>
                <a:ext cx="884785" cy="544918"/>
              </a:xfrm>
              <a:custGeom>
                <a:avLst/>
                <a:gdLst>
                  <a:gd name="connsiteX0" fmla="*/ 78888 w 884785"/>
                  <a:gd name="connsiteY0" fmla="*/ -38 h 544918"/>
                  <a:gd name="connsiteX1" fmla="*/ 860181 w 884785"/>
                  <a:gd name="connsiteY1" fmla="*/ -38 h 544918"/>
                  <a:gd name="connsiteX2" fmla="*/ 884715 w 884785"/>
                  <a:gd name="connsiteY2" fmla="*/ 24472 h 544918"/>
                  <a:gd name="connsiteX3" fmla="*/ 884570 w 884785"/>
                  <a:gd name="connsiteY3" fmla="*/ 27141 h 544918"/>
                  <a:gd name="connsiteX4" fmla="*/ 830144 w 884785"/>
                  <a:gd name="connsiteY4" fmla="*/ 523017 h 544918"/>
                  <a:gd name="connsiteX5" fmla="*/ 805756 w 884785"/>
                  <a:gd name="connsiteY5" fmla="*/ 544880 h 544918"/>
                  <a:gd name="connsiteX6" fmla="*/ 24462 w 884785"/>
                  <a:gd name="connsiteY6" fmla="*/ 544880 h 544918"/>
                  <a:gd name="connsiteX7" fmla="*/ -71 w 884785"/>
                  <a:gd name="connsiteY7" fmla="*/ 520371 h 544918"/>
                  <a:gd name="connsiteX8" fmla="*/ 74 w 884785"/>
                  <a:gd name="connsiteY8" fmla="*/ 517701 h 544918"/>
                  <a:gd name="connsiteX9" fmla="*/ 54499 w 884785"/>
                  <a:gd name="connsiteY9" fmla="*/ 21825 h 544918"/>
                  <a:gd name="connsiteX10" fmla="*/ 78888 w 884785"/>
                  <a:gd name="connsiteY10" fmla="*/ -38 h 5449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84785" h="544918">
                    <a:moveTo>
                      <a:pt x="78888" y="-38"/>
                    </a:moveTo>
                    <a:lnTo>
                      <a:pt x="860181" y="-38"/>
                    </a:lnTo>
                    <a:cubicBezTo>
                      <a:pt x="873724" y="-45"/>
                      <a:pt x="884708" y="10929"/>
                      <a:pt x="884715" y="24472"/>
                    </a:cubicBezTo>
                    <a:cubicBezTo>
                      <a:pt x="884715" y="25363"/>
                      <a:pt x="884667" y="26255"/>
                      <a:pt x="884570" y="27141"/>
                    </a:cubicBezTo>
                    <a:lnTo>
                      <a:pt x="830144" y="523017"/>
                    </a:lnTo>
                    <a:cubicBezTo>
                      <a:pt x="828758" y="535447"/>
                      <a:pt x="818263" y="544856"/>
                      <a:pt x="805756" y="544880"/>
                    </a:cubicBezTo>
                    <a:lnTo>
                      <a:pt x="24462" y="544880"/>
                    </a:lnTo>
                    <a:cubicBezTo>
                      <a:pt x="10920" y="544887"/>
                      <a:pt x="-64" y="533913"/>
                      <a:pt x="-71" y="520371"/>
                    </a:cubicBezTo>
                    <a:cubicBezTo>
                      <a:pt x="-71" y="519479"/>
                      <a:pt x="-23" y="518588"/>
                      <a:pt x="74" y="517701"/>
                    </a:cubicBezTo>
                    <a:lnTo>
                      <a:pt x="54499" y="21825"/>
                    </a:lnTo>
                    <a:cubicBezTo>
                      <a:pt x="55857" y="9380"/>
                      <a:pt x="66369" y="-44"/>
                      <a:pt x="78888" y="-38"/>
                    </a:cubicBezTo>
                    <a:close/>
                  </a:path>
                </a:pathLst>
              </a:custGeom>
              <a:solidFill>
                <a:srgbClr val="E1E6FB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2" name="任意多边形: 形状 131"/>
              <p:cNvSpPr/>
              <p:nvPr/>
            </p:nvSpPr>
            <p:spPr>
              <a:xfrm>
                <a:off x="7441272" y="2902422"/>
                <a:ext cx="884785" cy="544918"/>
              </a:xfrm>
              <a:custGeom>
                <a:avLst/>
                <a:gdLst>
                  <a:gd name="connsiteX0" fmla="*/ 78888 w 884785"/>
                  <a:gd name="connsiteY0" fmla="*/ -38 h 544918"/>
                  <a:gd name="connsiteX1" fmla="*/ 860181 w 884785"/>
                  <a:gd name="connsiteY1" fmla="*/ -38 h 544918"/>
                  <a:gd name="connsiteX2" fmla="*/ 884715 w 884785"/>
                  <a:gd name="connsiteY2" fmla="*/ 24472 h 544918"/>
                  <a:gd name="connsiteX3" fmla="*/ 884570 w 884785"/>
                  <a:gd name="connsiteY3" fmla="*/ 27141 h 544918"/>
                  <a:gd name="connsiteX4" fmla="*/ 830144 w 884785"/>
                  <a:gd name="connsiteY4" fmla="*/ 523017 h 544918"/>
                  <a:gd name="connsiteX5" fmla="*/ 805756 w 884785"/>
                  <a:gd name="connsiteY5" fmla="*/ 544880 h 544918"/>
                  <a:gd name="connsiteX6" fmla="*/ 24462 w 884785"/>
                  <a:gd name="connsiteY6" fmla="*/ 544880 h 544918"/>
                  <a:gd name="connsiteX7" fmla="*/ -71 w 884785"/>
                  <a:gd name="connsiteY7" fmla="*/ 520371 h 544918"/>
                  <a:gd name="connsiteX8" fmla="*/ 74 w 884785"/>
                  <a:gd name="connsiteY8" fmla="*/ 517701 h 544918"/>
                  <a:gd name="connsiteX9" fmla="*/ 54499 w 884785"/>
                  <a:gd name="connsiteY9" fmla="*/ 21825 h 544918"/>
                  <a:gd name="connsiteX10" fmla="*/ 78888 w 884785"/>
                  <a:gd name="connsiteY10" fmla="*/ -38 h 5449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84785" h="544918">
                    <a:moveTo>
                      <a:pt x="78888" y="-38"/>
                    </a:moveTo>
                    <a:lnTo>
                      <a:pt x="860181" y="-38"/>
                    </a:lnTo>
                    <a:cubicBezTo>
                      <a:pt x="873724" y="-45"/>
                      <a:pt x="884708" y="10929"/>
                      <a:pt x="884715" y="24472"/>
                    </a:cubicBezTo>
                    <a:cubicBezTo>
                      <a:pt x="884715" y="25363"/>
                      <a:pt x="884667" y="26255"/>
                      <a:pt x="884570" y="27141"/>
                    </a:cubicBezTo>
                    <a:lnTo>
                      <a:pt x="830144" y="523017"/>
                    </a:lnTo>
                    <a:cubicBezTo>
                      <a:pt x="828758" y="535447"/>
                      <a:pt x="818263" y="544856"/>
                      <a:pt x="805756" y="544880"/>
                    </a:cubicBezTo>
                    <a:lnTo>
                      <a:pt x="24462" y="544880"/>
                    </a:lnTo>
                    <a:cubicBezTo>
                      <a:pt x="10920" y="544887"/>
                      <a:pt x="-64" y="533913"/>
                      <a:pt x="-71" y="520371"/>
                    </a:cubicBezTo>
                    <a:cubicBezTo>
                      <a:pt x="-71" y="519479"/>
                      <a:pt x="-23" y="518588"/>
                      <a:pt x="74" y="517701"/>
                    </a:cubicBezTo>
                    <a:lnTo>
                      <a:pt x="54499" y="21825"/>
                    </a:lnTo>
                    <a:cubicBezTo>
                      <a:pt x="55857" y="9380"/>
                      <a:pt x="66369" y="-44"/>
                      <a:pt x="78888" y="-38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3" name="任意多边形: 形状 132"/>
              <p:cNvSpPr/>
              <p:nvPr/>
            </p:nvSpPr>
            <p:spPr>
              <a:xfrm>
                <a:off x="7510063" y="2904615"/>
                <a:ext cx="801694" cy="296847"/>
              </a:xfrm>
              <a:custGeom>
                <a:avLst/>
                <a:gdLst>
                  <a:gd name="connsiteX0" fmla="*/ 0 w 801694"/>
                  <a:gd name="connsiteY0" fmla="*/ 0 h 296847"/>
                  <a:gd name="connsiteX1" fmla="*/ 320439 w 801694"/>
                  <a:gd name="connsiteY1" fmla="*/ 296848 h 296847"/>
                  <a:gd name="connsiteX2" fmla="*/ 801695 w 801694"/>
                  <a:gd name="connsiteY2" fmla="*/ 0 h 296847"/>
                  <a:gd name="connsiteX3" fmla="*/ 0 w 801694"/>
                  <a:gd name="connsiteY3" fmla="*/ 0 h 296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01694" h="296847">
                    <a:moveTo>
                      <a:pt x="0" y="0"/>
                    </a:moveTo>
                    <a:lnTo>
                      <a:pt x="320439" y="296848"/>
                    </a:lnTo>
                    <a:lnTo>
                      <a:pt x="80169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134" name="图形 4"/>
            <p:cNvGrpSpPr/>
            <p:nvPr/>
          </p:nvGrpSpPr>
          <p:grpSpPr>
            <a:xfrm>
              <a:off x="5888186" y="4407461"/>
              <a:ext cx="1170345" cy="518337"/>
              <a:chOff x="5888186" y="4407461"/>
              <a:chExt cx="1170345" cy="518337"/>
            </a:xfrm>
          </p:grpSpPr>
          <p:sp>
            <p:nvSpPr>
              <p:cNvPr id="135" name="任意多边形: 形状 134"/>
              <p:cNvSpPr/>
              <p:nvPr/>
            </p:nvSpPr>
            <p:spPr>
              <a:xfrm>
                <a:off x="5968076" y="4738109"/>
                <a:ext cx="1090455" cy="187688"/>
              </a:xfrm>
              <a:custGeom>
                <a:avLst/>
                <a:gdLst>
                  <a:gd name="connsiteX0" fmla="*/ 990020 w 1090455"/>
                  <a:gd name="connsiteY0" fmla="*/ 187650 h 187688"/>
                  <a:gd name="connsiteX1" fmla="*/ 44586 w 1090455"/>
                  <a:gd name="connsiteY1" fmla="*/ 184461 h 187688"/>
                  <a:gd name="connsiteX2" fmla="*/ -71 w 1090455"/>
                  <a:gd name="connsiteY2" fmla="*/ 158544 h 187688"/>
                  <a:gd name="connsiteX3" fmla="*/ 395 w 1090455"/>
                  <a:gd name="connsiteY3" fmla="*/ 32282 h 187688"/>
                  <a:gd name="connsiteX4" fmla="*/ 44652 w 1090455"/>
                  <a:gd name="connsiteY4" fmla="*/ 11150 h 187688"/>
                  <a:gd name="connsiteX5" fmla="*/ 983973 w 1090455"/>
                  <a:gd name="connsiteY5" fmla="*/ 1714 h 187688"/>
                  <a:gd name="connsiteX6" fmla="*/ 1047967 w 1090455"/>
                  <a:gd name="connsiteY6" fmla="*/ 8359 h 187688"/>
                  <a:gd name="connsiteX7" fmla="*/ 1029892 w 1090455"/>
                  <a:gd name="connsiteY7" fmla="*/ 181537 h 187688"/>
                  <a:gd name="connsiteX8" fmla="*/ 990020 w 1090455"/>
                  <a:gd name="connsiteY8" fmla="*/ 187650 h 187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90455" h="187688">
                    <a:moveTo>
                      <a:pt x="990020" y="187650"/>
                    </a:moveTo>
                    <a:lnTo>
                      <a:pt x="44586" y="184461"/>
                    </a:lnTo>
                    <a:cubicBezTo>
                      <a:pt x="19865" y="184461"/>
                      <a:pt x="-137" y="183265"/>
                      <a:pt x="-71" y="158544"/>
                    </a:cubicBezTo>
                    <a:lnTo>
                      <a:pt x="395" y="32282"/>
                    </a:lnTo>
                    <a:cubicBezTo>
                      <a:pt x="395" y="7827"/>
                      <a:pt x="20331" y="11416"/>
                      <a:pt x="44652" y="11150"/>
                    </a:cubicBezTo>
                    <a:lnTo>
                      <a:pt x="983973" y="1714"/>
                    </a:lnTo>
                    <a:cubicBezTo>
                      <a:pt x="995735" y="2378"/>
                      <a:pt x="1015472" y="-5796"/>
                      <a:pt x="1047967" y="8359"/>
                    </a:cubicBezTo>
                    <a:cubicBezTo>
                      <a:pt x="1091694" y="27099"/>
                      <a:pt x="1123060" y="141997"/>
                      <a:pt x="1029892" y="181537"/>
                    </a:cubicBezTo>
                    <a:cubicBezTo>
                      <a:pt x="1016881" y="185101"/>
                      <a:pt x="1003502" y="187153"/>
                      <a:pt x="990020" y="187650"/>
                    </a:cubicBez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6" name="任意多边形: 形状 135"/>
              <p:cNvSpPr/>
              <p:nvPr/>
            </p:nvSpPr>
            <p:spPr>
              <a:xfrm>
                <a:off x="5968077" y="4765089"/>
                <a:ext cx="284155" cy="132399"/>
              </a:xfrm>
              <a:custGeom>
                <a:avLst/>
                <a:gdLst>
                  <a:gd name="connsiteX0" fmla="*/ 15480 w 284155"/>
                  <a:gd name="connsiteY0" fmla="*/ 131431 h 132399"/>
                  <a:gd name="connsiteX1" fmla="*/ 268468 w 284155"/>
                  <a:gd name="connsiteY1" fmla="*/ 132361 h 132399"/>
                  <a:gd name="connsiteX2" fmla="*/ 284084 w 284155"/>
                  <a:gd name="connsiteY2" fmla="*/ 116811 h 132399"/>
                  <a:gd name="connsiteX3" fmla="*/ 284084 w 284155"/>
                  <a:gd name="connsiteY3" fmla="*/ 16732 h 132399"/>
                  <a:gd name="connsiteX4" fmla="*/ 268534 w 284155"/>
                  <a:gd name="connsiteY4" fmla="*/ 1116 h 132399"/>
                  <a:gd name="connsiteX5" fmla="*/ 15612 w 284155"/>
                  <a:gd name="connsiteY5" fmla="*/ 252 h 132399"/>
                  <a:gd name="connsiteX6" fmla="*/ 62 w 284155"/>
                  <a:gd name="connsiteY6" fmla="*/ 983 h 132399"/>
                  <a:gd name="connsiteX7" fmla="*/ -71 w 284155"/>
                  <a:gd name="connsiteY7" fmla="*/ 130899 h 132399"/>
                  <a:gd name="connsiteX8" fmla="*/ 15480 w 284155"/>
                  <a:gd name="connsiteY8" fmla="*/ 131431 h 132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84155" h="132399">
                    <a:moveTo>
                      <a:pt x="15480" y="131431"/>
                    </a:moveTo>
                    <a:lnTo>
                      <a:pt x="268468" y="132361"/>
                    </a:lnTo>
                    <a:cubicBezTo>
                      <a:pt x="277066" y="132361"/>
                      <a:pt x="284048" y="125410"/>
                      <a:pt x="284084" y="116811"/>
                    </a:cubicBezTo>
                    <a:lnTo>
                      <a:pt x="284084" y="16732"/>
                    </a:lnTo>
                    <a:cubicBezTo>
                      <a:pt x="284084" y="8134"/>
                      <a:pt x="277133" y="1152"/>
                      <a:pt x="268534" y="1116"/>
                    </a:cubicBezTo>
                    <a:lnTo>
                      <a:pt x="15612" y="252"/>
                    </a:lnTo>
                    <a:cubicBezTo>
                      <a:pt x="10422" y="-305"/>
                      <a:pt x="5177" y="-59"/>
                      <a:pt x="62" y="983"/>
                    </a:cubicBezTo>
                    <a:lnTo>
                      <a:pt x="-71" y="130899"/>
                    </a:lnTo>
                    <a:cubicBezTo>
                      <a:pt x="5095" y="131431"/>
                      <a:pt x="10290" y="131608"/>
                      <a:pt x="15480" y="131431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7" name="任意多边形: 形状 136"/>
              <p:cNvSpPr/>
              <p:nvPr/>
            </p:nvSpPr>
            <p:spPr>
              <a:xfrm>
                <a:off x="5968196" y="4564424"/>
                <a:ext cx="1089717" cy="186069"/>
              </a:xfrm>
              <a:custGeom>
                <a:avLst/>
                <a:gdLst>
                  <a:gd name="connsiteX0" fmla="*/ 99490 w 1089717"/>
                  <a:gd name="connsiteY0" fmla="*/ -38 h 186069"/>
                  <a:gd name="connsiteX1" fmla="*/ 1044857 w 1089717"/>
                  <a:gd name="connsiteY1" fmla="*/ -38 h 186069"/>
                  <a:gd name="connsiteX2" fmla="*/ 1089647 w 1089717"/>
                  <a:gd name="connsiteY2" fmla="*/ 25746 h 186069"/>
                  <a:gd name="connsiteX3" fmla="*/ 1089647 w 1089717"/>
                  <a:gd name="connsiteY3" fmla="*/ 152007 h 186069"/>
                  <a:gd name="connsiteX4" fmla="*/ 1045455 w 1089717"/>
                  <a:gd name="connsiteY4" fmla="*/ 173273 h 186069"/>
                  <a:gd name="connsiteX5" fmla="*/ 106135 w 1089717"/>
                  <a:gd name="connsiteY5" fmla="*/ 186032 h 186069"/>
                  <a:gd name="connsiteX6" fmla="*/ 44201 w 1089717"/>
                  <a:gd name="connsiteY6" fmla="*/ 170282 h 186069"/>
                  <a:gd name="connsiteX7" fmla="*/ 59618 w 1089717"/>
                  <a:gd name="connsiteY7" fmla="*/ 6607 h 186069"/>
                  <a:gd name="connsiteX8" fmla="*/ 99490 w 1089717"/>
                  <a:gd name="connsiteY8" fmla="*/ -38 h 186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89717" h="186069">
                    <a:moveTo>
                      <a:pt x="99490" y="-38"/>
                    </a:moveTo>
                    <a:lnTo>
                      <a:pt x="1044857" y="-38"/>
                    </a:lnTo>
                    <a:cubicBezTo>
                      <a:pt x="1069578" y="-38"/>
                      <a:pt x="1089647" y="1025"/>
                      <a:pt x="1089647" y="25746"/>
                    </a:cubicBezTo>
                    <a:lnTo>
                      <a:pt x="1089647" y="152007"/>
                    </a:lnTo>
                    <a:cubicBezTo>
                      <a:pt x="1089647" y="176462"/>
                      <a:pt x="1069711" y="172940"/>
                      <a:pt x="1045455" y="173273"/>
                    </a:cubicBezTo>
                    <a:lnTo>
                      <a:pt x="106135" y="186032"/>
                    </a:lnTo>
                    <a:cubicBezTo>
                      <a:pt x="94440" y="185500"/>
                      <a:pt x="74637" y="180649"/>
                      <a:pt x="44201" y="170282"/>
                    </a:cubicBezTo>
                    <a:cubicBezTo>
                      <a:pt x="-855" y="154998"/>
                      <a:pt x="-33417" y="46479"/>
                      <a:pt x="59618" y="6607"/>
                    </a:cubicBezTo>
                    <a:cubicBezTo>
                      <a:pt x="72609" y="2864"/>
                      <a:pt x="85988" y="634"/>
                      <a:pt x="99490" y="-38"/>
                    </a:cubicBezTo>
                    <a:close/>
                  </a:path>
                </a:pathLst>
              </a:custGeom>
              <a:solidFill>
                <a:srgbClr val="EAEDFB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8" name="任意多边形: 形状 137"/>
              <p:cNvSpPr/>
              <p:nvPr/>
            </p:nvSpPr>
            <p:spPr>
              <a:xfrm>
                <a:off x="6773825" y="4590188"/>
                <a:ext cx="284088" cy="131653"/>
              </a:xfrm>
              <a:custGeom>
                <a:avLst/>
                <a:gdLst>
                  <a:gd name="connsiteX0" fmla="*/ 268468 w 284088"/>
                  <a:gd name="connsiteY0" fmla="*/ 115 h 131653"/>
                  <a:gd name="connsiteX1" fmla="*/ 15546 w 284088"/>
                  <a:gd name="connsiteY1" fmla="*/ 115 h 131653"/>
                  <a:gd name="connsiteX2" fmla="*/ -71 w 284088"/>
                  <a:gd name="connsiteY2" fmla="*/ 15665 h 131653"/>
                  <a:gd name="connsiteX3" fmla="*/ -71 w 284088"/>
                  <a:gd name="connsiteY3" fmla="*/ 115810 h 131653"/>
                  <a:gd name="connsiteX4" fmla="*/ 15546 w 284088"/>
                  <a:gd name="connsiteY4" fmla="*/ 131360 h 131653"/>
                  <a:gd name="connsiteX5" fmla="*/ 268468 w 284088"/>
                  <a:gd name="connsiteY5" fmla="*/ 131360 h 131653"/>
                  <a:gd name="connsiteX6" fmla="*/ 284018 w 284088"/>
                  <a:gd name="connsiteY6" fmla="*/ 130563 h 131653"/>
                  <a:gd name="connsiteX7" fmla="*/ 284018 w 284088"/>
                  <a:gd name="connsiteY7" fmla="*/ 447 h 131653"/>
                  <a:gd name="connsiteX8" fmla="*/ 268468 w 284088"/>
                  <a:gd name="connsiteY8" fmla="*/ 115 h 131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84088" h="131653">
                    <a:moveTo>
                      <a:pt x="268468" y="115"/>
                    </a:moveTo>
                    <a:lnTo>
                      <a:pt x="15546" y="115"/>
                    </a:lnTo>
                    <a:cubicBezTo>
                      <a:pt x="6947" y="115"/>
                      <a:pt x="-34" y="7066"/>
                      <a:pt x="-71" y="15665"/>
                    </a:cubicBezTo>
                    <a:lnTo>
                      <a:pt x="-71" y="115810"/>
                    </a:lnTo>
                    <a:cubicBezTo>
                      <a:pt x="-34" y="124409"/>
                      <a:pt x="6947" y="131360"/>
                      <a:pt x="15546" y="131360"/>
                    </a:cubicBezTo>
                    <a:lnTo>
                      <a:pt x="268468" y="131360"/>
                    </a:lnTo>
                    <a:cubicBezTo>
                      <a:pt x="273662" y="131877"/>
                      <a:pt x="278904" y="131608"/>
                      <a:pt x="284018" y="130563"/>
                    </a:cubicBezTo>
                    <a:lnTo>
                      <a:pt x="284018" y="447"/>
                    </a:lnTo>
                    <a:cubicBezTo>
                      <a:pt x="278851" y="-58"/>
                      <a:pt x="273652" y="-169"/>
                      <a:pt x="268468" y="115"/>
                    </a:cubicBezTo>
                    <a:close/>
                  </a:path>
                </a:pathLst>
              </a:custGeom>
              <a:solidFill>
                <a:srgbClr val="B0C0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9" name="任意多边形: 形状 138"/>
              <p:cNvSpPr/>
              <p:nvPr/>
            </p:nvSpPr>
            <p:spPr>
              <a:xfrm>
                <a:off x="5888186" y="4407461"/>
                <a:ext cx="1089717" cy="186003"/>
              </a:xfrm>
              <a:custGeom>
                <a:avLst/>
                <a:gdLst>
                  <a:gd name="connsiteX0" fmla="*/ 99490 w 1089717"/>
                  <a:gd name="connsiteY0" fmla="*/ -38 h 186003"/>
                  <a:gd name="connsiteX1" fmla="*/ 1044857 w 1089717"/>
                  <a:gd name="connsiteY1" fmla="*/ -38 h 186003"/>
                  <a:gd name="connsiteX2" fmla="*/ 1089647 w 1089717"/>
                  <a:gd name="connsiteY2" fmla="*/ 25679 h 186003"/>
                  <a:gd name="connsiteX3" fmla="*/ 1089647 w 1089717"/>
                  <a:gd name="connsiteY3" fmla="*/ 151941 h 186003"/>
                  <a:gd name="connsiteX4" fmla="*/ 1045455 w 1089717"/>
                  <a:gd name="connsiteY4" fmla="*/ 173206 h 186003"/>
                  <a:gd name="connsiteX5" fmla="*/ 106136 w 1089717"/>
                  <a:gd name="connsiteY5" fmla="*/ 185965 h 186003"/>
                  <a:gd name="connsiteX6" fmla="*/ 44201 w 1089717"/>
                  <a:gd name="connsiteY6" fmla="*/ 170149 h 186003"/>
                  <a:gd name="connsiteX7" fmla="*/ 59618 w 1089717"/>
                  <a:gd name="connsiteY7" fmla="*/ 6541 h 186003"/>
                  <a:gd name="connsiteX8" fmla="*/ 99490 w 1089717"/>
                  <a:gd name="connsiteY8" fmla="*/ -38 h 1860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89717" h="186003">
                    <a:moveTo>
                      <a:pt x="99490" y="-38"/>
                    </a:moveTo>
                    <a:lnTo>
                      <a:pt x="1044857" y="-38"/>
                    </a:lnTo>
                    <a:cubicBezTo>
                      <a:pt x="1069645" y="-38"/>
                      <a:pt x="1089647" y="959"/>
                      <a:pt x="1089647" y="25679"/>
                    </a:cubicBezTo>
                    <a:lnTo>
                      <a:pt x="1089647" y="151941"/>
                    </a:lnTo>
                    <a:cubicBezTo>
                      <a:pt x="1089647" y="176462"/>
                      <a:pt x="1069711" y="172874"/>
                      <a:pt x="1045455" y="173206"/>
                    </a:cubicBezTo>
                    <a:lnTo>
                      <a:pt x="106136" y="185965"/>
                    </a:lnTo>
                    <a:cubicBezTo>
                      <a:pt x="94440" y="185367"/>
                      <a:pt x="74636" y="180516"/>
                      <a:pt x="44201" y="170149"/>
                    </a:cubicBezTo>
                    <a:cubicBezTo>
                      <a:pt x="-855" y="154931"/>
                      <a:pt x="-33417" y="46413"/>
                      <a:pt x="59618" y="6541"/>
                    </a:cubicBezTo>
                    <a:cubicBezTo>
                      <a:pt x="72604" y="2788"/>
                      <a:pt x="85987" y="579"/>
                      <a:pt x="99490" y="-38"/>
                    </a:cubicBez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40" name="任意多边形: 形状 139"/>
              <p:cNvSpPr/>
              <p:nvPr/>
            </p:nvSpPr>
            <p:spPr>
              <a:xfrm>
                <a:off x="6693881" y="4433094"/>
                <a:ext cx="284022" cy="131566"/>
              </a:xfrm>
              <a:custGeom>
                <a:avLst/>
                <a:gdLst>
                  <a:gd name="connsiteX0" fmla="*/ 268402 w 284022"/>
                  <a:gd name="connsiteY0" fmla="*/ 46 h 131566"/>
                  <a:gd name="connsiteX1" fmla="*/ 15480 w 284022"/>
                  <a:gd name="connsiteY1" fmla="*/ 46 h 131566"/>
                  <a:gd name="connsiteX2" fmla="*/ -71 w 284022"/>
                  <a:gd name="connsiteY2" fmla="*/ 15596 h 131566"/>
                  <a:gd name="connsiteX3" fmla="*/ -71 w 284022"/>
                  <a:gd name="connsiteY3" fmla="*/ 15662 h 131566"/>
                  <a:gd name="connsiteX4" fmla="*/ -71 w 284022"/>
                  <a:gd name="connsiteY4" fmla="*/ 115742 h 131566"/>
                  <a:gd name="connsiteX5" fmla="*/ 15346 w 284022"/>
                  <a:gd name="connsiteY5" fmla="*/ 131292 h 131566"/>
                  <a:gd name="connsiteX6" fmla="*/ 15479 w 284022"/>
                  <a:gd name="connsiteY6" fmla="*/ 131292 h 131566"/>
                  <a:gd name="connsiteX7" fmla="*/ 268402 w 284022"/>
                  <a:gd name="connsiteY7" fmla="*/ 131292 h 131566"/>
                  <a:gd name="connsiteX8" fmla="*/ 283952 w 284022"/>
                  <a:gd name="connsiteY8" fmla="*/ 130561 h 131566"/>
                  <a:gd name="connsiteX9" fmla="*/ 283952 w 284022"/>
                  <a:gd name="connsiteY9" fmla="*/ 511 h 131566"/>
                  <a:gd name="connsiteX10" fmla="*/ 268402 w 284022"/>
                  <a:gd name="connsiteY10" fmla="*/ 46 h 1315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84022" h="131566">
                    <a:moveTo>
                      <a:pt x="268402" y="46"/>
                    </a:moveTo>
                    <a:lnTo>
                      <a:pt x="15480" y="46"/>
                    </a:lnTo>
                    <a:cubicBezTo>
                      <a:pt x="6892" y="46"/>
                      <a:pt x="-71" y="7008"/>
                      <a:pt x="-71" y="15596"/>
                    </a:cubicBezTo>
                    <a:cubicBezTo>
                      <a:pt x="-71" y="15618"/>
                      <a:pt x="-71" y="15640"/>
                      <a:pt x="-71" y="15662"/>
                    </a:cubicBezTo>
                    <a:lnTo>
                      <a:pt x="-71" y="115742"/>
                    </a:lnTo>
                    <a:cubicBezTo>
                      <a:pt x="-108" y="124293"/>
                      <a:pt x="6795" y="131255"/>
                      <a:pt x="15346" y="131292"/>
                    </a:cubicBezTo>
                    <a:cubicBezTo>
                      <a:pt x="15390" y="131292"/>
                      <a:pt x="15435" y="131292"/>
                      <a:pt x="15479" y="131292"/>
                    </a:cubicBezTo>
                    <a:lnTo>
                      <a:pt x="268402" y="131292"/>
                    </a:lnTo>
                    <a:cubicBezTo>
                      <a:pt x="273594" y="131769"/>
                      <a:pt x="278827" y="131523"/>
                      <a:pt x="283952" y="130561"/>
                    </a:cubicBezTo>
                    <a:lnTo>
                      <a:pt x="283952" y="511"/>
                    </a:lnTo>
                    <a:cubicBezTo>
                      <a:pt x="278785" y="2"/>
                      <a:pt x="273590" y="-154"/>
                      <a:pt x="268402" y="46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141" name="图形 4"/>
            <p:cNvGrpSpPr/>
            <p:nvPr/>
          </p:nvGrpSpPr>
          <p:grpSpPr>
            <a:xfrm>
              <a:off x="3801959" y="3726844"/>
              <a:ext cx="1145262" cy="2865009"/>
              <a:chOff x="3801959" y="3726844"/>
              <a:chExt cx="1145262" cy="2865009"/>
            </a:xfrm>
          </p:grpSpPr>
          <p:sp>
            <p:nvSpPr>
              <p:cNvPr id="142" name="任意多边形: 形状 141"/>
              <p:cNvSpPr/>
              <p:nvPr/>
            </p:nvSpPr>
            <p:spPr>
              <a:xfrm>
                <a:off x="3801959" y="3726844"/>
                <a:ext cx="892204" cy="892204"/>
              </a:xfrm>
              <a:custGeom>
                <a:avLst/>
                <a:gdLst>
                  <a:gd name="connsiteX0" fmla="*/ 892204 w 892204"/>
                  <a:gd name="connsiteY0" fmla="*/ 446102 h 892204"/>
                  <a:gd name="connsiteX1" fmla="*/ 446102 w 892204"/>
                  <a:gd name="connsiteY1" fmla="*/ 892205 h 892204"/>
                  <a:gd name="connsiteX2" fmla="*/ 0 w 892204"/>
                  <a:gd name="connsiteY2" fmla="*/ 446102 h 892204"/>
                  <a:gd name="connsiteX3" fmla="*/ 446102 w 892204"/>
                  <a:gd name="connsiteY3" fmla="*/ 0 h 892204"/>
                  <a:gd name="connsiteX4" fmla="*/ 892204 w 892204"/>
                  <a:gd name="connsiteY4" fmla="*/ 446102 h 892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2204" h="892204">
                    <a:moveTo>
                      <a:pt x="892204" y="446102"/>
                    </a:moveTo>
                    <a:cubicBezTo>
                      <a:pt x="892204" y="692478"/>
                      <a:pt x="692478" y="892205"/>
                      <a:pt x="446102" y="892205"/>
                    </a:cubicBezTo>
                    <a:cubicBezTo>
                      <a:pt x="199727" y="892205"/>
                      <a:pt x="0" y="692478"/>
                      <a:pt x="0" y="446102"/>
                    </a:cubicBezTo>
                    <a:cubicBezTo>
                      <a:pt x="0" y="199727"/>
                      <a:pt x="199727" y="0"/>
                      <a:pt x="446102" y="0"/>
                    </a:cubicBezTo>
                    <a:cubicBezTo>
                      <a:pt x="692478" y="0"/>
                      <a:pt x="892204" y="199727"/>
                      <a:pt x="892204" y="446102"/>
                    </a:cubicBezTo>
                    <a:close/>
                  </a:path>
                </a:pathLst>
              </a:custGeom>
              <a:noFill/>
              <a:ln w="26545" cap="flat">
                <a:solidFill>
                  <a:srgbClr val="E1E6FB"/>
                </a:solidFill>
                <a:custDash>
                  <a:ds d="879000" sp="879000"/>
                </a:custDash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43" name="任意多边形: 形状 142"/>
              <p:cNvSpPr/>
              <p:nvPr/>
            </p:nvSpPr>
            <p:spPr>
              <a:xfrm>
                <a:off x="4169247" y="4585955"/>
                <a:ext cx="157561" cy="49441"/>
              </a:xfrm>
              <a:custGeom>
                <a:avLst/>
                <a:gdLst>
                  <a:gd name="connsiteX0" fmla="*/ 132841 w 157561"/>
                  <a:gd name="connsiteY0" fmla="*/ 0 h 49441"/>
                  <a:gd name="connsiteX1" fmla="*/ 157561 w 157561"/>
                  <a:gd name="connsiteY1" fmla="*/ 0 h 49441"/>
                  <a:gd name="connsiteX2" fmla="*/ 157561 w 157561"/>
                  <a:gd name="connsiteY2" fmla="*/ 49441 h 49441"/>
                  <a:gd name="connsiteX3" fmla="*/ 132841 w 157561"/>
                  <a:gd name="connsiteY3" fmla="*/ 49441 h 49441"/>
                  <a:gd name="connsiteX4" fmla="*/ 24721 w 157561"/>
                  <a:gd name="connsiteY4" fmla="*/ 49441 h 49441"/>
                  <a:gd name="connsiteX5" fmla="*/ 0 w 157561"/>
                  <a:gd name="connsiteY5" fmla="*/ 49441 h 49441"/>
                  <a:gd name="connsiteX6" fmla="*/ 0 w 157561"/>
                  <a:gd name="connsiteY6" fmla="*/ 0 h 49441"/>
                  <a:gd name="connsiteX7" fmla="*/ 24721 w 157561"/>
                  <a:gd name="connsiteY7" fmla="*/ 0 h 494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57561" h="49441">
                    <a:moveTo>
                      <a:pt x="132841" y="0"/>
                    </a:moveTo>
                    <a:cubicBezTo>
                      <a:pt x="146493" y="0"/>
                      <a:pt x="157561" y="0"/>
                      <a:pt x="157561" y="0"/>
                    </a:cubicBezTo>
                    <a:lnTo>
                      <a:pt x="157561" y="49441"/>
                    </a:lnTo>
                    <a:cubicBezTo>
                      <a:pt x="157561" y="49441"/>
                      <a:pt x="146493" y="49441"/>
                      <a:pt x="132841" y="49441"/>
                    </a:cubicBezTo>
                    <a:lnTo>
                      <a:pt x="24721" y="49441"/>
                    </a:lnTo>
                    <a:cubicBezTo>
                      <a:pt x="11068" y="49441"/>
                      <a:pt x="0" y="49441"/>
                      <a:pt x="0" y="49441"/>
                    </a:cubicBezTo>
                    <a:lnTo>
                      <a:pt x="0" y="0"/>
                    </a:lnTo>
                    <a:cubicBezTo>
                      <a:pt x="0" y="0"/>
                      <a:pt x="11068" y="0"/>
                      <a:pt x="24721" y="0"/>
                    </a:cubicBezTo>
                    <a:close/>
                  </a:path>
                </a:pathLst>
              </a:custGeom>
              <a:solidFill>
                <a:srgbClr val="E1E6FB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44" name="任意多边形: 形状 143"/>
              <p:cNvSpPr/>
              <p:nvPr/>
            </p:nvSpPr>
            <p:spPr>
              <a:xfrm>
                <a:off x="3854989" y="3775222"/>
                <a:ext cx="790796" cy="790796"/>
              </a:xfrm>
              <a:custGeom>
                <a:avLst/>
                <a:gdLst>
                  <a:gd name="connsiteX0" fmla="*/ 790796 w 790796"/>
                  <a:gd name="connsiteY0" fmla="*/ 395398 h 790796"/>
                  <a:gd name="connsiteX1" fmla="*/ 395398 w 790796"/>
                  <a:gd name="connsiteY1" fmla="*/ 790796 h 790796"/>
                  <a:gd name="connsiteX2" fmla="*/ 0 w 790796"/>
                  <a:gd name="connsiteY2" fmla="*/ 395398 h 790796"/>
                  <a:gd name="connsiteX3" fmla="*/ 395398 w 790796"/>
                  <a:gd name="connsiteY3" fmla="*/ 0 h 790796"/>
                  <a:gd name="connsiteX4" fmla="*/ 790796 w 790796"/>
                  <a:gd name="connsiteY4" fmla="*/ 395398 h 7907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90796" h="790796">
                    <a:moveTo>
                      <a:pt x="790796" y="395398"/>
                    </a:moveTo>
                    <a:cubicBezTo>
                      <a:pt x="790796" y="613771"/>
                      <a:pt x="613771" y="790796"/>
                      <a:pt x="395398" y="790796"/>
                    </a:cubicBezTo>
                    <a:cubicBezTo>
                      <a:pt x="177026" y="790796"/>
                      <a:pt x="0" y="613771"/>
                      <a:pt x="0" y="395398"/>
                    </a:cubicBezTo>
                    <a:cubicBezTo>
                      <a:pt x="0" y="177026"/>
                      <a:pt x="177026" y="0"/>
                      <a:pt x="395398" y="0"/>
                    </a:cubicBezTo>
                    <a:cubicBezTo>
                      <a:pt x="613771" y="0"/>
                      <a:pt x="790796" y="177026"/>
                      <a:pt x="790796" y="395398"/>
                    </a:cubicBezTo>
                    <a:close/>
                  </a:path>
                </a:pathLst>
              </a:custGeom>
              <a:solidFill>
                <a:srgbClr val="E1E6FB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45" name="任意多边形: 形状 144"/>
              <p:cNvSpPr/>
              <p:nvPr/>
            </p:nvSpPr>
            <p:spPr>
              <a:xfrm>
                <a:off x="4234305" y="4619049"/>
                <a:ext cx="32030" cy="1901633"/>
              </a:xfrm>
              <a:custGeom>
                <a:avLst/>
                <a:gdLst>
                  <a:gd name="connsiteX0" fmla="*/ 0 w 32030"/>
                  <a:gd name="connsiteY0" fmla="*/ 0 h 1901633"/>
                  <a:gd name="connsiteX1" fmla="*/ 32031 w 32030"/>
                  <a:gd name="connsiteY1" fmla="*/ 0 h 1901633"/>
                  <a:gd name="connsiteX2" fmla="*/ 32031 w 32030"/>
                  <a:gd name="connsiteY2" fmla="*/ 1901633 h 1901633"/>
                  <a:gd name="connsiteX3" fmla="*/ 0 w 32030"/>
                  <a:gd name="connsiteY3" fmla="*/ 1901633 h 1901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030" h="1901633">
                    <a:moveTo>
                      <a:pt x="0" y="0"/>
                    </a:moveTo>
                    <a:lnTo>
                      <a:pt x="32031" y="0"/>
                    </a:lnTo>
                    <a:lnTo>
                      <a:pt x="32031" y="1901633"/>
                    </a:lnTo>
                    <a:lnTo>
                      <a:pt x="0" y="1901633"/>
                    </a:lnTo>
                    <a:close/>
                  </a:path>
                </a:pathLst>
              </a:custGeom>
              <a:solidFill>
                <a:srgbClr val="E1E6FB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46" name="任意多边形: 形状 145"/>
              <p:cNvSpPr/>
              <p:nvPr/>
            </p:nvSpPr>
            <p:spPr>
              <a:xfrm rot="-2700000">
                <a:off x="4120029" y="4864376"/>
                <a:ext cx="685268" cy="685268"/>
              </a:xfrm>
              <a:custGeom>
                <a:avLst/>
                <a:gdLst>
                  <a:gd name="connsiteX0" fmla="*/ 685198 w 685268"/>
                  <a:gd name="connsiteY0" fmla="*/ 342596 h 685268"/>
                  <a:gd name="connsiteX1" fmla="*/ 342563 w 685268"/>
                  <a:gd name="connsiteY1" fmla="*/ 685230 h 685268"/>
                  <a:gd name="connsiteX2" fmla="*/ -71 w 685268"/>
                  <a:gd name="connsiteY2" fmla="*/ 342596 h 685268"/>
                  <a:gd name="connsiteX3" fmla="*/ 342563 w 685268"/>
                  <a:gd name="connsiteY3" fmla="*/ -38 h 685268"/>
                  <a:gd name="connsiteX4" fmla="*/ 685198 w 685268"/>
                  <a:gd name="connsiteY4" fmla="*/ 342596 h 6852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85268" h="685268">
                    <a:moveTo>
                      <a:pt x="685198" y="342596"/>
                    </a:moveTo>
                    <a:cubicBezTo>
                      <a:pt x="685198" y="531828"/>
                      <a:pt x="531795" y="685230"/>
                      <a:pt x="342563" y="685230"/>
                    </a:cubicBezTo>
                    <a:cubicBezTo>
                      <a:pt x="153332" y="685230"/>
                      <a:pt x="-71" y="531827"/>
                      <a:pt x="-71" y="342596"/>
                    </a:cubicBezTo>
                    <a:cubicBezTo>
                      <a:pt x="-71" y="153364"/>
                      <a:pt x="153332" y="-38"/>
                      <a:pt x="342563" y="-38"/>
                    </a:cubicBezTo>
                    <a:cubicBezTo>
                      <a:pt x="531795" y="-38"/>
                      <a:pt x="685198" y="153364"/>
                      <a:pt x="685198" y="342596"/>
                    </a:cubicBezTo>
                    <a:close/>
                  </a:path>
                </a:pathLst>
              </a:custGeom>
              <a:noFill/>
              <a:ln w="26545" cap="flat">
                <a:solidFill>
                  <a:srgbClr val="E1E6FB"/>
                </a:solidFill>
                <a:custDash>
                  <a:ds d="867750" sp="867750"/>
                </a:custDash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47" name="任意多边形: 形状 146"/>
              <p:cNvSpPr/>
              <p:nvPr/>
            </p:nvSpPr>
            <p:spPr>
              <a:xfrm>
                <a:off x="4402167" y="5524278"/>
                <a:ext cx="121011" cy="37944"/>
              </a:xfrm>
              <a:custGeom>
                <a:avLst/>
                <a:gdLst>
                  <a:gd name="connsiteX0" fmla="*/ 103069 w 121011"/>
                  <a:gd name="connsiteY0" fmla="*/ 0 h 37944"/>
                  <a:gd name="connsiteX1" fmla="*/ 121012 w 121011"/>
                  <a:gd name="connsiteY1" fmla="*/ 0 h 37944"/>
                  <a:gd name="connsiteX2" fmla="*/ 121012 w 121011"/>
                  <a:gd name="connsiteY2" fmla="*/ 37945 h 37944"/>
                  <a:gd name="connsiteX3" fmla="*/ 103069 w 121011"/>
                  <a:gd name="connsiteY3" fmla="*/ 37945 h 37944"/>
                  <a:gd name="connsiteX4" fmla="*/ 17942 w 121011"/>
                  <a:gd name="connsiteY4" fmla="*/ 37945 h 37944"/>
                  <a:gd name="connsiteX5" fmla="*/ 0 w 121011"/>
                  <a:gd name="connsiteY5" fmla="*/ 37945 h 37944"/>
                  <a:gd name="connsiteX6" fmla="*/ 0 w 121011"/>
                  <a:gd name="connsiteY6" fmla="*/ 0 h 37944"/>
                  <a:gd name="connsiteX7" fmla="*/ 17942 w 121011"/>
                  <a:gd name="connsiteY7" fmla="*/ 0 h 379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011" h="37944">
                    <a:moveTo>
                      <a:pt x="103069" y="0"/>
                    </a:moveTo>
                    <a:cubicBezTo>
                      <a:pt x="112979" y="0"/>
                      <a:pt x="121012" y="0"/>
                      <a:pt x="121012" y="0"/>
                    </a:cubicBezTo>
                    <a:lnTo>
                      <a:pt x="121012" y="37945"/>
                    </a:lnTo>
                    <a:cubicBezTo>
                      <a:pt x="121012" y="37945"/>
                      <a:pt x="112979" y="37945"/>
                      <a:pt x="103069" y="37945"/>
                    </a:cubicBezTo>
                    <a:lnTo>
                      <a:pt x="17942" y="37945"/>
                    </a:lnTo>
                    <a:cubicBezTo>
                      <a:pt x="8033" y="37945"/>
                      <a:pt x="0" y="37945"/>
                      <a:pt x="0" y="37945"/>
                    </a:cubicBezTo>
                    <a:lnTo>
                      <a:pt x="0" y="0"/>
                    </a:lnTo>
                    <a:cubicBezTo>
                      <a:pt x="0" y="0"/>
                      <a:pt x="8033" y="0"/>
                      <a:pt x="17942" y="0"/>
                    </a:cubicBezTo>
                    <a:close/>
                  </a:path>
                </a:pathLst>
              </a:custGeom>
              <a:solidFill>
                <a:srgbClr val="E1E6FB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48" name="任意多边形: 形状 147"/>
              <p:cNvSpPr/>
              <p:nvPr/>
            </p:nvSpPr>
            <p:spPr>
              <a:xfrm>
                <a:off x="4173766" y="6520682"/>
                <a:ext cx="362304" cy="37944"/>
              </a:xfrm>
              <a:custGeom>
                <a:avLst/>
                <a:gdLst>
                  <a:gd name="connsiteX0" fmla="*/ 344362 w 362304"/>
                  <a:gd name="connsiteY0" fmla="*/ 0 h 37944"/>
                  <a:gd name="connsiteX1" fmla="*/ 362304 w 362304"/>
                  <a:gd name="connsiteY1" fmla="*/ 0 h 37944"/>
                  <a:gd name="connsiteX2" fmla="*/ 362304 w 362304"/>
                  <a:gd name="connsiteY2" fmla="*/ 37945 h 37944"/>
                  <a:gd name="connsiteX3" fmla="*/ 344362 w 362304"/>
                  <a:gd name="connsiteY3" fmla="*/ 37945 h 37944"/>
                  <a:gd name="connsiteX4" fmla="*/ 17942 w 362304"/>
                  <a:gd name="connsiteY4" fmla="*/ 37945 h 37944"/>
                  <a:gd name="connsiteX5" fmla="*/ 0 w 362304"/>
                  <a:gd name="connsiteY5" fmla="*/ 37945 h 37944"/>
                  <a:gd name="connsiteX6" fmla="*/ 0 w 362304"/>
                  <a:gd name="connsiteY6" fmla="*/ 0 h 37944"/>
                  <a:gd name="connsiteX7" fmla="*/ 17942 w 362304"/>
                  <a:gd name="connsiteY7" fmla="*/ 0 h 379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62304" h="37944">
                    <a:moveTo>
                      <a:pt x="344362" y="0"/>
                    </a:moveTo>
                    <a:cubicBezTo>
                      <a:pt x="354271" y="0"/>
                      <a:pt x="362304" y="0"/>
                      <a:pt x="362304" y="0"/>
                    </a:cubicBezTo>
                    <a:lnTo>
                      <a:pt x="362304" y="37945"/>
                    </a:lnTo>
                    <a:cubicBezTo>
                      <a:pt x="362304" y="37945"/>
                      <a:pt x="354271" y="37945"/>
                      <a:pt x="344362" y="37945"/>
                    </a:cubicBezTo>
                    <a:lnTo>
                      <a:pt x="17942" y="37945"/>
                    </a:lnTo>
                    <a:cubicBezTo>
                      <a:pt x="8033" y="37945"/>
                      <a:pt x="0" y="37945"/>
                      <a:pt x="0" y="37945"/>
                    </a:cubicBezTo>
                    <a:lnTo>
                      <a:pt x="0" y="0"/>
                    </a:lnTo>
                    <a:cubicBezTo>
                      <a:pt x="0" y="0"/>
                      <a:pt x="8033" y="0"/>
                      <a:pt x="17942" y="0"/>
                    </a:cubicBezTo>
                    <a:close/>
                  </a:path>
                </a:pathLst>
              </a:custGeom>
              <a:solidFill>
                <a:srgbClr val="E1E6FB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49" name="任意多边形: 形状 148"/>
              <p:cNvSpPr/>
              <p:nvPr/>
            </p:nvSpPr>
            <p:spPr>
              <a:xfrm>
                <a:off x="4082924" y="6553908"/>
                <a:ext cx="537276" cy="37944"/>
              </a:xfrm>
              <a:custGeom>
                <a:avLst/>
                <a:gdLst>
                  <a:gd name="connsiteX0" fmla="*/ 519334 w 537276"/>
                  <a:gd name="connsiteY0" fmla="*/ 0 h 37944"/>
                  <a:gd name="connsiteX1" fmla="*/ 537277 w 537276"/>
                  <a:gd name="connsiteY1" fmla="*/ 0 h 37944"/>
                  <a:gd name="connsiteX2" fmla="*/ 537277 w 537276"/>
                  <a:gd name="connsiteY2" fmla="*/ 37945 h 37944"/>
                  <a:gd name="connsiteX3" fmla="*/ 519334 w 537276"/>
                  <a:gd name="connsiteY3" fmla="*/ 37945 h 37944"/>
                  <a:gd name="connsiteX4" fmla="*/ 17942 w 537276"/>
                  <a:gd name="connsiteY4" fmla="*/ 37945 h 37944"/>
                  <a:gd name="connsiteX5" fmla="*/ 0 w 537276"/>
                  <a:gd name="connsiteY5" fmla="*/ 37945 h 37944"/>
                  <a:gd name="connsiteX6" fmla="*/ 0 w 537276"/>
                  <a:gd name="connsiteY6" fmla="*/ 0 h 37944"/>
                  <a:gd name="connsiteX7" fmla="*/ 17942 w 537276"/>
                  <a:gd name="connsiteY7" fmla="*/ 0 h 379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37276" h="37944">
                    <a:moveTo>
                      <a:pt x="519334" y="0"/>
                    </a:moveTo>
                    <a:cubicBezTo>
                      <a:pt x="529243" y="0"/>
                      <a:pt x="537277" y="0"/>
                      <a:pt x="537277" y="0"/>
                    </a:cubicBezTo>
                    <a:lnTo>
                      <a:pt x="537277" y="37945"/>
                    </a:lnTo>
                    <a:cubicBezTo>
                      <a:pt x="537277" y="37945"/>
                      <a:pt x="529243" y="37945"/>
                      <a:pt x="519334" y="37945"/>
                    </a:cubicBezTo>
                    <a:lnTo>
                      <a:pt x="17942" y="37945"/>
                    </a:lnTo>
                    <a:cubicBezTo>
                      <a:pt x="8033" y="37945"/>
                      <a:pt x="0" y="37945"/>
                      <a:pt x="0" y="37945"/>
                    </a:cubicBezTo>
                    <a:lnTo>
                      <a:pt x="0" y="0"/>
                    </a:lnTo>
                    <a:cubicBezTo>
                      <a:pt x="0" y="0"/>
                      <a:pt x="8033" y="0"/>
                      <a:pt x="17942" y="0"/>
                    </a:cubicBezTo>
                    <a:close/>
                  </a:path>
                </a:pathLst>
              </a:custGeom>
              <a:solidFill>
                <a:srgbClr val="E1E6FB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50" name="任意多边形: 形状 149"/>
              <p:cNvSpPr/>
              <p:nvPr/>
            </p:nvSpPr>
            <p:spPr>
              <a:xfrm>
                <a:off x="4160808" y="4901542"/>
                <a:ext cx="607384" cy="607384"/>
              </a:xfrm>
              <a:custGeom>
                <a:avLst/>
                <a:gdLst>
                  <a:gd name="connsiteX0" fmla="*/ 607385 w 607384"/>
                  <a:gd name="connsiteY0" fmla="*/ 303692 h 607384"/>
                  <a:gd name="connsiteX1" fmla="*/ 303692 w 607384"/>
                  <a:gd name="connsiteY1" fmla="*/ 607385 h 607384"/>
                  <a:gd name="connsiteX2" fmla="*/ 0 w 607384"/>
                  <a:gd name="connsiteY2" fmla="*/ 303692 h 607384"/>
                  <a:gd name="connsiteX3" fmla="*/ 303692 w 607384"/>
                  <a:gd name="connsiteY3" fmla="*/ 0 h 607384"/>
                  <a:gd name="connsiteX4" fmla="*/ 607385 w 607384"/>
                  <a:gd name="connsiteY4" fmla="*/ 303692 h 607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7384" h="607384">
                    <a:moveTo>
                      <a:pt x="607385" y="303692"/>
                    </a:moveTo>
                    <a:cubicBezTo>
                      <a:pt x="607385" y="471417"/>
                      <a:pt x="471417" y="607385"/>
                      <a:pt x="303692" y="607385"/>
                    </a:cubicBezTo>
                    <a:cubicBezTo>
                      <a:pt x="135968" y="607385"/>
                      <a:pt x="0" y="471417"/>
                      <a:pt x="0" y="303692"/>
                    </a:cubicBezTo>
                    <a:cubicBezTo>
                      <a:pt x="0" y="135967"/>
                      <a:pt x="135968" y="0"/>
                      <a:pt x="303692" y="0"/>
                    </a:cubicBezTo>
                    <a:cubicBezTo>
                      <a:pt x="471417" y="0"/>
                      <a:pt x="607385" y="135967"/>
                      <a:pt x="607385" y="303692"/>
                    </a:cubicBezTo>
                    <a:close/>
                  </a:path>
                </a:pathLst>
              </a:custGeom>
              <a:solidFill>
                <a:srgbClr val="E1E6FB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51" name="任意多边形: 形状 150"/>
              <p:cNvSpPr/>
              <p:nvPr/>
            </p:nvSpPr>
            <p:spPr>
              <a:xfrm>
                <a:off x="4447421" y="4619049"/>
                <a:ext cx="32030" cy="1901633"/>
              </a:xfrm>
              <a:custGeom>
                <a:avLst/>
                <a:gdLst>
                  <a:gd name="connsiteX0" fmla="*/ 0 w 32030"/>
                  <a:gd name="connsiteY0" fmla="*/ 0 h 1901633"/>
                  <a:gd name="connsiteX1" fmla="*/ 32031 w 32030"/>
                  <a:gd name="connsiteY1" fmla="*/ 0 h 1901633"/>
                  <a:gd name="connsiteX2" fmla="*/ 32031 w 32030"/>
                  <a:gd name="connsiteY2" fmla="*/ 1901633 h 1901633"/>
                  <a:gd name="connsiteX3" fmla="*/ 0 w 32030"/>
                  <a:gd name="connsiteY3" fmla="*/ 1901633 h 1901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030" h="1901633">
                    <a:moveTo>
                      <a:pt x="0" y="0"/>
                    </a:moveTo>
                    <a:lnTo>
                      <a:pt x="32031" y="0"/>
                    </a:lnTo>
                    <a:lnTo>
                      <a:pt x="32031" y="1901633"/>
                    </a:lnTo>
                    <a:lnTo>
                      <a:pt x="0" y="1901633"/>
                    </a:lnTo>
                    <a:close/>
                  </a:path>
                </a:pathLst>
              </a:custGeom>
              <a:solidFill>
                <a:srgbClr val="E1E6FB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152" name="图形 4"/>
            <p:cNvGrpSpPr/>
            <p:nvPr/>
          </p:nvGrpSpPr>
          <p:grpSpPr>
            <a:xfrm>
              <a:off x="6727507" y="4396323"/>
              <a:ext cx="2609122" cy="2175261"/>
              <a:chOff x="6727507" y="4396323"/>
              <a:chExt cx="2609122" cy="2175261"/>
            </a:xfrm>
          </p:grpSpPr>
          <p:sp>
            <p:nvSpPr>
              <p:cNvPr id="153" name="任意多边形: 形状 152"/>
              <p:cNvSpPr/>
              <p:nvPr/>
            </p:nvSpPr>
            <p:spPr>
              <a:xfrm>
                <a:off x="6744093" y="4396323"/>
                <a:ext cx="2592535" cy="1857959"/>
              </a:xfrm>
              <a:custGeom>
                <a:avLst/>
                <a:gdLst>
                  <a:gd name="connsiteX0" fmla="*/ 16835 w 2592535"/>
                  <a:gd name="connsiteY0" fmla="*/ 1408682 h 1857959"/>
                  <a:gd name="connsiteX1" fmla="*/ 24591 w 2592535"/>
                  <a:gd name="connsiteY1" fmla="*/ 1507998 h 1857959"/>
                  <a:gd name="connsiteX2" fmla="*/ 32120 w 2592535"/>
                  <a:gd name="connsiteY2" fmla="*/ 1513613 h 1857959"/>
                  <a:gd name="connsiteX3" fmla="*/ 1587131 w 2592535"/>
                  <a:gd name="connsiteY3" fmla="*/ 1722675 h 1857959"/>
                  <a:gd name="connsiteX4" fmla="*/ 2591775 w 2592535"/>
                  <a:gd name="connsiteY4" fmla="*/ 109583 h 1857959"/>
                  <a:gd name="connsiteX5" fmla="*/ 1621554 w 2592535"/>
                  <a:gd name="connsiteY5" fmla="*/ 7710 h 1857959"/>
                  <a:gd name="connsiteX6" fmla="*/ 1012840 w 2592535"/>
                  <a:gd name="connsiteY6" fmla="*/ 1171576 h 1857959"/>
                  <a:gd name="connsiteX7" fmla="*/ 289494 w 2592535"/>
                  <a:gd name="connsiteY7" fmla="*/ 1154365 h 1857959"/>
                  <a:gd name="connsiteX8" fmla="*/ 16835 w 2592535"/>
                  <a:gd name="connsiteY8" fmla="*/ 1408683 h 18579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592535" h="1857959">
                    <a:moveTo>
                      <a:pt x="16835" y="1408682"/>
                    </a:moveTo>
                    <a:cubicBezTo>
                      <a:pt x="-8448" y="1438249"/>
                      <a:pt x="-4976" y="1482714"/>
                      <a:pt x="24591" y="1507998"/>
                    </a:cubicBezTo>
                    <a:cubicBezTo>
                      <a:pt x="26973" y="1510035"/>
                      <a:pt x="29488" y="1511911"/>
                      <a:pt x="32120" y="1513613"/>
                    </a:cubicBezTo>
                    <a:cubicBezTo>
                      <a:pt x="250220" y="1654693"/>
                      <a:pt x="983468" y="2070227"/>
                      <a:pt x="1587131" y="1722675"/>
                    </a:cubicBezTo>
                    <a:cubicBezTo>
                      <a:pt x="2304829" y="1309335"/>
                      <a:pt x="2608987" y="212918"/>
                      <a:pt x="2591775" y="109583"/>
                    </a:cubicBezTo>
                    <a:cubicBezTo>
                      <a:pt x="2574563" y="6248"/>
                      <a:pt x="2218639" y="-13821"/>
                      <a:pt x="1621554" y="7710"/>
                    </a:cubicBezTo>
                    <a:cubicBezTo>
                      <a:pt x="1024470" y="29241"/>
                      <a:pt x="1695982" y="1074023"/>
                      <a:pt x="1012840" y="1171576"/>
                    </a:cubicBezTo>
                    <a:cubicBezTo>
                      <a:pt x="329699" y="1269130"/>
                      <a:pt x="507794" y="987899"/>
                      <a:pt x="289494" y="1154365"/>
                    </a:cubicBezTo>
                    <a:cubicBezTo>
                      <a:pt x="190036" y="1229455"/>
                      <a:pt x="98658" y="1314686"/>
                      <a:pt x="16835" y="1408683"/>
                    </a:cubicBez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54" name="任意多边形: 形状 153"/>
              <p:cNvSpPr/>
              <p:nvPr/>
            </p:nvSpPr>
            <p:spPr>
              <a:xfrm>
                <a:off x="7157527" y="4669154"/>
                <a:ext cx="1102868" cy="1007236"/>
              </a:xfrm>
              <a:custGeom>
                <a:avLst/>
                <a:gdLst>
                  <a:gd name="connsiteX0" fmla="*/ -71 w 1102868"/>
                  <a:gd name="connsiteY0" fmla="*/ 830432 h 1007236"/>
                  <a:gd name="connsiteX1" fmla="*/ 927022 w 1102868"/>
                  <a:gd name="connsiteY1" fmla="*/ 548137 h 1007236"/>
                  <a:gd name="connsiteX2" fmla="*/ 1102193 w 1102868"/>
                  <a:gd name="connsiteY2" fmla="*/ 345521 h 1007236"/>
                  <a:gd name="connsiteX3" fmla="*/ 882897 w 1102868"/>
                  <a:gd name="connsiteY3" fmla="*/ 935296 h 1007236"/>
                  <a:gd name="connsiteX4" fmla="*/ 293322 w 1102868"/>
                  <a:gd name="connsiteY4" fmla="*/ 977826 h 1007236"/>
                  <a:gd name="connsiteX5" fmla="*/ -71 w 1102868"/>
                  <a:gd name="connsiteY5" fmla="*/ 830432 h 10072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02868" h="1007236">
                    <a:moveTo>
                      <a:pt x="-71" y="830432"/>
                    </a:moveTo>
                    <a:cubicBezTo>
                      <a:pt x="-71" y="830432"/>
                      <a:pt x="900972" y="1068136"/>
                      <a:pt x="927022" y="548137"/>
                    </a:cubicBezTo>
                    <a:cubicBezTo>
                      <a:pt x="963106" y="-176737"/>
                      <a:pt x="1113490" y="-116929"/>
                      <a:pt x="1102193" y="345521"/>
                    </a:cubicBezTo>
                    <a:cubicBezTo>
                      <a:pt x="1090896" y="807971"/>
                      <a:pt x="1097874" y="843922"/>
                      <a:pt x="882897" y="935296"/>
                    </a:cubicBezTo>
                    <a:cubicBezTo>
                      <a:pt x="697691" y="1014043"/>
                      <a:pt x="542389" y="1027932"/>
                      <a:pt x="293322" y="977826"/>
                    </a:cubicBezTo>
                    <a:cubicBezTo>
                      <a:pt x="89708" y="936890"/>
                      <a:pt x="-71" y="830432"/>
                      <a:pt x="-71" y="830432"/>
                    </a:cubicBezTo>
                    <a:close/>
                  </a:path>
                </a:pathLst>
              </a:custGeom>
              <a:solidFill>
                <a:srgbClr val="B0C0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55" name="任意多边形: 形状 154"/>
              <p:cNvSpPr/>
              <p:nvPr/>
            </p:nvSpPr>
            <p:spPr>
              <a:xfrm rot="2257800">
                <a:off x="6898168" y="5950993"/>
                <a:ext cx="48577" cy="355924"/>
              </a:xfrm>
              <a:custGeom>
                <a:avLst/>
                <a:gdLst>
                  <a:gd name="connsiteX0" fmla="*/ -71 w 48577"/>
                  <a:gd name="connsiteY0" fmla="*/ -38 h 355924"/>
                  <a:gd name="connsiteX1" fmla="*/ 48507 w 48577"/>
                  <a:gd name="connsiteY1" fmla="*/ -38 h 355924"/>
                  <a:gd name="connsiteX2" fmla="*/ 48507 w 48577"/>
                  <a:gd name="connsiteY2" fmla="*/ 355887 h 355924"/>
                  <a:gd name="connsiteX3" fmla="*/ -71 w 48577"/>
                  <a:gd name="connsiteY3" fmla="*/ 355887 h 3559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577" h="355924">
                    <a:moveTo>
                      <a:pt x="-71" y="-38"/>
                    </a:moveTo>
                    <a:lnTo>
                      <a:pt x="48507" y="-38"/>
                    </a:lnTo>
                    <a:lnTo>
                      <a:pt x="48507" y="355887"/>
                    </a:lnTo>
                    <a:lnTo>
                      <a:pt x="-71" y="355887"/>
                    </a:ln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56" name="任意多边形: 形状 155"/>
              <p:cNvSpPr/>
              <p:nvPr/>
            </p:nvSpPr>
            <p:spPr>
              <a:xfrm>
                <a:off x="6727507" y="6230413"/>
                <a:ext cx="135830" cy="135830"/>
              </a:xfrm>
              <a:custGeom>
                <a:avLst/>
                <a:gdLst>
                  <a:gd name="connsiteX0" fmla="*/ 135831 w 135830"/>
                  <a:gd name="connsiteY0" fmla="*/ 67916 h 135830"/>
                  <a:gd name="connsiteX1" fmla="*/ 67915 w 135830"/>
                  <a:gd name="connsiteY1" fmla="*/ 135831 h 135830"/>
                  <a:gd name="connsiteX2" fmla="*/ 0 w 135830"/>
                  <a:gd name="connsiteY2" fmla="*/ 67916 h 135830"/>
                  <a:gd name="connsiteX3" fmla="*/ 67915 w 135830"/>
                  <a:gd name="connsiteY3" fmla="*/ 0 h 135830"/>
                  <a:gd name="connsiteX4" fmla="*/ 135831 w 135830"/>
                  <a:gd name="connsiteY4" fmla="*/ 67916 h 1358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5830" h="135830">
                    <a:moveTo>
                      <a:pt x="135831" y="67916"/>
                    </a:moveTo>
                    <a:cubicBezTo>
                      <a:pt x="135831" y="105424"/>
                      <a:pt x="105424" y="135831"/>
                      <a:pt x="67915" y="135831"/>
                    </a:cubicBezTo>
                    <a:cubicBezTo>
                      <a:pt x="30407" y="135831"/>
                      <a:pt x="0" y="105424"/>
                      <a:pt x="0" y="67916"/>
                    </a:cubicBezTo>
                    <a:cubicBezTo>
                      <a:pt x="0" y="30407"/>
                      <a:pt x="30407" y="0"/>
                      <a:pt x="67915" y="0"/>
                    </a:cubicBezTo>
                    <a:cubicBezTo>
                      <a:pt x="105424" y="0"/>
                      <a:pt x="135831" y="30407"/>
                      <a:pt x="135831" y="67916"/>
                    </a:cubicBezTo>
                    <a:close/>
                  </a:path>
                </a:pathLst>
              </a:custGeom>
              <a:solidFill>
                <a:srgbClr val="B0C0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57" name="任意多边形: 形状 156"/>
              <p:cNvSpPr/>
              <p:nvPr/>
            </p:nvSpPr>
            <p:spPr>
              <a:xfrm rot="1800000">
                <a:off x="7380807" y="6139883"/>
                <a:ext cx="48577" cy="355924"/>
              </a:xfrm>
              <a:custGeom>
                <a:avLst/>
                <a:gdLst>
                  <a:gd name="connsiteX0" fmla="*/ -71 w 48577"/>
                  <a:gd name="connsiteY0" fmla="*/ -38 h 355924"/>
                  <a:gd name="connsiteX1" fmla="*/ 48507 w 48577"/>
                  <a:gd name="connsiteY1" fmla="*/ -38 h 355924"/>
                  <a:gd name="connsiteX2" fmla="*/ 48507 w 48577"/>
                  <a:gd name="connsiteY2" fmla="*/ 355887 h 355924"/>
                  <a:gd name="connsiteX3" fmla="*/ -71 w 48577"/>
                  <a:gd name="connsiteY3" fmla="*/ 355887 h 3559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577" h="355924">
                    <a:moveTo>
                      <a:pt x="-71" y="-38"/>
                    </a:moveTo>
                    <a:lnTo>
                      <a:pt x="48507" y="-38"/>
                    </a:lnTo>
                    <a:lnTo>
                      <a:pt x="48507" y="355887"/>
                    </a:lnTo>
                    <a:lnTo>
                      <a:pt x="-71" y="355887"/>
                    </a:ln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58" name="任意多边形: 形状 157"/>
              <p:cNvSpPr/>
              <p:nvPr/>
            </p:nvSpPr>
            <p:spPr>
              <a:xfrm>
                <a:off x="7237272" y="6435754"/>
                <a:ext cx="135830" cy="135830"/>
              </a:xfrm>
              <a:custGeom>
                <a:avLst/>
                <a:gdLst>
                  <a:gd name="connsiteX0" fmla="*/ 135831 w 135830"/>
                  <a:gd name="connsiteY0" fmla="*/ 67915 h 135830"/>
                  <a:gd name="connsiteX1" fmla="*/ 67916 w 135830"/>
                  <a:gd name="connsiteY1" fmla="*/ 135831 h 135830"/>
                  <a:gd name="connsiteX2" fmla="*/ 0 w 135830"/>
                  <a:gd name="connsiteY2" fmla="*/ 67915 h 135830"/>
                  <a:gd name="connsiteX3" fmla="*/ 67916 w 135830"/>
                  <a:gd name="connsiteY3" fmla="*/ 0 h 135830"/>
                  <a:gd name="connsiteX4" fmla="*/ 135831 w 135830"/>
                  <a:gd name="connsiteY4" fmla="*/ 67915 h 1358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5830" h="135830">
                    <a:moveTo>
                      <a:pt x="135831" y="67915"/>
                    </a:moveTo>
                    <a:cubicBezTo>
                      <a:pt x="135831" y="105424"/>
                      <a:pt x="105424" y="135831"/>
                      <a:pt x="67916" y="135831"/>
                    </a:cubicBezTo>
                    <a:cubicBezTo>
                      <a:pt x="30407" y="135831"/>
                      <a:pt x="0" y="105424"/>
                      <a:pt x="0" y="67915"/>
                    </a:cubicBezTo>
                    <a:cubicBezTo>
                      <a:pt x="0" y="30407"/>
                      <a:pt x="30407" y="0"/>
                      <a:pt x="67916" y="0"/>
                    </a:cubicBezTo>
                    <a:cubicBezTo>
                      <a:pt x="105424" y="0"/>
                      <a:pt x="135831" y="30407"/>
                      <a:pt x="135831" y="67915"/>
                    </a:cubicBezTo>
                    <a:close/>
                  </a:path>
                </a:pathLst>
              </a:custGeom>
              <a:solidFill>
                <a:srgbClr val="B0C0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59" name="任意多边形: 形状 158"/>
              <p:cNvSpPr/>
              <p:nvPr/>
            </p:nvSpPr>
            <p:spPr>
              <a:xfrm rot="-2385000">
                <a:off x="8417000" y="6051030"/>
                <a:ext cx="48577" cy="432811"/>
              </a:xfrm>
              <a:custGeom>
                <a:avLst/>
                <a:gdLst>
                  <a:gd name="connsiteX0" fmla="*/ -71 w 48577"/>
                  <a:gd name="connsiteY0" fmla="*/ -39 h 432811"/>
                  <a:gd name="connsiteX1" fmla="*/ 48507 w 48577"/>
                  <a:gd name="connsiteY1" fmla="*/ -39 h 432811"/>
                  <a:gd name="connsiteX2" fmla="*/ 48507 w 48577"/>
                  <a:gd name="connsiteY2" fmla="*/ 432773 h 432811"/>
                  <a:gd name="connsiteX3" fmla="*/ -71 w 48577"/>
                  <a:gd name="connsiteY3" fmla="*/ 432773 h 4328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577" h="432811">
                    <a:moveTo>
                      <a:pt x="-71" y="-39"/>
                    </a:moveTo>
                    <a:lnTo>
                      <a:pt x="48507" y="-39"/>
                    </a:lnTo>
                    <a:lnTo>
                      <a:pt x="48507" y="432773"/>
                    </a:lnTo>
                    <a:lnTo>
                      <a:pt x="-71" y="432773"/>
                    </a:ln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60" name="任意多边形: 形状 159"/>
              <p:cNvSpPr/>
              <p:nvPr/>
            </p:nvSpPr>
            <p:spPr>
              <a:xfrm>
                <a:off x="8530324" y="6397543"/>
                <a:ext cx="135830" cy="135830"/>
              </a:xfrm>
              <a:custGeom>
                <a:avLst/>
                <a:gdLst>
                  <a:gd name="connsiteX0" fmla="*/ 135831 w 135830"/>
                  <a:gd name="connsiteY0" fmla="*/ 67915 h 135830"/>
                  <a:gd name="connsiteX1" fmla="*/ 67916 w 135830"/>
                  <a:gd name="connsiteY1" fmla="*/ 135831 h 135830"/>
                  <a:gd name="connsiteX2" fmla="*/ 0 w 135830"/>
                  <a:gd name="connsiteY2" fmla="*/ 67915 h 135830"/>
                  <a:gd name="connsiteX3" fmla="*/ 67916 w 135830"/>
                  <a:gd name="connsiteY3" fmla="*/ 0 h 135830"/>
                  <a:gd name="connsiteX4" fmla="*/ 135831 w 135830"/>
                  <a:gd name="connsiteY4" fmla="*/ 67915 h 1358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5830" h="135830">
                    <a:moveTo>
                      <a:pt x="135831" y="67915"/>
                    </a:moveTo>
                    <a:cubicBezTo>
                      <a:pt x="135831" y="105424"/>
                      <a:pt x="105424" y="135831"/>
                      <a:pt x="67916" y="135831"/>
                    </a:cubicBezTo>
                    <a:cubicBezTo>
                      <a:pt x="30407" y="135831"/>
                      <a:pt x="0" y="105424"/>
                      <a:pt x="0" y="67915"/>
                    </a:cubicBezTo>
                    <a:cubicBezTo>
                      <a:pt x="0" y="30407"/>
                      <a:pt x="30407" y="0"/>
                      <a:pt x="67916" y="0"/>
                    </a:cubicBezTo>
                    <a:cubicBezTo>
                      <a:pt x="105424" y="0"/>
                      <a:pt x="135831" y="30407"/>
                      <a:pt x="135831" y="67915"/>
                    </a:cubicBezTo>
                    <a:close/>
                  </a:path>
                </a:pathLst>
              </a:custGeom>
              <a:solidFill>
                <a:srgbClr val="B0C0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61" name="任意多边形: 形状 160"/>
              <p:cNvSpPr/>
              <p:nvPr/>
            </p:nvSpPr>
            <p:spPr>
              <a:xfrm rot="-2385000">
                <a:off x="7900566" y="5894884"/>
                <a:ext cx="48577" cy="432811"/>
              </a:xfrm>
              <a:custGeom>
                <a:avLst/>
                <a:gdLst>
                  <a:gd name="connsiteX0" fmla="*/ -71 w 48577"/>
                  <a:gd name="connsiteY0" fmla="*/ -39 h 432811"/>
                  <a:gd name="connsiteX1" fmla="*/ 48507 w 48577"/>
                  <a:gd name="connsiteY1" fmla="*/ -39 h 432811"/>
                  <a:gd name="connsiteX2" fmla="*/ 48507 w 48577"/>
                  <a:gd name="connsiteY2" fmla="*/ 432773 h 432811"/>
                  <a:gd name="connsiteX3" fmla="*/ -71 w 48577"/>
                  <a:gd name="connsiteY3" fmla="*/ 432773 h 4328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577" h="432811">
                    <a:moveTo>
                      <a:pt x="-71" y="-39"/>
                    </a:moveTo>
                    <a:lnTo>
                      <a:pt x="48507" y="-39"/>
                    </a:lnTo>
                    <a:lnTo>
                      <a:pt x="48507" y="432773"/>
                    </a:lnTo>
                    <a:lnTo>
                      <a:pt x="-71" y="432773"/>
                    </a:ln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62" name="任意多边形: 形状 161"/>
              <p:cNvSpPr/>
              <p:nvPr/>
            </p:nvSpPr>
            <p:spPr>
              <a:xfrm>
                <a:off x="8013913" y="6241444"/>
                <a:ext cx="135830" cy="135830"/>
              </a:xfrm>
              <a:custGeom>
                <a:avLst/>
                <a:gdLst>
                  <a:gd name="connsiteX0" fmla="*/ 135831 w 135830"/>
                  <a:gd name="connsiteY0" fmla="*/ 67915 h 135830"/>
                  <a:gd name="connsiteX1" fmla="*/ 67916 w 135830"/>
                  <a:gd name="connsiteY1" fmla="*/ 135831 h 135830"/>
                  <a:gd name="connsiteX2" fmla="*/ 0 w 135830"/>
                  <a:gd name="connsiteY2" fmla="*/ 67915 h 135830"/>
                  <a:gd name="connsiteX3" fmla="*/ 67916 w 135830"/>
                  <a:gd name="connsiteY3" fmla="*/ 0 h 135830"/>
                  <a:gd name="connsiteX4" fmla="*/ 135831 w 135830"/>
                  <a:gd name="connsiteY4" fmla="*/ 67915 h 1358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5830" h="135830">
                    <a:moveTo>
                      <a:pt x="135831" y="67915"/>
                    </a:moveTo>
                    <a:cubicBezTo>
                      <a:pt x="135831" y="105424"/>
                      <a:pt x="105424" y="135831"/>
                      <a:pt x="67916" y="135831"/>
                    </a:cubicBezTo>
                    <a:cubicBezTo>
                      <a:pt x="30407" y="135831"/>
                      <a:pt x="0" y="105424"/>
                      <a:pt x="0" y="67915"/>
                    </a:cubicBezTo>
                    <a:cubicBezTo>
                      <a:pt x="0" y="30407"/>
                      <a:pt x="30407" y="0"/>
                      <a:pt x="67916" y="0"/>
                    </a:cubicBezTo>
                    <a:cubicBezTo>
                      <a:pt x="105424" y="0"/>
                      <a:pt x="135831" y="30407"/>
                      <a:pt x="135831" y="67915"/>
                    </a:cubicBezTo>
                    <a:close/>
                  </a:path>
                </a:pathLst>
              </a:custGeom>
              <a:solidFill>
                <a:srgbClr val="B0C0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p:sp>
        <p:nvSpPr>
          <p:cNvPr id="207" name="任意多边形: 形状 206"/>
          <p:cNvSpPr/>
          <p:nvPr/>
        </p:nvSpPr>
        <p:spPr>
          <a:xfrm>
            <a:off x="10623564" y="0"/>
            <a:ext cx="1568436" cy="1346746"/>
          </a:xfrm>
          <a:custGeom>
            <a:avLst/>
            <a:gdLst>
              <a:gd name="connsiteX0" fmla="*/ 0 w 1568436"/>
              <a:gd name="connsiteY0" fmla="*/ 0 h 1346746"/>
              <a:gd name="connsiteX1" fmla="*/ 1568436 w 1568436"/>
              <a:gd name="connsiteY1" fmla="*/ 0 h 1346746"/>
              <a:gd name="connsiteX2" fmla="*/ 1568436 w 1568436"/>
              <a:gd name="connsiteY2" fmla="*/ 1322686 h 1346746"/>
              <a:gd name="connsiteX3" fmla="*/ 1460104 w 1568436"/>
              <a:gd name="connsiteY3" fmla="*/ 1342634 h 1346746"/>
              <a:gd name="connsiteX4" fmla="*/ 569146 w 1568436"/>
              <a:gd name="connsiteY4" fmla="*/ 590244 h 1346746"/>
              <a:gd name="connsiteX5" fmla="*/ 19559 w 1568436"/>
              <a:gd name="connsiteY5" fmla="*/ 53592 h 13467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8436" h="1346746">
                <a:moveTo>
                  <a:pt x="0" y="0"/>
                </a:moveTo>
                <a:lnTo>
                  <a:pt x="1568436" y="0"/>
                </a:lnTo>
                <a:lnTo>
                  <a:pt x="1568436" y="1322686"/>
                </a:lnTo>
                <a:lnTo>
                  <a:pt x="1460104" y="1342634"/>
                </a:lnTo>
                <a:cubicBezTo>
                  <a:pt x="987440" y="1396727"/>
                  <a:pt x="1043059" y="904962"/>
                  <a:pt x="569146" y="590244"/>
                </a:cubicBezTo>
                <a:cubicBezTo>
                  <a:pt x="264488" y="387925"/>
                  <a:pt x="141153" y="356313"/>
                  <a:pt x="19559" y="53592"/>
                </a:cubicBezTo>
                <a:close/>
              </a:path>
            </a:pathLst>
          </a:custGeom>
          <a:solidFill>
            <a:srgbClr val="BAC5F4">
              <a:alpha val="15000"/>
            </a:srgbClr>
          </a:solidFill>
          <a:ln w="663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05" name="任意多边形: 形状 204"/>
          <p:cNvSpPr/>
          <p:nvPr/>
        </p:nvSpPr>
        <p:spPr>
          <a:xfrm rot="7957286">
            <a:off x="10280787" y="5745697"/>
            <a:ext cx="2039760" cy="1680324"/>
          </a:xfrm>
          <a:custGeom>
            <a:avLst/>
            <a:gdLst>
              <a:gd name="connsiteX0" fmla="*/ 35493 w 2039760"/>
              <a:gd name="connsiteY0" fmla="*/ 615884 h 1680324"/>
              <a:gd name="connsiteX1" fmla="*/ 0 w 2039760"/>
              <a:gd name="connsiteY1" fmla="*/ 567387 h 1680324"/>
              <a:gd name="connsiteX2" fmla="*/ 616566 w 2039760"/>
              <a:gd name="connsiteY2" fmla="*/ 0 h 1680324"/>
              <a:gd name="connsiteX3" fmla="*/ 2039760 w 2039760"/>
              <a:gd name="connsiteY3" fmla="*/ 1546550 h 1680324"/>
              <a:gd name="connsiteX4" fmla="*/ 2012855 w 2039760"/>
              <a:gd name="connsiteY4" fmla="*/ 1546602 h 1680324"/>
              <a:gd name="connsiteX5" fmla="*/ 1585210 w 2039760"/>
              <a:gd name="connsiteY5" fmla="*/ 1617501 h 1680324"/>
              <a:gd name="connsiteX6" fmla="*/ 456254 w 2039760"/>
              <a:gd name="connsiteY6" fmla="*/ 923821 h 1680324"/>
              <a:gd name="connsiteX7" fmla="*/ 35493 w 2039760"/>
              <a:gd name="connsiteY7" fmla="*/ 615884 h 1680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39760" h="1680324">
                <a:moveTo>
                  <a:pt x="35493" y="615884"/>
                </a:moveTo>
                <a:lnTo>
                  <a:pt x="0" y="567387"/>
                </a:lnTo>
                <a:lnTo>
                  <a:pt x="616566" y="0"/>
                </a:lnTo>
                <a:lnTo>
                  <a:pt x="2039760" y="1546550"/>
                </a:lnTo>
                <a:lnTo>
                  <a:pt x="2012855" y="1546602"/>
                </a:lnTo>
                <a:cubicBezTo>
                  <a:pt x="1867793" y="1550965"/>
                  <a:pt x="1723465" y="1569328"/>
                  <a:pt x="1585210" y="1617501"/>
                </a:cubicBezTo>
                <a:cubicBezTo>
                  <a:pt x="847850" y="1874422"/>
                  <a:pt x="997869" y="1283500"/>
                  <a:pt x="456254" y="923821"/>
                </a:cubicBezTo>
                <a:cubicBezTo>
                  <a:pt x="253149" y="788942"/>
                  <a:pt x="130632" y="729932"/>
                  <a:pt x="35493" y="615884"/>
                </a:cubicBezTo>
                <a:close/>
              </a:path>
            </a:pathLst>
          </a:custGeom>
          <a:solidFill>
            <a:srgbClr val="BAC5F4">
              <a:alpha val="15000"/>
            </a:srgbClr>
          </a:solidFill>
          <a:ln w="663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17" name="任意多边形: 形状 216"/>
          <p:cNvSpPr/>
          <p:nvPr/>
        </p:nvSpPr>
        <p:spPr>
          <a:xfrm rot="16542789">
            <a:off x="-250926" y="118551"/>
            <a:ext cx="1629309" cy="1272091"/>
          </a:xfrm>
          <a:custGeom>
            <a:avLst/>
            <a:gdLst>
              <a:gd name="connsiteX0" fmla="*/ 1509385 w 1629309"/>
              <a:gd name="connsiteY0" fmla="*/ 0 h 1272091"/>
              <a:gd name="connsiteX1" fmla="*/ 1629309 w 1629309"/>
              <a:gd name="connsiteY1" fmla="*/ 1198700 h 1272091"/>
              <a:gd name="connsiteX2" fmla="*/ 1591174 w 1629309"/>
              <a:gd name="connsiteY2" fmla="*/ 1209269 h 1272091"/>
              <a:gd name="connsiteX3" fmla="*/ 462218 w 1629309"/>
              <a:gd name="connsiteY3" fmla="*/ 515589 h 1272091"/>
              <a:gd name="connsiteX4" fmla="*/ 41457 w 1629309"/>
              <a:gd name="connsiteY4" fmla="*/ 207652 h 1272091"/>
              <a:gd name="connsiteX5" fmla="*/ 0 w 1629309"/>
              <a:gd name="connsiteY5" fmla="*/ 151007 h 1272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29309" h="1272091">
                <a:moveTo>
                  <a:pt x="1509385" y="0"/>
                </a:moveTo>
                <a:lnTo>
                  <a:pt x="1629309" y="1198700"/>
                </a:lnTo>
                <a:lnTo>
                  <a:pt x="1591174" y="1209269"/>
                </a:lnTo>
                <a:cubicBezTo>
                  <a:pt x="853814" y="1466189"/>
                  <a:pt x="1003833" y="875267"/>
                  <a:pt x="462218" y="515589"/>
                </a:cubicBezTo>
                <a:cubicBezTo>
                  <a:pt x="259113" y="380709"/>
                  <a:pt x="136596" y="321700"/>
                  <a:pt x="41457" y="207652"/>
                </a:cubicBezTo>
                <a:lnTo>
                  <a:pt x="0" y="151007"/>
                </a:lnTo>
                <a:close/>
              </a:path>
            </a:pathLst>
          </a:custGeom>
          <a:solidFill>
            <a:srgbClr val="BAC5F4">
              <a:alpha val="15000"/>
            </a:srgbClr>
          </a:solidFill>
          <a:ln w="663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15" name="任意多边形: 形状 214"/>
          <p:cNvSpPr/>
          <p:nvPr/>
        </p:nvSpPr>
        <p:spPr>
          <a:xfrm rot="3513166">
            <a:off x="45786" y="5448181"/>
            <a:ext cx="2080441" cy="2184401"/>
          </a:xfrm>
          <a:custGeom>
            <a:avLst/>
            <a:gdLst>
              <a:gd name="connsiteX0" fmla="*/ 252666 w 2080441"/>
              <a:gd name="connsiteY0" fmla="*/ 1071377 h 2184401"/>
              <a:gd name="connsiteX1" fmla="*/ 1448320 w 2080441"/>
              <a:gd name="connsiteY1" fmla="*/ 346956 h 2184401"/>
              <a:gd name="connsiteX2" fmla="*/ 1922327 w 2080441"/>
              <a:gd name="connsiteY2" fmla="*/ 33587 h 2184401"/>
              <a:gd name="connsiteX3" fmla="*/ 2080441 w 2080441"/>
              <a:gd name="connsiteY3" fmla="*/ 0 h 2184401"/>
              <a:gd name="connsiteX4" fmla="*/ 744605 w 2080441"/>
              <a:gd name="connsiteY4" fmla="*/ 2184401 h 2184401"/>
              <a:gd name="connsiteX5" fmla="*/ 0 w 2080441"/>
              <a:gd name="connsiteY5" fmla="*/ 1729049 h 2184401"/>
              <a:gd name="connsiteX6" fmla="*/ 2517 w 2080441"/>
              <a:gd name="connsiteY6" fmla="*/ 1708531 h 2184401"/>
              <a:gd name="connsiteX7" fmla="*/ 252666 w 2080441"/>
              <a:gd name="connsiteY7" fmla="*/ 1071377 h 2184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80441" h="2184401">
                <a:moveTo>
                  <a:pt x="252666" y="1071377"/>
                </a:moveTo>
                <a:cubicBezTo>
                  <a:pt x="608406" y="519379"/>
                  <a:pt x="885786" y="912048"/>
                  <a:pt x="1448320" y="346956"/>
                </a:cubicBezTo>
                <a:cubicBezTo>
                  <a:pt x="1619221" y="175250"/>
                  <a:pt x="1765407" y="81808"/>
                  <a:pt x="1922327" y="33587"/>
                </a:cubicBezTo>
                <a:lnTo>
                  <a:pt x="2080441" y="0"/>
                </a:lnTo>
                <a:lnTo>
                  <a:pt x="744605" y="2184401"/>
                </a:lnTo>
                <a:lnTo>
                  <a:pt x="0" y="1729049"/>
                </a:lnTo>
                <a:lnTo>
                  <a:pt x="2517" y="1708531"/>
                </a:lnTo>
                <a:cubicBezTo>
                  <a:pt x="46357" y="1460913"/>
                  <a:pt x="137582" y="1249835"/>
                  <a:pt x="252666" y="1071377"/>
                </a:cubicBezTo>
                <a:close/>
              </a:path>
            </a:pathLst>
          </a:custGeom>
          <a:solidFill>
            <a:srgbClr val="BAC5F4">
              <a:alpha val="15000"/>
            </a:srgbClr>
          </a:solidFill>
          <a:ln w="663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19" name="任意多边形: 形状 218"/>
          <p:cNvSpPr/>
          <p:nvPr/>
        </p:nvSpPr>
        <p:spPr>
          <a:xfrm rot="14984251" flipH="1">
            <a:off x="4375877" y="-983498"/>
            <a:ext cx="1109497" cy="2234110"/>
          </a:xfrm>
          <a:custGeom>
            <a:avLst/>
            <a:gdLst>
              <a:gd name="connsiteX0" fmla="*/ 0 w 1109497"/>
              <a:gd name="connsiteY0" fmla="*/ 0 h 2234110"/>
              <a:gd name="connsiteX1" fmla="*/ 824760 w 1109497"/>
              <a:gd name="connsiteY1" fmla="*/ 2234110 h 2234110"/>
              <a:gd name="connsiteX2" fmla="*/ 859904 w 1109497"/>
              <a:gd name="connsiteY2" fmla="*/ 2190409 h 2234110"/>
              <a:gd name="connsiteX3" fmla="*/ 101111 w 1109497"/>
              <a:gd name="connsiteY3" fmla="*/ 23487 h 2234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09497" h="2234110">
                <a:moveTo>
                  <a:pt x="0" y="0"/>
                </a:moveTo>
                <a:lnTo>
                  <a:pt x="824760" y="2234110"/>
                </a:lnTo>
                <a:lnTo>
                  <a:pt x="859904" y="2190409"/>
                </a:lnTo>
                <a:cubicBezTo>
                  <a:pt x="1327241" y="1710093"/>
                  <a:pt x="1172987" y="318457"/>
                  <a:pt x="101111" y="23487"/>
                </a:cubicBezTo>
                <a:close/>
              </a:path>
            </a:pathLst>
          </a:custGeom>
          <a:solidFill>
            <a:srgbClr val="BAC5F4">
              <a:alpha val="10000"/>
            </a:srgbClr>
          </a:solidFill>
          <a:ln w="663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21" name="任意多边形: 形状 220"/>
          <p:cNvSpPr/>
          <p:nvPr/>
        </p:nvSpPr>
        <p:spPr>
          <a:xfrm rot="14984251" flipH="1">
            <a:off x="5057476" y="4840333"/>
            <a:ext cx="1588854" cy="3893052"/>
          </a:xfrm>
          <a:custGeom>
            <a:avLst/>
            <a:gdLst>
              <a:gd name="connsiteX0" fmla="*/ 427626 w 1588854"/>
              <a:gd name="connsiteY0" fmla="*/ 2661154 h 3893052"/>
              <a:gd name="connsiteX1" fmla="*/ 977213 w 1588854"/>
              <a:gd name="connsiteY1" fmla="*/ 3197805 h 3893052"/>
              <a:gd name="connsiteX2" fmla="*/ 1567732 w 1588854"/>
              <a:gd name="connsiteY2" fmla="*/ 3879743 h 3893052"/>
              <a:gd name="connsiteX3" fmla="*/ 1588854 w 1588854"/>
              <a:gd name="connsiteY3" fmla="*/ 3893052 h 3893052"/>
              <a:gd name="connsiteX4" fmla="*/ 151668 w 1588854"/>
              <a:gd name="connsiteY4" fmla="*/ 0 h 3893052"/>
              <a:gd name="connsiteX5" fmla="*/ 126780 w 1588854"/>
              <a:gd name="connsiteY5" fmla="*/ 54016 h 3893052"/>
              <a:gd name="connsiteX6" fmla="*/ 62570 w 1588854"/>
              <a:gd name="connsiteY6" fmla="*/ 1254919 h 3893052"/>
              <a:gd name="connsiteX7" fmla="*/ 427626 w 1588854"/>
              <a:gd name="connsiteY7" fmla="*/ 2661154 h 3893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88854" h="3893052">
                <a:moveTo>
                  <a:pt x="427626" y="2661154"/>
                </a:moveTo>
                <a:cubicBezTo>
                  <a:pt x="549219" y="2963875"/>
                  <a:pt x="672554" y="2995487"/>
                  <a:pt x="977213" y="3197805"/>
                </a:cubicBezTo>
                <a:cubicBezTo>
                  <a:pt x="1315722" y="3422604"/>
                  <a:pt x="1384061" y="3737733"/>
                  <a:pt x="1567732" y="3879743"/>
                </a:cubicBezTo>
                <a:lnTo>
                  <a:pt x="1588854" y="3893052"/>
                </a:lnTo>
                <a:lnTo>
                  <a:pt x="151668" y="0"/>
                </a:lnTo>
                <a:lnTo>
                  <a:pt x="126780" y="54016"/>
                </a:lnTo>
                <a:cubicBezTo>
                  <a:pt x="-1235" y="372103"/>
                  <a:pt x="-49101" y="767995"/>
                  <a:pt x="62570" y="1254919"/>
                </a:cubicBezTo>
                <a:cubicBezTo>
                  <a:pt x="239532" y="2026253"/>
                  <a:pt x="333052" y="2425705"/>
                  <a:pt x="427626" y="2661154"/>
                </a:cubicBezTo>
                <a:close/>
              </a:path>
            </a:pathLst>
          </a:custGeom>
          <a:solidFill>
            <a:srgbClr val="BAC5F4">
              <a:alpha val="10000"/>
            </a:srgbClr>
          </a:solidFill>
          <a:ln w="663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grpSp>
        <p:nvGrpSpPr>
          <p:cNvPr id="164" name="组合 163"/>
          <p:cNvGrpSpPr/>
          <p:nvPr/>
        </p:nvGrpSpPr>
        <p:grpSpPr>
          <a:xfrm>
            <a:off x="902835" y="2302830"/>
            <a:ext cx="5196889" cy="616350"/>
            <a:chOff x="902835" y="1974450"/>
            <a:chExt cx="5196889" cy="616350"/>
          </a:xfrm>
        </p:grpSpPr>
        <p:sp>
          <p:nvSpPr>
            <p:cNvPr id="3" name="椭圆 2"/>
            <p:cNvSpPr/>
            <p:nvPr/>
          </p:nvSpPr>
          <p:spPr>
            <a:xfrm>
              <a:off x="902835" y="1974450"/>
              <a:ext cx="5196889" cy="597932"/>
            </a:xfrm>
            <a:custGeom>
              <a:avLst/>
              <a:gdLst>
                <a:gd name="connsiteX0" fmla="*/ 0 w 5082540"/>
                <a:gd name="connsiteY0" fmla="*/ 395730 h 791459"/>
                <a:gd name="connsiteX1" fmla="*/ 2541270 w 5082540"/>
                <a:gd name="connsiteY1" fmla="*/ 0 h 791459"/>
                <a:gd name="connsiteX2" fmla="*/ 5082540 w 5082540"/>
                <a:gd name="connsiteY2" fmla="*/ 395730 h 791459"/>
                <a:gd name="connsiteX3" fmla="*/ 2541270 w 5082540"/>
                <a:gd name="connsiteY3" fmla="*/ 791460 h 791459"/>
                <a:gd name="connsiteX4" fmla="*/ 0 w 5082540"/>
                <a:gd name="connsiteY4" fmla="*/ 395730 h 791459"/>
                <a:gd name="connsiteX0-1" fmla="*/ 145828 w 5228368"/>
                <a:gd name="connsiteY0-2" fmla="*/ 395730 h 715260"/>
                <a:gd name="connsiteX1-3" fmla="*/ 2687098 w 5228368"/>
                <a:gd name="connsiteY1-4" fmla="*/ 0 h 715260"/>
                <a:gd name="connsiteX2-5" fmla="*/ 5228368 w 5228368"/>
                <a:gd name="connsiteY2-6" fmla="*/ 395730 h 715260"/>
                <a:gd name="connsiteX3-7" fmla="*/ 1208818 w 5228368"/>
                <a:gd name="connsiteY3-8" fmla="*/ 715260 h 715260"/>
                <a:gd name="connsiteX4-9" fmla="*/ 145828 w 5228368"/>
                <a:gd name="connsiteY4-10" fmla="*/ 395730 h 715260"/>
                <a:gd name="connsiteX0-11" fmla="*/ 220894 w 5303434"/>
                <a:gd name="connsiteY0-12" fmla="*/ 334770 h 654300"/>
                <a:gd name="connsiteX1-13" fmla="*/ 3775624 w 5303434"/>
                <a:gd name="connsiteY1-14" fmla="*/ 0 h 654300"/>
                <a:gd name="connsiteX2-15" fmla="*/ 5303434 w 5303434"/>
                <a:gd name="connsiteY2-16" fmla="*/ 334770 h 654300"/>
                <a:gd name="connsiteX3-17" fmla="*/ 1283884 w 5303434"/>
                <a:gd name="connsiteY3-18" fmla="*/ 654300 h 654300"/>
                <a:gd name="connsiteX4-19" fmla="*/ 220894 w 5303434"/>
                <a:gd name="connsiteY4-20" fmla="*/ 334770 h 654300"/>
                <a:gd name="connsiteX0-21" fmla="*/ 131008 w 5213548"/>
                <a:gd name="connsiteY0-22" fmla="*/ 165594 h 664455"/>
                <a:gd name="connsiteX1-23" fmla="*/ 3685738 w 5213548"/>
                <a:gd name="connsiteY1-24" fmla="*/ 6084 h 664455"/>
                <a:gd name="connsiteX2-25" fmla="*/ 5213548 w 5213548"/>
                <a:gd name="connsiteY2-26" fmla="*/ 340854 h 664455"/>
                <a:gd name="connsiteX3-27" fmla="*/ 1193998 w 5213548"/>
                <a:gd name="connsiteY3-28" fmla="*/ 660384 h 664455"/>
                <a:gd name="connsiteX4-29" fmla="*/ 131008 w 5213548"/>
                <a:gd name="connsiteY4-30" fmla="*/ 165594 h 664455"/>
                <a:gd name="connsiteX0-31" fmla="*/ 106935 w 5189475"/>
                <a:gd name="connsiteY0-32" fmla="*/ 217356 h 716217"/>
                <a:gd name="connsiteX1-33" fmla="*/ 3661665 w 5189475"/>
                <a:gd name="connsiteY1-34" fmla="*/ 57846 h 716217"/>
                <a:gd name="connsiteX2-35" fmla="*/ 5189475 w 5189475"/>
                <a:gd name="connsiteY2-36" fmla="*/ 392616 h 716217"/>
                <a:gd name="connsiteX3-37" fmla="*/ 1169925 w 5189475"/>
                <a:gd name="connsiteY3-38" fmla="*/ 712146 h 716217"/>
                <a:gd name="connsiteX4-39" fmla="*/ 106935 w 5189475"/>
                <a:gd name="connsiteY4-40" fmla="*/ 217356 h 716217"/>
                <a:gd name="connsiteX0-41" fmla="*/ 106935 w 5189475"/>
                <a:gd name="connsiteY0-42" fmla="*/ 217356 h 743830"/>
                <a:gd name="connsiteX1-43" fmla="*/ 3661665 w 5189475"/>
                <a:gd name="connsiteY1-44" fmla="*/ 57846 h 743830"/>
                <a:gd name="connsiteX2-45" fmla="*/ 5189475 w 5189475"/>
                <a:gd name="connsiteY2-46" fmla="*/ 392616 h 743830"/>
                <a:gd name="connsiteX3-47" fmla="*/ 1169925 w 5189475"/>
                <a:gd name="connsiteY3-48" fmla="*/ 712146 h 743830"/>
                <a:gd name="connsiteX4-49" fmla="*/ 106935 w 5189475"/>
                <a:gd name="connsiteY4-50" fmla="*/ 217356 h 743830"/>
                <a:gd name="connsiteX0-51" fmla="*/ 106935 w 5194775"/>
                <a:gd name="connsiteY0-52" fmla="*/ 217356 h 743830"/>
                <a:gd name="connsiteX1-53" fmla="*/ 3661665 w 5194775"/>
                <a:gd name="connsiteY1-54" fmla="*/ 57846 h 743830"/>
                <a:gd name="connsiteX2-55" fmla="*/ 5189475 w 5194775"/>
                <a:gd name="connsiteY2-56" fmla="*/ 392616 h 743830"/>
                <a:gd name="connsiteX3-57" fmla="*/ 1169925 w 5194775"/>
                <a:gd name="connsiteY3-58" fmla="*/ 712146 h 743830"/>
                <a:gd name="connsiteX4-59" fmla="*/ 106935 w 5194775"/>
                <a:gd name="connsiteY4-60" fmla="*/ 217356 h 743830"/>
                <a:gd name="connsiteX0-61" fmla="*/ 107430 w 5193674"/>
                <a:gd name="connsiteY0-62" fmla="*/ 187556 h 714030"/>
                <a:gd name="connsiteX1-63" fmla="*/ 3304020 w 5193674"/>
                <a:gd name="connsiteY1-64" fmla="*/ 5186 h 714030"/>
                <a:gd name="connsiteX2-65" fmla="*/ 5189970 w 5193674"/>
                <a:gd name="connsiteY2-66" fmla="*/ 362816 h 714030"/>
                <a:gd name="connsiteX3-67" fmla="*/ 1170420 w 5193674"/>
                <a:gd name="connsiteY3-68" fmla="*/ 682346 h 714030"/>
                <a:gd name="connsiteX4-69" fmla="*/ 107430 w 5193674"/>
                <a:gd name="connsiteY4-70" fmla="*/ 187556 h 714030"/>
                <a:gd name="connsiteX0-71" fmla="*/ 89779 w 5176023"/>
                <a:gd name="connsiteY0-72" fmla="*/ 218381 h 744855"/>
                <a:gd name="connsiteX1-73" fmla="*/ 3286369 w 5176023"/>
                <a:gd name="connsiteY1-74" fmla="*/ 36011 h 744855"/>
                <a:gd name="connsiteX2-75" fmla="*/ 5172319 w 5176023"/>
                <a:gd name="connsiteY2-76" fmla="*/ 393641 h 744855"/>
                <a:gd name="connsiteX3-77" fmla="*/ 1152769 w 5176023"/>
                <a:gd name="connsiteY3-78" fmla="*/ 713171 h 744855"/>
                <a:gd name="connsiteX4-79" fmla="*/ 89779 w 5176023"/>
                <a:gd name="connsiteY4-80" fmla="*/ 218381 h 744855"/>
                <a:gd name="connsiteX0-81" fmla="*/ 86611 w 5210975"/>
                <a:gd name="connsiteY0-82" fmla="*/ 245965 h 723357"/>
                <a:gd name="connsiteX1-83" fmla="*/ 3321301 w 5210975"/>
                <a:gd name="connsiteY1-84" fmla="*/ 17875 h 723357"/>
                <a:gd name="connsiteX2-85" fmla="*/ 5207251 w 5210975"/>
                <a:gd name="connsiteY2-86" fmla="*/ 375505 h 723357"/>
                <a:gd name="connsiteX3-87" fmla="*/ 1187701 w 5210975"/>
                <a:gd name="connsiteY3-88" fmla="*/ 695035 h 723357"/>
                <a:gd name="connsiteX4-89" fmla="*/ 86611 w 5210975"/>
                <a:gd name="connsiteY4-90" fmla="*/ 245965 h 723357"/>
                <a:gd name="connsiteX0-91" fmla="*/ 43224 w 5167588"/>
                <a:gd name="connsiteY0-92" fmla="*/ 255515 h 732907"/>
                <a:gd name="connsiteX1-93" fmla="*/ 3277914 w 5167588"/>
                <a:gd name="connsiteY1-94" fmla="*/ 27425 h 732907"/>
                <a:gd name="connsiteX2-95" fmla="*/ 5163864 w 5167588"/>
                <a:gd name="connsiteY2-96" fmla="*/ 385055 h 732907"/>
                <a:gd name="connsiteX3-97" fmla="*/ 1144314 w 5167588"/>
                <a:gd name="connsiteY3-98" fmla="*/ 704585 h 732907"/>
                <a:gd name="connsiteX4-99" fmla="*/ 43224 w 5167588"/>
                <a:gd name="connsiteY4-100" fmla="*/ 255515 h 732907"/>
                <a:gd name="connsiteX0-101" fmla="*/ 28682 w 5153046"/>
                <a:gd name="connsiteY0-102" fmla="*/ 257665 h 735057"/>
                <a:gd name="connsiteX1-103" fmla="*/ 3263372 w 5153046"/>
                <a:gd name="connsiteY1-104" fmla="*/ 29575 h 735057"/>
                <a:gd name="connsiteX2-105" fmla="*/ 5149322 w 5153046"/>
                <a:gd name="connsiteY2-106" fmla="*/ 387205 h 735057"/>
                <a:gd name="connsiteX3-107" fmla="*/ 1129772 w 5153046"/>
                <a:gd name="connsiteY3-108" fmla="*/ 706735 h 735057"/>
                <a:gd name="connsiteX4-109" fmla="*/ 28682 w 5153046"/>
                <a:gd name="connsiteY4-110" fmla="*/ 257665 h 735057"/>
                <a:gd name="connsiteX0-111" fmla="*/ 45765 w 5170129"/>
                <a:gd name="connsiteY0-112" fmla="*/ 259882 h 737274"/>
                <a:gd name="connsiteX1-113" fmla="*/ 3280455 w 5170129"/>
                <a:gd name="connsiteY1-114" fmla="*/ 31792 h 737274"/>
                <a:gd name="connsiteX2-115" fmla="*/ 5166405 w 5170129"/>
                <a:gd name="connsiteY2-116" fmla="*/ 389422 h 737274"/>
                <a:gd name="connsiteX3-117" fmla="*/ 1146855 w 5170129"/>
                <a:gd name="connsiteY3-118" fmla="*/ 708952 h 737274"/>
                <a:gd name="connsiteX4-119" fmla="*/ 45765 w 5170129"/>
                <a:gd name="connsiteY4-120" fmla="*/ 259882 h 737274"/>
                <a:gd name="connsiteX0-121" fmla="*/ 72525 w 5196889"/>
                <a:gd name="connsiteY0-122" fmla="*/ 266896 h 744288"/>
                <a:gd name="connsiteX1-123" fmla="*/ 3307215 w 5196889"/>
                <a:gd name="connsiteY1-124" fmla="*/ 38806 h 744288"/>
                <a:gd name="connsiteX2-125" fmla="*/ 5193165 w 5196889"/>
                <a:gd name="connsiteY2-126" fmla="*/ 396436 h 744288"/>
                <a:gd name="connsiteX3-127" fmla="*/ 1173615 w 5196889"/>
                <a:gd name="connsiteY3-128" fmla="*/ 715966 h 744288"/>
                <a:gd name="connsiteX4-129" fmla="*/ 72525 w 5196889"/>
                <a:gd name="connsiteY4-130" fmla="*/ 266896 h 74428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5196889" h="744288">
                  <a:moveTo>
                    <a:pt x="72525" y="266896"/>
                  </a:moveTo>
                  <a:cubicBezTo>
                    <a:pt x="344305" y="-112664"/>
                    <a:pt x="2453775" y="17216"/>
                    <a:pt x="3307215" y="38806"/>
                  </a:cubicBezTo>
                  <a:cubicBezTo>
                    <a:pt x="4160655" y="60396"/>
                    <a:pt x="5269365" y="25480"/>
                    <a:pt x="5193165" y="396436"/>
                  </a:cubicBezTo>
                  <a:cubicBezTo>
                    <a:pt x="5155065" y="851212"/>
                    <a:pt x="2027055" y="737556"/>
                    <a:pt x="1173615" y="715966"/>
                  </a:cubicBezTo>
                  <a:cubicBezTo>
                    <a:pt x="320175" y="694376"/>
                    <a:pt x="-199255" y="646456"/>
                    <a:pt x="72525" y="266896"/>
                  </a:cubicBezTo>
                  <a:close/>
                </a:path>
              </a:pathLst>
            </a:custGeom>
            <a:solidFill>
              <a:srgbClr val="B0C0F4"/>
            </a:solidFill>
            <a:ln w="66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4" name="椭圆 3"/>
            <p:cNvSpPr/>
            <p:nvPr/>
          </p:nvSpPr>
          <p:spPr>
            <a:xfrm>
              <a:off x="1544273" y="1974450"/>
              <a:ext cx="616350" cy="616350"/>
            </a:xfrm>
            <a:prstGeom prst="ellipse">
              <a:avLst/>
            </a:prstGeom>
            <a:solidFill>
              <a:srgbClr val="6887EA"/>
            </a:solidFill>
            <a:ln w="66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2557990" y="2111161"/>
              <a:ext cx="269250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solidFill>
                    <a:schemeClr val="bg1"/>
                  </a:solidFill>
                </a:rPr>
                <a:t>单击此处添加标题文本</a:t>
              </a:r>
              <a:endParaRPr lang="zh-CN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601045" y="2050707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solidFill>
                    <a:schemeClr val="bg1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rPr>
                <a:t>02</a:t>
              </a:r>
              <a:endParaRPr lang="zh-CN" altLang="en-US" sz="2400" dirty="0">
                <a:solidFill>
                  <a:schemeClr val="bg1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</a:endParaRPr>
            </a:p>
          </p:txBody>
        </p:sp>
      </p:grpSp>
      <p:sp>
        <p:nvSpPr>
          <p:cNvPr id="165" name="文本框 164"/>
          <p:cNvSpPr txBox="1"/>
          <p:nvPr/>
        </p:nvSpPr>
        <p:spPr>
          <a:xfrm>
            <a:off x="916881" y="3234399"/>
            <a:ext cx="5730662" cy="1174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此处添加详细文本描述，建议与标题相关并符合整体语言风格，语言描述尽量简洁生动。尽量将每页幻灯片的字数控制在200字以内，据统计每页幻灯片的最好控制在5分钟之内。此处添加详细文本描述，建议与标题相关并符合整体语言风格，语言描述尽量简洁生动。</a:t>
            </a:r>
            <a:endParaRPr lang="zh-CN" altLang="en-US" sz="1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497555" y="249084"/>
            <a:ext cx="5196889" cy="616350"/>
            <a:chOff x="902835" y="1974450"/>
            <a:chExt cx="5196889" cy="616350"/>
          </a:xfrm>
        </p:grpSpPr>
        <p:sp>
          <p:nvSpPr>
            <p:cNvPr id="166" name="椭圆 2"/>
            <p:cNvSpPr/>
            <p:nvPr/>
          </p:nvSpPr>
          <p:spPr>
            <a:xfrm>
              <a:off x="902835" y="1974450"/>
              <a:ext cx="5196889" cy="597932"/>
            </a:xfrm>
            <a:custGeom>
              <a:avLst/>
              <a:gdLst>
                <a:gd name="connsiteX0" fmla="*/ 0 w 5082540"/>
                <a:gd name="connsiteY0" fmla="*/ 395730 h 791459"/>
                <a:gd name="connsiteX1" fmla="*/ 2541270 w 5082540"/>
                <a:gd name="connsiteY1" fmla="*/ 0 h 791459"/>
                <a:gd name="connsiteX2" fmla="*/ 5082540 w 5082540"/>
                <a:gd name="connsiteY2" fmla="*/ 395730 h 791459"/>
                <a:gd name="connsiteX3" fmla="*/ 2541270 w 5082540"/>
                <a:gd name="connsiteY3" fmla="*/ 791460 h 791459"/>
                <a:gd name="connsiteX4" fmla="*/ 0 w 5082540"/>
                <a:gd name="connsiteY4" fmla="*/ 395730 h 791459"/>
                <a:gd name="connsiteX0-1" fmla="*/ 145828 w 5228368"/>
                <a:gd name="connsiteY0-2" fmla="*/ 395730 h 715260"/>
                <a:gd name="connsiteX1-3" fmla="*/ 2687098 w 5228368"/>
                <a:gd name="connsiteY1-4" fmla="*/ 0 h 715260"/>
                <a:gd name="connsiteX2-5" fmla="*/ 5228368 w 5228368"/>
                <a:gd name="connsiteY2-6" fmla="*/ 395730 h 715260"/>
                <a:gd name="connsiteX3-7" fmla="*/ 1208818 w 5228368"/>
                <a:gd name="connsiteY3-8" fmla="*/ 715260 h 715260"/>
                <a:gd name="connsiteX4-9" fmla="*/ 145828 w 5228368"/>
                <a:gd name="connsiteY4-10" fmla="*/ 395730 h 715260"/>
                <a:gd name="connsiteX0-11" fmla="*/ 220894 w 5303434"/>
                <a:gd name="connsiteY0-12" fmla="*/ 334770 h 654300"/>
                <a:gd name="connsiteX1-13" fmla="*/ 3775624 w 5303434"/>
                <a:gd name="connsiteY1-14" fmla="*/ 0 h 654300"/>
                <a:gd name="connsiteX2-15" fmla="*/ 5303434 w 5303434"/>
                <a:gd name="connsiteY2-16" fmla="*/ 334770 h 654300"/>
                <a:gd name="connsiteX3-17" fmla="*/ 1283884 w 5303434"/>
                <a:gd name="connsiteY3-18" fmla="*/ 654300 h 654300"/>
                <a:gd name="connsiteX4-19" fmla="*/ 220894 w 5303434"/>
                <a:gd name="connsiteY4-20" fmla="*/ 334770 h 654300"/>
                <a:gd name="connsiteX0-21" fmla="*/ 131008 w 5213548"/>
                <a:gd name="connsiteY0-22" fmla="*/ 165594 h 664455"/>
                <a:gd name="connsiteX1-23" fmla="*/ 3685738 w 5213548"/>
                <a:gd name="connsiteY1-24" fmla="*/ 6084 h 664455"/>
                <a:gd name="connsiteX2-25" fmla="*/ 5213548 w 5213548"/>
                <a:gd name="connsiteY2-26" fmla="*/ 340854 h 664455"/>
                <a:gd name="connsiteX3-27" fmla="*/ 1193998 w 5213548"/>
                <a:gd name="connsiteY3-28" fmla="*/ 660384 h 664455"/>
                <a:gd name="connsiteX4-29" fmla="*/ 131008 w 5213548"/>
                <a:gd name="connsiteY4-30" fmla="*/ 165594 h 664455"/>
                <a:gd name="connsiteX0-31" fmla="*/ 106935 w 5189475"/>
                <a:gd name="connsiteY0-32" fmla="*/ 217356 h 716217"/>
                <a:gd name="connsiteX1-33" fmla="*/ 3661665 w 5189475"/>
                <a:gd name="connsiteY1-34" fmla="*/ 57846 h 716217"/>
                <a:gd name="connsiteX2-35" fmla="*/ 5189475 w 5189475"/>
                <a:gd name="connsiteY2-36" fmla="*/ 392616 h 716217"/>
                <a:gd name="connsiteX3-37" fmla="*/ 1169925 w 5189475"/>
                <a:gd name="connsiteY3-38" fmla="*/ 712146 h 716217"/>
                <a:gd name="connsiteX4-39" fmla="*/ 106935 w 5189475"/>
                <a:gd name="connsiteY4-40" fmla="*/ 217356 h 716217"/>
                <a:gd name="connsiteX0-41" fmla="*/ 106935 w 5189475"/>
                <a:gd name="connsiteY0-42" fmla="*/ 217356 h 743830"/>
                <a:gd name="connsiteX1-43" fmla="*/ 3661665 w 5189475"/>
                <a:gd name="connsiteY1-44" fmla="*/ 57846 h 743830"/>
                <a:gd name="connsiteX2-45" fmla="*/ 5189475 w 5189475"/>
                <a:gd name="connsiteY2-46" fmla="*/ 392616 h 743830"/>
                <a:gd name="connsiteX3-47" fmla="*/ 1169925 w 5189475"/>
                <a:gd name="connsiteY3-48" fmla="*/ 712146 h 743830"/>
                <a:gd name="connsiteX4-49" fmla="*/ 106935 w 5189475"/>
                <a:gd name="connsiteY4-50" fmla="*/ 217356 h 743830"/>
                <a:gd name="connsiteX0-51" fmla="*/ 106935 w 5194775"/>
                <a:gd name="connsiteY0-52" fmla="*/ 217356 h 743830"/>
                <a:gd name="connsiteX1-53" fmla="*/ 3661665 w 5194775"/>
                <a:gd name="connsiteY1-54" fmla="*/ 57846 h 743830"/>
                <a:gd name="connsiteX2-55" fmla="*/ 5189475 w 5194775"/>
                <a:gd name="connsiteY2-56" fmla="*/ 392616 h 743830"/>
                <a:gd name="connsiteX3-57" fmla="*/ 1169925 w 5194775"/>
                <a:gd name="connsiteY3-58" fmla="*/ 712146 h 743830"/>
                <a:gd name="connsiteX4-59" fmla="*/ 106935 w 5194775"/>
                <a:gd name="connsiteY4-60" fmla="*/ 217356 h 743830"/>
                <a:gd name="connsiteX0-61" fmla="*/ 107430 w 5193674"/>
                <a:gd name="connsiteY0-62" fmla="*/ 187556 h 714030"/>
                <a:gd name="connsiteX1-63" fmla="*/ 3304020 w 5193674"/>
                <a:gd name="connsiteY1-64" fmla="*/ 5186 h 714030"/>
                <a:gd name="connsiteX2-65" fmla="*/ 5189970 w 5193674"/>
                <a:gd name="connsiteY2-66" fmla="*/ 362816 h 714030"/>
                <a:gd name="connsiteX3-67" fmla="*/ 1170420 w 5193674"/>
                <a:gd name="connsiteY3-68" fmla="*/ 682346 h 714030"/>
                <a:gd name="connsiteX4-69" fmla="*/ 107430 w 5193674"/>
                <a:gd name="connsiteY4-70" fmla="*/ 187556 h 714030"/>
                <a:gd name="connsiteX0-71" fmla="*/ 89779 w 5176023"/>
                <a:gd name="connsiteY0-72" fmla="*/ 218381 h 744855"/>
                <a:gd name="connsiteX1-73" fmla="*/ 3286369 w 5176023"/>
                <a:gd name="connsiteY1-74" fmla="*/ 36011 h 744855"/>
                <a:gd name="connsiteX2-75" fmla="*/ 5172319 w 5176023"/>
                <a:gd name="connsiteY2-76" fmla="*/ 393641 h 744855"/>
                <a:gd name="connsiteX3-77" fmla="*/ 1152769 w 5176023"/>
                <a:gd name="connsiteY3-78" fmla="*/ 713171 h 744855"/>
                <a:gd name="connsiteX4-79" fmla="*/ 89779 w 5176023"/>
                <a:gd name="connsiteY4-80" fmla="*/ 218381 h 744855"/>
                <a:gd name="connsiteX0-81" fmla="*/ 86611 w 5210975"/>
                <a:gd name="connsiteY0-82" fmla="*/ 245965 h 723357"/>
                <a:gd name="connsiteX1-83" fmla="*/ 3321301 w 5210975"/>
                <a:gd name="connsiteY1-84" fmla="*/ 17875 h 723357"/>
                <a:gd name="connsiteX2-85" fmla="*/ 5207251 w 5210975"/>
                <a:gd name="connsiteY2-86" fmla="*/ 375505 h 723357"/>
                <a:gd name="connsiteX3-87" fmla="*/ 1187701 w 5210975"/>
                <a:gd name="connsiteY3-88" fmla="*/ 695035 h 723357"/>
                <a:gd name="connsiteX4-89" fmla="*/ 86611 w 5210975"/>
                <a:gd name="connsiteY4-90" fmla="*/ 245965 h 723357"/>
                <a:gd name="connsiteX0-91" fmla="*/ 43224 w 5167588"/>
                <a:gd name="connsiteY0-92" fmla="*/ 255515 h 732907"/>
                <a:gd name="connsiteX1-93" fmla="*/ 3277914 w 5167588"/>
                <a:gd name="connsiteY1-94" fmla="*/ 27425 h 732907"/>
                <a:gd name="connsiteX2-95" fmla="*/ 5163864 w 5167588"/>
                <a:gd name="connsiteY2-96" fmla="*/ 385055 h 732907"/>
                <a:gd name="connsiteX3-97" fmla="*/ 1144314 w 5167588"/>
                <a:gd name="connsiteY3-98" fmla="*/ 704585 h 732907"/>
                <a:gd name="connsiteX4-99" fmla="*/ 43224 w 5167588"/>
                <a:gd name="connsiteY4-100" fmla="*/ 255515 h 732907"/>
                <a:gd name="connsiteX0-101" fmla="*/ 28682 w 5153046"/>
                <a:gd name="connsiteY0-102" fmla="*/ 257665 h 735057"/>
                <a:gd name="connsiteX1-103" fmla="*/ 3263372 w 5153046"/>
                <a:gd name="connsiteY1-104" fmla="*/ 29575 h 735057"/>
                <a:gd name="connsiteX2-105" fmla="*/ 5149322 w 5153046"/>
                <a:gd name="connsiteY2-106" fmla="*/ 387205 h 735057"/>
                <a:gd name="connsiteX3-107" fmla="*/ 1129772 w 5153046"/>
                <a:gd name="connsiteY3-108" fmla="*/ 706735 h 735057"/>
                <a:gd name="connsiteX4-109" fmla="*/ 28682 w 5153046"/>
                <a:gd name="connsiteY4-110" fmla="*/ 257665 h 735057"/>
                <a:gd name="connsiteX0-111" fmla="*/ 45765 w 5170129"/>
                <a:gd name="connsiteY0-112" fmla="*/ 259882 h 737274"/>
                <a:gd name="connsiteX1-113" fmla="*/ 3280455 w 5170129"/>
                <a:gd name="connsiteY1-114" fmla="*/ 31792 h 737274"/>
                <a:gd name="connsiteX2-115" fmla="*/ 5166405 w 5170129"/>
                <a:gd name="connsiteY2-116" fmla="*/ 389422 h 737274"/>
                <a:gd name="connsiteX3-117" fmla="*/ 1146855 w 5170129"/>
                <a:gd name="connsiteY3-118" fmla="*/ 708952 h 737274"/>
                <a:gd name="connsiteX4-119" fmla="*/ 45765 w 5170129"/>
                <a:gd name="connsiteY4-120" fmla="*/ 259882 h 737274"/>
                <a:gd name="connsiteX0-121" fmla="*/ 72525 w 5196889"/>
                <a:gd name="connsiteY0-122" fmla="*/ 266896 h 744288"/>
                <a:gd name="connsiteX1-123" fmla="*/ 3307215 w 5196889"/>
                <a:gd name="connsiteY1-124" fmla="*/ 38806 h 744288"/>
                <a:gd name="connsiteX2-125" fmla="*/ 5193165 w 5196889"/>
                <a:gd name="connsiteY2-126" fmla="*/ 396436 h 744288"/>
                <a:gd name="connsiteX3-127" fmla="*/ 1173615 w 5196889"/>
                <a:gd name="connsiteY3-128" fmla="*/ 715966 h 744288"/>
                <a:gd name="connsiteX4-129" fmla="*/ 72525 w 5196889"/>
                <a:gd name="connsiteY4-130" fmla="*/ 266896 h 74428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5196889" h="744288">
                  <a:moveTo>
                    <a:pt x="72525" y="266896"/>
                  </a:moveTo>
                  <a:cubicBezTo>
                    <a:pt x="344305" y="-112664"/>
                    <a:pt x="2453775" y="17216"/>
                    <a:pt x="3307215" y="38806"/>
                  </a:cubicBezTo>
                  <a:cubicBezTo>
                    <a:pt x="4160655" y="60396"/>
                    <a:pt x="5269365" y="25480"/>
                    <a:pt x="5193165" y="396436"/>
                  </a:cubicBezTo>
                  <a:cubicBezTo>
                    <a:pt x="5155065" y="851212"/>
                    <a:pt x="2027055" y="737556"/>
                    <a:pt x="1173615" y="715966"/>
                  </a:cubicBezTo>
                  <a:cubicBezTo>
                    <a:pt x="320175" y="694376"/>
                    <a:pt x="-199255" y="646456"/>
                    <a:pt x="72525" y="266896"/>
                  </a:cubicBezTo>
                  <a:close/>
                </a:path>
              </a:pathLst>
            </a:custGeom>
            <a:solidFill>
              <a:srgbClr val="B0C0F4"/>
            </a:solidFill>
            <a:ln w="66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167" name="椭圆 166"/>
            <p:cNvSpPr/>
            <p:nvPr/>
          </p:nvSpPr>
          <p:spPr>
            <a:xfrm>
              <a:off x="1544273" y="1974450"/>
              <a:ext cx="616350" cy="616350"/>
            </a:xfrm>
            <a:prstGeom prst="ellipse">
              <a:avLst/>
            </a:prstGeom>
            <a:solidFill>
              <a:srgbClr val="6887EA"/>
            </a:solidFill>
            <a:ln w="66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168" name="文本框 167"/>
            <p:cNvSpPr txBox="1"/>
            <p:nvPr/>
          </p:nvSpPr>
          <p:spPr>
            <a:xfrm>
              <a:off x="2557990" y="2111161"/>
              <a:ext cx="269250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solidFill>
                    <a:schemeClr val="bg1"/>
                  </a:solidFill>
                </a:rPr>
                <a:t>单击此处添加标题文本</a:t>
              </a:r>
              <a:endParaRPr lang="zh-CN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169" name="文本框 168"/>
            <p:cNvSpPr txBox="1"/>
            <p:nvPr/>
          </p:nvSpPr>
          <p:spPr>
            <a:xfrm>
              <a:off x="1601045" y="2050707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solidFill>
                    <a:schemeClr val="bg1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rPr>
                <a:t>02</a:t>
              </a:r>
              <a:endParaRPr lang="zh-CN" altLang="en-US" sz="2400" dirty="0">
                <a:solidFill>
                  <a:schemeClr val="bg1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</a:endParaRPr>
            </a:p>
          </p:txBody>
        </p:sp>
      </p:grpSp>
      <p:cxnSp>
        <p:nvCxnSpPr>
          <p:cNvPr id="3" name="直接箭头连接符 2" descr="D:\51PPT模板网\51pptmoban.com\图片.jpg"/>
          <p:cNvCxnSpPr/>
          <p:nvPr/>
        </p:nvCxnSpPr>
        <p:spPr>
          <a:xfrm>
            <a:off x="4560676" y="3661229"/>
            <a:ext cx="389334" cy="0"/>
          </a:xfrm>
          <a:prstGeom prst="straightConnector1">
            <a:avLst/>
          </a:prstGeom>
          <a:ln>
            <a:solidFill>
              <a:schemeClr val="bg2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箭头连接符 3"/>
          <p:cNvCxnSpPr/>
          <p:nvPr/>
        </p:nvCxnSpPr>
        <p:spPr>
          <a:xfrm>
            <a:off x="5634148" y="3661229"/>
            <a:ext cx="389335" cy="0"/>
          </a:xfrm>
          <a:prstGeom prst="straightConnector1">
            <a:avLst/>
          </a:prstGeom>
          <a:ln>
            <a:solidFill>
              <a:schemeClr val="bg2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箭头连接符 4"/>
          <p:cNvCxnSpPr/>
          <p:nvPr/>
        </p:nvCxnSpPr>
        <p:spPr>
          <a:xfrm flipV="1">
            <a:off x="4420183" y="2909869"/>
            <a:ext cx="406003" cy="284560"/>
          </a:xfrm>
          <a:prstGeom prst="straightConnector1">
            <a:avLst/>
          </a:prstGeom>
          <a:ln>
            <a:solidFill>
              <a:schemeClr val="bg2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5"/>
          <p:cNvCxnSpPr/>
          <p:nvPr/>
        </p:nvCxnSpPr>
        <p:spPr>
          <a:xfrm>
            <a:off x="4391558" y="4128029"/>
            <a:ext cx="401241" cy="310753"/>
          </a:xfrm>
          <a:prstGeom prst="straightConnector1">
            <a:avLst/>
          </a:prstGeom>
          <a:ln>
            <a:solidFill>
              <a:schemeClr val="bg2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/>
          <p:cNvGrpSpPr/>
          <p:nvPr/>
        </p:nvGrpSpPr>
        <p:grpSpPr>
          <a:xfrm>
            <a:off x="2933753" y="2818216"/>
            <a:ext cx="1679972" cy="1679972"/>
            <a:chOff x="952500" y="1929330"/>
            <a:chExt cx="1679972" cy="1679972"/>
          </a:xfrm>
          <a:gradFill>
            <a:gsLst>
              <a:gs pos="0">
                <a:srgbClr val="4EE4D2"/>
              </a:gs>
              <a:gs pos="100000">
                <a:srgbClr val="006382"/>
              </a:gs>
            </a:gsLst>
            <a:lin ang="18900000" scaled="0"/>
          </a:gradFill>
          <a:effectLst/>
        </p:grpSpPr>
        <p:sp>
          <p:nvSpPr>
            <p:cNvPr id="8" name="椭圆 7"/>
            <p:cNvSpPr/>
            <p:nvPr/>
          </p:nvSpPr>
          <p:spPr bwMode="auto">
            <a:xfrm>
              <a:off x="952500" y="1929330"/>
              <a:ext cx="1679972" cy="1679972"/>
            </a:xfrm>
            <a:prstGeom prst="ellipse">
              <a:avLst/>
            </a:prstGeom>
            <a:solidFill>
              <a:srgbClr val="6887EA"/>
            </a:solidFill>
            <a:ln w="66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" name="矩形 1"/>
            <p:cNvSpPr>
              <a:spLocks noChangeArrowheads="1"/>
            </p:cNvSpPr>
            <p:nvPr/>
          </p:nvSpPr>
          <p:spPr bwMode="auto">
            <a:xfrm>
              <a:off x="1356257" y="2353818"/>
              <a:ext cx="872458" cy="830997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zh-CN" altLang="en-US" sz="2400" b="1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添加标题</a:t>
              </a:r>
              <a:endParaRPr lang="zh-CN" altLang="en-US" sz="2400" b="1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4789938" y="1794873"/>
            <a:ext cx="1157288" cy="1157288"/>
            <a:chOff x="2808685" y="905987"/>
            <a:chExt cx="1157288" cy="1157288"/>
          </a:xfrm>
          <a:gradFill>
            <a:gsLst>
              <a:gs pos="0">
                <a:srgbClr val="4EE4D2"/>
              </a:gs>
              <a:gs pos="100000">
                <a:srgbClr val="006382"/>
              </a:gs>
            </a:gsLst>
            <a:lin ang="18900000" scaled="0"/>
          </a:gradFill>
          <a:effectLst/>
        </p:grpSpPr>
        <p:sp>
          <p:nvSpPr>
            <p:cNvPr id="11" name="椭圆 10"/>
            <p:cNvSpPr/>
            <p:nvPr/>
          </p:nvSpPr>
          <p:spPr bwMode="auto">
            <a:xfrm>
              <a:off x="2808685" y="905987"/>
              <a:ext cx="1157288" cy="1157288"/>
            </a:xfrm>
            <a:prstGeom prst="ellipse">
              <a:avLst/>
            </a:prstGeom>
            <a:solidFill>
              <a:srgbClr val="B0C0F4"/>
            </a:solidFill>
            <a:ln w="66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12" name="矩形 1"/>
            <p:cNvSpPr>
              <a:spLocks noChangeArrowheads="1"/>
            </p:cNvSpPr>
            <p:nvPr/>
          </p:nvSpPr>
          <p:spPr bwMode="auto">
            <a:xfrm>
              <a:off x="3103537" y="1253799"/>
              <a:ext cx="567584" cy="46166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zh-CN" altLang="en-US" sz="1200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添加标题</a:t>
              </a:r>
              <a:endParaRPr lang="zh-CN" altLang="en-US" sz="12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5003060" y="3292680"/>
            <a:ext cx="731044" cy="731044"/>
            <a:chOff x="3021807" y="2403794"/>
            <a:chExt cx="731044" cy="731044"/>
          </a:xfrm>
          <a:gradFill>
            <a:gsLst>
              <a:gs pos="0">
                <a:srgbClr val="4EE4D2"/>
              </a:gs>
              <a:gs pos="100000">
                <a:srgbClr val="006382"/>
              </a:gs>
            </a:gsLst>
            <a:lin ang="18900000" scaled="0"/>
          </a:gradFill>
          <a:effectLst/>
        </p:grpSpPr>
        <p:sp>
          <p:nvSpPr>
            <p:cNvPr id="14" name="椭圆 13"/>
            <p:cNvSpPr/>
            <p:nvPr/>
          </p:nvSpPr>
          <p:spPr bwMode="auto">
            <a:xfrm>
              <a:off x="3021807" y="2403794"/>
              <a:ext cx="731044" cy="731044"/>
            </a:xfrm>
            <a:prstGeom prst="ellipse">
              <a:avLst/>
            </a:prstGeom>
            <a:solidFill>
              <a:srgbClr val="6887EA"/>
            </a:solidFill>
            <a:ln w="66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5" name="矩形 1"/>
            <p:cNvSpPr>
              <a:spLocks noChangeArrowheads="1"/>
            </p:cNvSpPr>
            <p:nvPr/>
          </p:nvSpPr>
          <p:spPr bwMode="auto">
            <a:xfrm>
              <a:off x="3113062" y="2538484"/>
              <a:ext cx="567584" cy="46166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zh-CN" altLang="en-US" sz="1200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添加标题</a:t>
              </a:r>
              <a:endParaRPr lang="zh-CN" altLang="en-US" sz="12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16" name="椭圆 15"/>
          <p:cNvSpPr/>
          <p:nvPr/>
        </p:nvSpPr>
        <p:spPr bwMode="auto">
          <a:xfrm>
            <a:off x="6124628" y="3292680"/>
            <a:ext cx="729854" cy="731044"/>
          </a:xfrm>
          <a:prstGeom prst="ellipse">
            <a:avLst/>
          </a:prstGeom>
          <a:solidFill>
            <a:srgbClr val="6887EA"/>
          </a:solidFill>
          <a:ln w="663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17" name="矩形 1"/>
          <p:cNvSpPr>
            <a:spLocks noChangeArrowheads="1"/>
          </p:cNvSpPr>
          <p:nvPr/>
        </p:nvSpPr>
        <p:spPr bwMode="auto">
          <a:xfrm>
            <a:off x="6215288" y="3427370"/>
            <a:ext cx="56758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</a:pPr>
            <a:r>
              <a:rPr lang="zh-CN" altLang="en-US" sz="12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添加标题</a:t>
            </a:r>
            <a:endParaRPr lang="zh-CN" altLang="en-US" sz="12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4789938" y="4364242"/>
            <a:ext cx="1157288" cy="1157288"/>
            <a:chOff x="2808685" y="3475356"/>
            <a:chExt cx="1157288" cy="1157288"/>
          </a:xfrm>
          <a:gradFill>
            <a:gsLst>
              <a:gs pos="0">
                <a:srgbClr val="4EE4D2"/>
              </a:gs>
              <a:gs pos="100000">
                <a:srgbClr val="006382"/>
              </a:gs>
            </a:gsLst>
            <a:lin ang="18900000" scaled="0"/>
          </a:gradFill>
        </p:grpSpPr>
        <p:sp>
          <p:nvSpPr>
            <p:cNvPr id="19" name="椭圆 18"/>
            <p:cNvSpPr/>
            <p:nvPr/>
          </p:nvSpPr>
          <p:spPr bwMode="auto">
            <a:xfrm>
              <a:off x="2808685" y="3475356"/>
              <a:ext cx="1157288" cy="1157288"/>
            </a:xfrm>
            <a:prstGeom prst="ellipse">
              <a:avLst/>
            </a:prstGeom>
            <a:solidFill>
              <a:srgbClr val="B0C0F4"/>
            </a:solidFill>
            <a:ln w="66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20" name="矩形 1"/>
            <p:cNvSpPr>
              <a:spLocks noChangeArrowheads="1"/>
            </p:cNvSpPr>
            <p:nvPr/>
          </p:nvSpPr>
          <p:spPr bwMode="auto">
            <a:xfrm>
              <a:off x="3103537" y="3823168"/>
              <a:ext cx="567584" cy="46166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zh-CN" altLang="en-US" sz="1200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添加标题</a:t>
              </a:r>
              <a:endParaRPr lang="zh-CN" altLang="en-US" sz="12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6023483" y="1965256"/>
            <a:ext cx="2966425" cy="816522"/>
            <a:chOff x="283598" y="1906534"/>
            <a:chExt cx="2966425" cy="816522"/>
          </a:xfrm>
        </p:grpSpPr>
        <p:sp>
          <p:nvSpPr>
            <p:cNvPr id="22" name="文本框 21"/>
            <p:cNvSpPr txBox="1"/>
            <p:nvPr/>
          </p:nvSpPr>
          <p:spPr>
            <a:xfrm>
              <a:off x="283598" y="2190603"/>
              <a:ext cx="2966425" cy="5324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000" dirty="0">
                  <a:solidFill>
                    <a:schemeClr val="tx1"/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sz="1000" dirty="0">
                  <a:solidFill>
                    <a:schemeClr val="tx1"/>
                  </a:solidFill>
                  <a:sym typeface="HarmonyOS Sans SC Light" panose="00000400000000000000" pitchFamily="2" charset="-122"/>
                </a:rPr>
                <a:t>... ...</a:t>
              </a:r>
              <a:endParaRPr lang="en-US" altLang="zh-CN" sz="1000" dirty="0">
                <a:solidFill>
                  <a:schemeClr val="tx1"/>
                </a:solidFill>
                <a:sym typeface="HarmonyOS Sans SC Light" panose="00000400000000000000" pitchFamily="2" charset="-122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283599" y="1906534"/>
              <a:ext cx="22355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chemeClr val="tx1"/>
                  </a:solidFill>
                  <a:sym typeface="HarmonyOS Sans SC Light" panose="00000400000000000000" pitchFamily="2" charset="-122"/>
                </a:rPr>
                <a:t>添加标题文本</a:t>
              </a:r>
              <a:endParaRPr lang="zh-CN" altLang="en-US" dirty="0">
                <a:solidFill>
                  <a:schemeClr val="tx1"/>
                </a:solidFill>
                <a:sym typeface="HarmonyOS Sans SC Light" panose="00000400000000000000" pitchFamily="2" charset="-122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6023483" y="4534625"/>
            <a:ext cx="2966425" cy="816522"/>
            <a:chOff x="283598" y="1906534"/>
            <a:chExt cx="2966425" cy="816522"/>
          </a:xfrm>
        </p:grpSpPr>
        <p:sp>
          <p:nvSpPr>
            <p:cNvPr id="25" name="文本框 24"/>
            <p:cNvSpPr txBox="1"/>
            <p:nvPr/>
          </p:nvSpPr>
          <p:spPr>
            <a:xfrm>
              <a:off x="283598" y="2190603"/>
              <a:ext cx="2966425" cy="5324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000" dirty="0">
                  <a:solidFill>
                    <a:schemeClr val="tx1"/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sz="1000" dirty="0">
                  <a:solidFill>
                    <a:schemeClr val="tx1"/>
                  </a:solidFill>
                  <a:sym typeface="HarmonyOS Sans SC Light" panose="00000400000000000000" pitchFamily="2" charset="-122"/>
                </a:rPr>
                <a:t>... ...</a:t>
              </a:r>
              <a:endParaRPr lang="en-US" altLang="zh-CN" sz="1000" dirty="0">
                <a:solidFill>
                  <a:schemeClr val="tx1"/>
                </a:solidFill>
                <a:sym typeface="HarmonyOS Sans SC Light" panose="00000400000000000000" pitchFamily="2" charset="-122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283599" y="1906534"/>
              <a:ext cx="22355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chemeClr val="tx1"/>
                  </a:solidFill>
                  <a:sym typeface="HarmonyOS Sans SC Light" panose="00000400000000000000" pitchFamily="2" charset="-122"/>
                </a:rPr>
                <a:t>添加标题文本</a:t>
              </a:r>
              <a:endParaRPr lang="zh-CN" altLang="en-US" dirty="0">
                <a:solidFill>
                  <a:schemeClr val="tx1"/>
                </a:solidFill>
                <a:sym typeface="HarmonyOS Sans SC Light" panose="00000400000000000000" pitchFamily="2" charset="-122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6955627" y="3220157"/>
            <a:ext cx="2966425" cy="816522"/>
            <a:chOff x="283598" y="1906534"/>
            <a:chExt cx="2966425" cy="816522"/>
          </a:xfrm>
        </p:grpSpPr>
        <p:sp>
          <p:nvSpPr>
            <p:cNvPr id="28" name="文本框 27"/>
            <p:cNvSpPr txBox="1"/>
            <p:nvPr/>
          </p:nvSpPr>
          <p:spPr>
            <a:xfrm>
              <a:off x="283598" y="2190603"/>
              <a:ext cx="2966425" cy="5324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000" dirty="0">
                  <a:solidFill>
                    <a:schemeClr val="tx1"/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sz="1000" dirty="0">
                  <a:solidFill>
                    <a:schemeClr val="tx1"/>
                  </a:solidFill>
                  <a:sym typeface="HarmonyOS Sans SC Light" panose="00000400000000000000" pitchFamily="2" charset="-122"/>
                </a:rPr>
                <a:t>... ...</a:t>
              </a:r>
              <a:endParaRPr lang="en-US" altLang="zh-CN" sz="1000" dirty="0">
                <a:solidFill>
                  <a:schemeClr val="tx1"/>
                </a:solidFill>
                <a:sym typeface="HarmonyOS Sans SC Light" panose="00000400000000000000" pitchFamily="2" charset="-122"/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283599" y="1906534"/>
              <a:ext cx="22355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chemeClr val="tx1"/>
                  </a:solidFill>
                  <a:sym typeface="HarmonyOS Sans SC Light" panose="00000400000000000000" pitchFamily="2" charset="-122"/>
                </a:rPr>
                <a:t>添加标题文本</a:t>
              </a:r>
              <a:endParaRPr lang="zh-CN" altLang="en-US" dirty="0">
                <a:solidFill>
                  <a:schemeClr val="tx1"/>
                </a:solidFill>
                <a:sym typeface="HarmonyOS Sans SC Light" panose="00000400000000000000" pitchFamily="2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497555" y="249084"/>
            <a:ext cx="5196889" cy="616350"/>
            <a:chOff x="902835" y="1974450"/>
            <a:chExt cx="5196889" cy="616350"/>
          </a:xfrm>
        </p:grpSpPr>
        <p:sp>
          <p:nvSpPr>
            <p:cNvPr id="166" name="椭圆 2"/>
            <p:cNvSpPr/>
            <p:nvPr/>
          </p:nvSpPr>
          <p:spPr>
            <a:xfrm>
              <a:off x="902835" y="1974450"/>
              <a:ext cx="5196889" cy="597932"/>
            </a:xfrm>
            <a:custGeom>
              <a:avLst/>
              <a:gdLst>
                <a:gd name="connsiteX0" fmla="*/ 0 w 5082540"/>
                <a:gd name="connsiteY0" fmla="*/ 395730 h 791459"/>
                <a:gd name="connsiteX1" fmla="*/ 2541270 w 5082540"/>
                <a:gd name="connsiteY1" fmla="*/ 0 h 791459"/>
                <a:gd name="connsiteX2" fmla="*/ 5082540 w 5082540"/>
                <a:gd name="connsiteY2" fmla="*/ 395730 h 791459"/>
                <a:gd name="connsiteX3" fmla="*/ 2541270 w 5082540"/>
                <a:gd name="connsiteY3" fmla="*/ 791460 h 791459"/>
                <a:gd name="connsiteX4" fmla="*/ 0 w 5082540"/>
                <a:gd name="connsiteY4" fmla="*/ 395730 h 791459"/>
                <a:gd name="connsiteX0-1" fmla="*/ 145828 w 5228368"/>
                <a:gd name="connsiteY0-2" fmla="*/ 395730 h 715260"/>
                <a:gd name="connsiteX1-3" fmla="*/ 2687098 w 5228368"/>
                <a:gd name="connsiteY1-4" fmla="*/ 0 h 715260"/>
                <a:gd name="connsiteX2-5" fmla="*/ 5228368 w 5228368"/>
                <a:gd name="connsiteY2-6" fmla="*/ 395730 h 715260"/>
                <a:gd name="connsiteX3-7" fmla="*/ 1208818 w 5228368"/>
                <a:gd name="connsiteY3-8" fmla="*/ 715260 h 715260"/>
                <a:gd name="connsiteX4-9" fmla="*/ 145828 w 5228368"/>
                <a:gd name="connsiteY4-10" fmla="*/ 395730 h 715260"/>
                <a:gd name="connsiteX0-11" fmla="*/ 220894 w 5303434"/>
                <a:gd name="connsiteY0-12" fmla="*/ 334770 h 654300"/>
                <a:gd name="connsiteX1-13" fmla="*/ 3775624 w 5303434"/>
                <a:gd name="connsiteY1-14" fmla="*/ 0 h 654300"/>
                <a:gd name="connsiteX2-15" fmla="*/ 5303434 w 5303434"/>
                <a:gd name="connsiteY2-16" fmla="*/ 334770 h 654300"/>
                <a:gd name="connsiteX3-17" fmla="*/ 1283884 w 5303434"/>
                <a:gd name="connsiteY3-18" fmla="*/ 654300 h 654300"/>
                <a:gd name="connsiteX4-19" fmla="*/ 220894 w 5303434"/>
                <a:gd name="connsiteY4-20" fmla="*/ 334770 h 654300"/>
                <a:gd name="connsiteX0-21" fmla="*/ 131008 w 5213548"/>
                <a:gd name="connsiteY0-22" fmla="*/ 165594 h 664455"/>
                <a:gd name="connsiteX1-23" fmla="*/ 3685738 w 5213548"/>
                <a:gd name="connsiteY1-24" fmla="*/ 6084 h 664455"/>
                <a:gd name="connsiteX2-25" fmla="*/ 5213548 w 5213548"/>
                <a:gd name="connsiteY2-26" fmla="*/ 340854 h 664455"/>
                <a:gd name="connsiteX3-27" fmla="*/ 1193998 w 5213548"/>
                <a:gd name="connsiteY3-28" fmla="*/ 660384 h 664455"/>
                <a:gd name="connsiteX4-29" fmla="*/ 131008 w 5213548"/>
                <a:gd name="connsiteY4-30" fmla="*/ 165594 h 664455"/>
                <a:gd name="connsiteX0-31" fmla="*/ 106935 w 5189475"/>
                <a:gd name="connsiteY0-32" fmla="*/ 217356 h 716217"/>
                <a:gd name="connsiteX1-33" fmla="*/ 3661665 w 5189475"/>
                <a:gd name="connsiteY1-34" fmla="*/ 57846 h 716217"/>
                <a:gd name="connsiteX2-35" fmla="*/ 5189475 w 5189475"/>
                <a:gd name="connsiteY2-36" fmla="*/ 392616 h 716217"/>
                <a:gd name="connsiteX3-37" fmla="*/ 1169925 w 5189475"/>
                <a:gd name="connsiteY3-38" fmla="*/ 712146 h 716217"/>
                <a:gd name="connsiteX4-39" fmla="*/ 106935 w 5189475"/>
                <a:gd name="connsiteY4-40" fmla="*/ 217356 h 716217"/>
                <a:gd name="connsiteX0-41" fmla="*/ 106935 w 5189475"/>
                <a:gd name="connsiteY0-42" fmla="*/ 217356 h 743830"/>
                <a:gd name="connsiteX1-43" fmla="*/ 3661665 w 5189475"/>
                <a:gd name="connsiteY1-44" fmla="*/ 57846 h 743830"/>
                <a:gd name="connsiteX2-45" fmla="*/ 5189475 w 5189475"/>
                <a:gd name="connsiteY2-46" fmla="*/ 392616 h 743830"/>
                <a:gd name="connsiteX3-47" fmla="*/ 1169925 w 5189475"/>
                <a:gd name="connsiteY3-48" fmla="*/ 712146 h 743830"/>
                <a:gd name="connsiteX4-49" fmla="*/ 106935 w 5189475"/>
                <a:gd name="connsiteY4-50" fmla="*/ 217356 h 743830"/>
                <a:gd name="connsiteX0-51" fmla="*/ 106935 w 5194775"/>
                <a:gd name="connsiteY0-52" fmla="*/ 217356 h 743830"/>
                <a:gd name="connsiteX1-53" fmla="*/ 3661665 w 5194775"/>
                <a:gd name="connsiteY1-54" fmla="*/ 57846 h 743830"/>
                <a:gd name="connsiteX2-55" fmla="*/ 5189475 w 5194775"/>
                <a:gd name="connsiteY2-56" fmla="*/ 392616 h 743830"/>
                <a:gd name="connsiteX3-57" fmla="*/ 1169925 w 5194775"/>
                <a:gd name="connsiteY3-58" fmla="*/ 712146 h 743830"/>
                <a:gd name="connsiteX4-59" fmla="*/ 106935 w 5194775"/>
                <a:gd name="connsiteY4-60" fmla="*/ 217356 h 743830"/>
                <a:gd name="connsiteX0-61" fmla="*/ 107430 w 5193674"/>
                <a:gd name="connsiteY0-62" fmla="*/ 187556 h 714030"/>
                <a:gd name="connsiteX1-63" fmla="*/ 3304020 w 5193674"/>
                <a:gd name="connsiteY1-64" fmla="*/ 5186 h 714030"/>
                <a:gd name="connsiteX2-65" fmla="*/ 5189970 w 5193674"/>
                <a:gd name="connsiteY2-66" fmla="*/ 362816 h 714030"/>
                <a:gd name="connsiteX3-67" fmla="*/ 1170420 w 5193674"/>
                <a:gd name="connsiteY3-68" fmla="*/ 682346 h 714030"/>
                <a:gd name="connsiteX4-69" fmla="*/ 107430 w 5193674"/>
                <a:gd name="connsiteY4-70" fmla="*/ 187556 h 714030"/>
                <a:gd name="connsiteX0-71" fmla="*/ 89779 w 5176023"/>
                <a:gd name="connsiteY0-72" fmla="*/ 218381 h 744855"/>
                <a:gd name="connsiteX1-73" fmla="*/ 3286369 w 5176023"/>
                <a:gd name="connsiteY1-74" fmla="*/ 36011 h 744855"/>
                <a:gd name="connsiteX2-75" fmla="*/ 5172319 w 5176023"/>
                <a:gd name="connsiteY2-76" fmla="*/ 393641 h 744855"/>
                <a:gd name="connsiteX3-77" fmla="*/ 1152769 w 5176023"/>
                <a:gd name="connsiteY3-78" fmla="*/ 713171 h 744855"/>
                <a:gd name="connsiteX4-79" fmla="*/ 89779 w 5176023"/>
                <a:gd name="connsiteY4-80" fmla="*/ 218381 h 744855"/>
                <a:gd name="connsiteX0-81" fmla="*/ 86611 w 5210975"/>
                <a:gd name="connsiteY0-82" fmla="*/ 245965 h 723357"/>
                <a:gd name="connsiteX1-83" fmla="*/ 3321301 w 5210975"/>
                <a:gd name="connsiteY1-84" fmla="*/ 17875 h 723357"/>
                <a:gd name="connsiteX2-85" fmla="*/ 5207251 w 5210975"/>
                <a:gd name="connsiteY2-86" fmla="*/ 375505 h 723357"/>
                <a:gd name="connsiteX3-87" fmla="*/ 1187701 w 5210975"/>
                <a:gd name="connsiteY3-88" fmla="*/ 695035 h 723357"/>
                <a:gd name="connsiteX4-89" fmla="*/ 86611 w 5210975"/>
                <a:gd name="connsiteY4-90" fmla="*/ 245965 h 723357"/>
                <a:gd name="connsiteX0-91" fmla="*/ 43224 w 5167588"/>
                <a:gd name="connsiteY0-92" fmla="*/ 255515 h 732907"/>
                <a:gd name="connsiteX1-93" fmla="*/ 3277914 w 5167588"/>
                <a:gd name="connsiteY1-94" fmla="*/ 27425 h 732907"/>
                <a:gd name="connsiteX2-95" fmla="*/ 5163864 w 5167588"/>
                <a:gd name="connsiteY2-96" fmla="*/ 385055 h 732907"/>
                <a:gd name="connsiteX3-97" fmla="*/ 1144314 w 5167588"/>
                <a:gd name="connsiteY3-98" fmla="*/ 704585 h 732907"/>
                <a:gd name="connsiteX4-99" fmla="*/ 43224 w 5167588"/>
                <a:gd name="connsiteY4-100" fmla="*/ 255515 h 732907"/>
                <a:gd name="connsiteX0-101" fmla="*/ 28682 w 5153046"/>
                <a:gd name="connsiteY0-102" fmla="*/ 257665 h 735057"/>
                <a:gd name="connsiteX1-103" fmla="*/ 3263372 w 5153046"/>
                <a:gd name="connsiteY1-104" fmla="*/ 29575 h 735057"/>
                <a:gd name="connsiteX2-105" fmla="*/ 5149322 w 5153046"/>
                <a:gd name="connsiteY2-106" fmla="*/ 387205 h 735057"/>
                <a:gd name="connsiteX3-107" fmla="*/ 1129772 w 5153046"/>
                <a:gd name="connsiteY3-108" fmla="*/ 706735 h 735057"/>
                <a:gd name="connsiteX4-109" fmla="*/ 28682 w 5153046"/>
                <a:gd name="connsiteY4-110" fmla="*/ 257665 h 735057"/>
                <a:gd name="connsiteX0-111" fmla="*/ 45765 w 5170129"/>
                <a:gd name="connsiteY0-112" fmla="*/ 259882 h 737274"/>
                <a:gd name="connsiteX1-113" fmla="*/ 3280455 w 5170129"/>
                <a:gd name="connsiteY1-114" fmla="*/ 31792 h 737274"/>
                <a:gd name="connsiteX2-115" fmla="*/ 5166405 w 5170129"/>
                <a:gd name="connsiteY2-116" fmla="*/ 389422 h 737274"/>
                <a:gd name="connsiteX3-117" fmla="*/ 1146855 w 5170129"/>
                <a:gd name="connsiteY3-118" fmla="*/ 708952 h 737274"/>
                <a:gd name="connsiteX4-119" fmla="*/ 45765 w 5170129"/>
                <a:gd name="connsiteY4-120" fmla="*/ 259882 h 737274"/>
                <a:gd name="connsiteX0-121" fmla="*/ 72525 w 5196889"/>
                <a:gd name="connsiteY0-122" fmla="*/ 266896 h 744288"/>
                <a:gd name="connsiteX1-123" fmla="*/ 3307215 w 5196889"/>
                <a:gd name="connsiteY1-124" fmla="*/ 38806 h 744288"/>
                <a:gd name="connsiteX2-125" fmla="*/ 5193165 w 5196889"/>
                <a:gd name="connsiteY2-126" fmla="*/ 396436 h 744288"/>
                <a:gd name="connsiteX3-127" fmla="*/ 1173615 w 5196889"/>
                <a:gd name="connsiteY3-128" fmla="*/ 715966 h 744288"/>
                <a:gd name="connsiteX4-129" fmla="*/ 72525 w 5196889"/>
                <a:gd name="connsiteY4-130" fmla="*/ 266896 h 74428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5196889" h="744288">
                  <a:moveTo>
                    <a:pt x="72525" y="266896"/>
                  </a:moveTo>
                  <a:cubicBezTo>
                    <a:pt x="344305" y="-112664"/>
                    <a:pt x="2453775" y="17216"/>
                    <a:pt x="3307215" y="38806"/>
                  </a:cubicBezTo>
                  <a:cubicBezTo>
                    <a:pt x="4160655" y="60396"/>
                    <a:pt x="5269365" y="25480"/>
                    <a:pt x="5193165" y="396436"/>
                  </a:cubicBezTo>
                  <a:cubicBezTo>
                    <a:pt x="5155065" y="851212"/>
                    <a:pt x="2027055" y="737556"/>
                    <a:pt x="1173615" y="715966"/>
                  </a:cubicBezTo>
                  <a:cubicBezTo>
                    <a:pt x="320175" y="694376"/>
                    <a:pt x="-199255" y="646456"/>
                    <a:pt x="72525" y="266896"/>
                  </a:cubicBezTo>
                  <a:close/>
                </a:path>
              </a:pathLst>
            </a:custGeom>
            <a:solidFill>
              <a:srgbClr val="B0C0F4"/>
            </a:solidFill>
            <a:ln w="66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167" name="椭圆 166"/>
            <p:cNvSpPr/>
            <p:nvPr/>
          </p:nvSpPr>
          <p:spPr>
            <a:xfrm>
              <a:off x="1544273" y="1974450"/>
              <a:ext cx="616350" cy="616350"/>
            </a:xfrm>
            <a:prstGeom prst="ellipse">
              <a:avLst/>
            </a:prstGeom>
            <a:solidFill>
              <a:srgbClr val="6887EA"/>
            </a:solidFill>
            <a:ln w="66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168" name="文本框 167"/>
            <p:cNvSpPr txBox="1"/>
            <p:nvPr/>
          </p:nvSpPr>
          <p:spPr>
            <a:xfrm>
              <a:off x="2557990" y="2111161"/>
              <a:ext cx="269250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solidFill>
                    <a:schemeClr val="bg1"/>
                  </a:solidFill>
                </a:rPr>
                <a:t>单击此处添加标题文本</a:t>
              </a:r>
              <a:endParaRPr lang="zh-CN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169" name="文本框 168"/>
            <p:cNvSpPr txBox="1"/>
            <p:nvPr/>
          </p:nvSpPr>
          <p:spPr>
            <a:xfrm>
              <a:off x="1601045" y="2050707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solidFill>
                    <a:schemeClr val="bg1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rPr>
                <a:t>02</a:t>
              </a:r>
              <a:endParaRPr lang="zh-CN" altLang="en-US" sz="2400" dirty="0">
                <a:solidFill>
                  <a:schemeClr val="bg1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</a:endParaRPr>
            </a:p>
          </p:txBody>
        </p:sp>
      </p:grpSp>
      <p:sp>
        <p:nvSpPr>
          <p:cNvPr id="27" name="任意多边形: 形状 26" descr="D:\51PPT模板网\51pptmoban.com\图片.jpg"/>
          <p:cNvSpPr/>
          <p:nvPr/>
        </p:nvSpPr>
        <p:spPr>
          <a:xfrm>
            <a:off x="4331908" y="1883638"/>
            <a:ext cx="3528185" cy="3526151"/>
          </a:xfrm>
          <a:custGeom>
            <a:avLst/>
            <a:gdLst>
              <a:gd name="connsiteX0" fmla="*/ 975803 w 3529462"/>
              <a:gd name="connsiteY0" fmla="*/ 372698 h 3527426"/>
              <a:gd name="connsiteX1" fmla="*/ 372699 w 3529462"/>
              <a:gd name="connsiteY1" fmla="*/ 975802 h 3527426"/>
              <a:gd name="connsiteX2" fmla="*/ 854256 w 3529462"/>
              <a:gd name="connsiteY2" fmla="*/ 1566653 h 3527426"/>
              <a:gd name="connsiteX3" fmla="*/ 960508 w 3529462"/>
              <a:gd name="connsiteY3" fmla="*/ 1577364 h 3527426"/>
              <a:gd name="connsiteX4" fmla="*/ 975803 w 3529462"/>
              <a:gd name="connsiteY4" fmla="*/ 1575822 h 3527426"/>
              <a:gd name="connsiteX5" fmla="*/ 975803 w 3529462"/>
              <a:gd name="connsiteY5" fmla="*/ 1578906 h 3527426"/>
              <a:gd name="connsiteX6" fmla="*/ 975803 w 3529462"/>
              <a:gd name="connsiteY6" fmla="*/ 1948520 h 3527426"/>
              <a:gd name="connsiteX7" fmla="*/ 975803 w 3529462"/>
              <a:gd name="connsiteY7" fmla="*/ 1951604 h 3527426"/>
              <a:gd name="connsiteX8" fmla="*/ 960506 w 3529462"/>
              <a:gd name="connsiteY8" fmla="*/ 1950062 h 3527426"/>
              <a:gd name="connsiteX9" fmla="*/ 854256 w 3529462"/>
              <a:gd name="connsiteY9" fmla="*/ 1960773 h 3527426"/>
              <a:gd name="connsiteX10" fmla="*/ 372699 w 3529462"/>
              <a:gd name="connsiteY10" fmla="*/ 2551624 h 3527426"/>
              <a:gd name="connsiteX11" fmla="*/ 975803 w 3529462"/>
              <a:gd name="connsiteY11" fmla="*/ 3154728 h 3527426"/>
              <a:gd name="connsiteX12" fmla="*/ 1566654 w 3529462"/>
              <a:gd name="connsiteY12" fmla="*/ 2673171 h 3527426"/>
              <a:gd name="connsiteX13" fmla="*/ 1578208 w 3529462"/>
              <a:gd name="connsiteY13" fmla="*/ 2558561 h 3527426"/>
              <a:gd name="connsiteX14" fmla="*/ 1577857 w 3529462"/>
              <a:gd name="connsiteY14" fmla="*/ 2551624 h 3527426"/>
              <a:gd name="connsiteX15" fmla="*/ 1578030 w 3529462"/>
              <a:gd name="connsiteY15" fmla="*/ 2548195 h 3527426"/>
              <a:gd name="connsiteX16" fmla="*/ 1578561 w 3529462"/>
              <a:gd name="connsiteY16" fmla="*/ 2548195 h 3527426"/>
              <a:gd name="connsiteX17" fmla="*/ 1950901 w 3529462"/>
              <a:gd name="connsiteY17" fmla="*/ 2548195 h 3527426"/>
              <a:gd name="connsiteX18" fmla="*/ 1951432 w 3529462"/>
              <a:gd name="connsiteY18" fmla="*/ 2548195 h 3527426"/>
              <a:gd name="connsiteX19" fmla="*/ 1951605 w 3529462"/>
              <a:gd name="connsiteY19" fmla="*/ 2551624 h 3527426"/>
              <a:gd name="connsiteX20" fmla="*/ 1951255 w 3529462"/>
              <a:gd name="connsiteY20" fmla="*/ 2558561 h 3527426"/>
              <a:gd name="connsiteX21" fmla="*/ 1962809 w 3529462"/>
              <a:gd name="connsiteY21" fmla="*/ 2673171 h 3527426"/>
              <a:gd name="connsiteX22" fmla="*/ 2553660 w 3529462"/>
              <a:gd name="connsiteY22" fmla="*/ 3154728 h 3527426"/>
              <a:gd name="connsiteX23" fmla="*/ 3156764 w 3529462"/>
              <a:gd name="connsiteY23" fmla="*/ 2551624 h 3527426"/>
              <a:gd name="connsiteX24" fmla="*/ 2675206 w 3529462"/>
              <a:gd name="connsiteY24" fmla="*/ 1960773 h 3527426"/>
              <a:gd name="connsiteX25" fmla="*/ 2574043 w 3529462"/>
              <a:gd name="connsiteY25" fmla="*/ 1950575 h 3527426"/>
              <a:gd name="connsiteX26" fmla="*/ 2553660 w 3529462"/>
              <a:gd name="connsiteY26" fmla="*/ 1951604 h 3527426"/>
              <a:gd name="connsiteX27" fmla="*/ 2553660 w 3529462"/>
              <a:gd name="connsiteY27" fmla="*/ 1948520 h 3527426"/>
              <a:gd name="connsiteX28" fmla="*/ 2553660 w 3529462"/>
              <a:gd name="connsiteY28" fmla="*/ 1578906 h 3527426"/>
              <a:gd name="connsiteX29" fmla="*/ 2553660 w 3529462"/>
              <a:gd name="connsiteY29" fmla="*/ 1575822 h 3527426"/>
              <a:gd name="connsiteX30" fmla="*/ 2574041 w 3529462"/>
              <a:gd name="connsiteY30" fmla="*/ 1576851 h 3527426"/>
              <a:gd name="connsiteX31" fmla="*/ 2675206 w 3529462"/>
              <a:gd name="connsiteY31" fmla="*/ 1566653 h 3527426"/>
              <a:gd name="connsiteX32" fmla="*/ 3156764 w 3529462"/>
              <a:gd name="connsiteY32" fmla="*/ 975802 h 3527426"/>
              <a:gd name="connsiteX33" fmla="*/ 2553660 w 3529462"/>
              <a:gd name="connsiteY33" fmla="*/ 372698 h 3527426"/>
              <a:gd name="connsiteX34" fmla="*/ 1962809 w 3529462"/>
              <a:gd name="connsiteY34" fmla="*/ 854256 h 3527426"/>
              <a:gd name="connsiteX35" fmla="*/ 1951255 w 3529462"/>
              <a:gd name="connsiteY35" fmla="*/ 968866 h 3527426"/>
              <a:gd name="connsiteX36" fmla="*/ 1951605 w 3529462"/>
              <a:gd name="connsiteY36" fmla="*/ 975802 h 3527426"/>
              <a:gd name="connsiteX37" fmla="*/ 1951432 w 3529462"/>
              <a:gd name="connsiteY37" fmla="*/ 979231 h 3527426"/>
              <a:gd name="connsiteX38" fmla="*/ 1950901 w 3529462"/>
              <a:gd name="connsiteY38" fmla="*/ 979231 h 3527426"/>
              <a:gd name="connsiteX39" fmla="*/ 1578561 w 3529462"/>
              <a:gd name="connsiteY39" fmla="*/ 979231 h 3527426"/>
              <a:gd name="connsiteX40" fmla="*/ 1578030 w 3529462"/>
              <a:gd name="connsiteY40" fmla="*/ 979231 h 3527426"/>
              <a:gd name="connsiteX41" fmla="*/ 1577857 w 3529462"/>
              <a:gd name="connsiteY41" fmla="*/ 975802 h 3527426"/>
              <a:gd name="connsiteX42" fmla="*/ 1578208 w 3529462"/>
              <a:gd name="connsiteY42" fmla="*/ 968866 h 3527426"/>
              <a:gd name="connsiteX43" fmla="*/ 1566654 w 3529462"/>
              <a:gd name="connsiteY43" fmla="*/ 854256 h 3527426"/>
              <a:gd name="connsiteX44" fmla="*/ 975803 w 3529462"/>
              <a:gd name="connsiteY44" fmla="*/ 372698 h 3527426"/>
              <a:gd name="connsiteX45" fmla="*/ 975803 w 3529462"/>
              <a:gd name="connsiteY45" fmla="*/ 0 h 3527426"/>
              <a:gd name="connsiteX46" fmla="*/ 1665799 w 3529462"/>
              <a:gd name="connsiteY46" fmla="*/ 285806 h 3527426"/>
              <a:gd name="connsiteX47" fmla="*/ 1764731 w 3529462"/>
              <a:gd name="connsiteY47" fmla="*/ 405712 h 3527426"/>
              <a:gd name="connsiteX48" fmla="*/ 1863663 w 3529462"/>
              <a:gd name="connsiteY48" fmla="*/ 285806 h 3527426"/>
              <a:gd name="connsiteX49" fmla="*/ 2553660 w 3529462"/>
              <a:gd name="connsiteY49" fmla="*/ 0 h 3527426"/>
              <a:gd name="connsiteX50" fmla="*/ 3529462 w 3529462"/>
              <a:gd name="connsiteY50" fmla="*/ 975802 h 3527426"/>
              <a:gd name="connsiteX51" fmla="*/ 3243656 w 3529462"/>
              <a:gd name="connsiteY51" fmla="*/ 1665798 h 3527426"/>
              <a:gd name="connsiteX52" fmla="*/ 3124983 w 3529462"/>
              <a:gd name="connsiteY52" fmla="*/ 1763713 h 3527426"/>
              <a:gd name="connsiteX53" fmla="*/ 3243656 w 3529462"/>
              <a:gd name="connsiteY53" fmla="*/ 1861628 h 3527426"/>
              <a:gd name="connsiteX54" fmla="*/ 3529462 w 3529462"/>
              <a:gd name="connsiteY54" fmla="*/ 2551624 h 3527426"/>
              <a:gd name="connsiteX55" fmla="*/ 2553660 w 3529462"/>
              <a:gd name="connsiteY55" fmla="*/ 3527426 h 3527426"/>
              <a:gd name="connsiteX56" fmla="*/ 1863663 w 3529462"/>
              <a:gd name="connsiteY56" fmla="*/ 3241620 h 3527426"/>
              <a:gd name="connsiteX57" fmla="*/ 1764731 w 3529462"/>
              <a:gd name="connsiteY57" fmla="*/ 3121714 h 3527426"/>
              <a:gd name="connsiteX58" fmla="*/ 1665799 w 3529462"/>
              <a:gd name="connsiteY58" fmla="*/ 3241620 h 3527426"/>
              <a:gd name="connsiteX59" fmla="*/ 975803 w 3529462"/>
              <a:gd name="connsiteY59" fmla="*/ 3527426 h 3527426"/>
              <a:gd name="connsiteX60" fmla="*/ 0 w 3529462"/>
              <a:gd name="connsiteY60" fmla="*/ 2551624 h 3527426"/>
              <a:gd name="connsiteX61" fmla="*/ 285806 w 3529462"/>
              <a:gd name="connsiteY61" fmla="*/ 1861628 h 3527426"/>
              <a:gd name="connsiteX62" fmla="*/ 404480 w 3529462"/>
              <a:gd name="connsiteY62" fmla="*/ 1763713 h 3527426"/>
              <a:gd name="connsiteX63" fmla="*/ 285806 w 3529462"/>
              <a:gd name="connsiteY63" fmla="*/ 1665798 h 3527426"/>
              <a:gd name="connsiteX64" fmla="*/ 0 w 3529462"/>
              <a:gd name="connsiteY64" fmla="*/ 975802 h 3527426"/>
              <a:gd name="connsiteX65" fmla="*/ 975803 w 3529462"/>
              <a:gd name="connsiteY65" fmla="*/ 0 h 3527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</a:cxnLst>
            <a:rect l="l" t="t" r="r" b="b"/>
            <a:pathLst>
              <a:path w="3529462" h="3527426">
                <a:moveTo>
                  <a:pt x="975803" y="372698"/>
                </a:moveTo>
                <a:cubicBezTo>
                  <a:pt x="642718" y="372698"/>
                  <a:pt x="372699" y="642717"/>
                  <a:pt x="372699" y="975802"/>
                </a:cubicBezTo>
                <a:cubicBezTo>
                  <a:pt x="372699" y="1267252"/>
                  <a:pt x="579432" y="1510416"/>
                  <a:pt x="854256" y="1566653"/>
                </a:cubicBezTo>
                <a:lnTo>
                  <a:pt x="960508" y="1577364"/>
                </a:lnTo>
                <a:lnTo>
                  <a:pt x="975803" y="1575822"/>
                </a:lnTo>
                <a:lnTo>
                  <a:pt x="975803" y="1578906"/>
                </a:lnTo>
                <a:lnTo>
                  <a:pt x="975803" y="1948520"/>
                </a:lnTo>
                <a:lnTo>
                  <a:pt x="975803" y="1951604"/>
                </a:lnTo>
                <a:lnTo>
                  <a:pt x="960506" y="1950062"/>
                </a:lnTo>
                <a:lnTo>
                  <a:pt x="854256" y="1960773"/>
                </a:lnTo>
                <a:cubicBezTo>
                  <a:pt x="579432" y="2017010"/>
                  <a:pt x="372699" y="2260175"/>
                  <a:pt x="372699" y="2551624"/>
                </a:cubicBezTo>
                <a:cubicBezTo>
                  <a:pt x="372699" y="2884709"/>
                  <a:pt x="642718" y="3154728"/>
                  <a:pt x="975803" y="3154728"/>
                </a:cubicBezTo>
                <a:cubicBezTo>
                  <a:pt x="1267252" y="3154728"/>
                  <a:pt x="1510417" y="2947995"/>
                  <a:pt x="1566654" y="2673171"/>
                </a:cubicBezTo>
                <a:lnTo>
                  <a:pt x="1578208" y="2558561"/>
                </a:lnTo>
                <a:lnTo>
                  <a:pt x="1577857" y="2551624"/>
                </a:lnTo>
                <a:lnTo>
                  <a:pt x="1578030" y="2548195"/>
                </a:lnTo>
                <a:lnTo>
                  <a:pt x="1578561" y="2548195"/>
                </a:lnTo>
                <a:lnTo>
                  <a:pt x="1950901" y="2548195"/>
                </a:lnTo>
                <a:lnTo>
                  <a:pt x="1951432" y="2548195"/>
                </a:lnTo>
                <a:lnTo>
                  <a:pt x="1951605" y="2551624"/>
                </a:lnTo>
                <a:lnTo>
                  <a:pt x="1951255" y="2558561"/>
                </a:lnTo>
                <a:lnTo>
                  <a:pt x="1962809" y="2673171"/>
                </a:lnTo>
                <a:cubicBezTo>
                  <a:pt x="2019046" y="2947995"/>
                  <a:pt x="2262210" y="3154728"/>
                  <a:pt x="2553660" y="3154728"/>
                </a:cubicBezTo>
                <a:cubicBezTo>
                  <a:pt x="2886745" y="3154728"/>
                  <a:pt x="3156764" y="2884709"/>
                  <a:pt x="3156764" y="2551624"/>
                </a:cubicBezTo>
                <a:cubicBezTo>
                  <a:pt x="3156764" y="2260175"/>
                  <a:pt x="2950030" y="2017010"/>
                  <a:pt x="2675206" y="1960773"/>
                </a:cubicBezTo>
                <a:lnTo>
                  <a:pt x="2574043" y="1950575"/>
                </a:lnTo>
                <a:lnTo>
                  <a:pt x="2553660" y="1951604"/>
                </a:lnTo>
                <a:lnTo>
                  <a:pt x="2553660" y="1948520"/>
                </a:lnTo>
                <a:lnTo>
                  <a:pt x="2553660" y="1578906"/>
                </a:lnTo>
                <a:lnTo>
                  <a:pt x="2553660" y="1575822"/>
                </a:lnTo>
                <a:lnTo>
                  <a:pt x="2574041" y="1576851"/>
                </a:lnTo>
                <a:lnTo>
                  <a:pt x="2675206" y="1566653"/>
                </a:lnTo>
                <a:cubicBezTo>
                  <a:pt x="2950030" y="1510416"/>
                  <a:pt x="3156764" y="1267252"/>
                  <a:pt x="3156764" y="975802"/>
                </a:cubicBezTo>
                <a:cubicBezTo>
                  <a:pt x="3156764" y="642717"/>
                  <a:pt x="2886745" y="372698"/>
                  <a:pt x="2553660" y="372698"/>
                </a:cubicBezTo>
                <a:cubicBezTo>
                  <a:pt x="2262210" y="372698"/>
                  <a:pt x="2019046" y="579432"/>
                  <a:pt x="1962809" y="854256"/>
                </a:cubicBezTo>
                <a:lnTo>
                  <a:pt x="1951255" y="968866"/>
                </a:lnTo>
                <a:lnTo>
                  <a:pt x="1951605" y="975802"/>
                </a:lnTo>
                <a:lnTo>
                  <a:pt x="1951432" y="979231"/>
                </a:lnTo>
                <a:lnTo>
                  <a:pt x="1950901" y="979231"/>
                </a:lnTo>
                <a:lnTo>
                  <a:pt x="1578561" y="979231"/>
                </a:lnTo>
                <a:lnTo>
                  <a:pt x="1578030" y="979231"/>
                </a:lnTo>
                <a:lnTo>
                  <a:pt x="1577857" y="975802"/>
                </a:lnTo>
                <a:lnTo>
                  <a:pt x="1578208" y="968866"/>
                </a:lnTo>
                <a:lnTo>
                  <a:pt x="1566654" y="854256"/>
                </a:lnTo>
                <a:cubicBezTo>
                  <a:pt x="1510417" y="579432"/>
                  <a:pt x="1267252" y="372698"/>
                  <a:pt x="975803" y="372698"/>
                </a:cubicBezTo>
                <a:close/>
                <a:moveTo>
                  <a:pt x="975803" y="0"/>
                </a:moveTo>
                <a:cubicBezTo>
                  <a:pt x="1245263" y="0"/>
                  <a:pt x="1489214" y="109221"/>
                  <a:pt x="1665799" y="285806"/>
                </a:cubicBezTo>
                <a:lnTo>
                  <a:pt x="1764731" y="405712"/>
                </a:lnTo>
                <a:lnTo>
                  <a:pt x="1863663" y="285806"/>
                </a:lnTo>
                <a:cubicBezTo>
                  <a:pt x="2040249" y="109221"/>
                  <a:pt x="2284199" y="0"/>
                  <a:pt x="2553660" y="0"/>
                </a:cubicBezTo>
                <a:cubicBezTo>
                  <a:pt x="3092581" y="0"/>
                  <a:pt x="3529462" y="436882"/>
                  <a:pt x="3529462" y="975802"/>
                </a:cubicBezTo>
                <a:cubicBezTo>
                  <a:pt x="3529462" y="1245262"/>
                  <a:pt x="3420242" y="1489213"/>
                  <a:pt x="3243656" y="1665798"/>
                </a:cubicBezTo>
                <a:lnTo>
                  <a:pt x="3124983" y="1763713"/>
                </a:lnTo>
                <a:lnTo>
                  <a:pt x="3243656" y="1861628"/>
                </a:lnTo>
                <a:cubicBezTo>
                  <a:pt x="3420242" y="2038214"/>
                  <a:pt x="3529462" y="2282164"/>
                  <a:pt x="3529462" y="2551624"/>
                </a:cubicBezTo>
                <a:cubicBezTo>
                  <a:pt x="3529462" y="3090545"/>
                  <a:pt x="3092581" y="3527426"/>
                  <a:pt x="2553660" y="3527426"/>
                </a:cubicBezTo>
                <a:cubicBezTo>
                  <a:pt x="2284199" y="3527426"/>
                  <a:pt x="2040249" y="3418206"/>
                  <a:pt x="1863663" y="3241620"/>
                </a:cubicBezTo>
                <a:lnTo>
                  <a:pt x="1764731" y="3121714"/>
                </a:lnTo>
                <a:lnTo>
                  <a:pt x="1665799" y="3241620"/>
                </a:lnTo>
                <a:cubicBezTo>
                  <a:pt x="1489214" y="3418206"/>
                  <a:pt x="1245263" y="3527426"/>
                  <a:pt x="975803" y="3527426"/>
                </a:cubicBezTo>
                <a:cubicBezTo>
                  <a:pt x="436882" y="3527426"/>
                  <a:pt x="0" y="3090545"/>
                  <a:pt x="0" y="2551624"/>
                </a:cubicBezTo>
                <a:cubicBezTo>
                  <a:pt x="0" y="2282164"/>
                  <a:pt x="109221" y="2038214"/>
                  <a:pt x="285806" y="1861628"/>
                </a:cubicBezTo>
                <a:lnTo>
                  <a:pt x="404480" y="1763713"/>
                </a:lnTo>
                <a:lnTo>
                  <a:pt x="285806" y="1665798"/>
                </a:lnTo>
                <a:cubicBezTo>
                  <a:pt x="109221" y="1489213"/>
                  <a:pt x="0" y="1245262"/>
                  <a:pt x="0" y="975802"/>
                </a:cubicBezTo>
                <a:cubicBezTo>
                  <a:pt x="0" y="436882"/>
                  <a:pt x="436882" y="0"/>
                  <a:pt x="975803" y="0"/>
                </a:cubicBezTo>
                <a:close/>
              </a:path>
            </a:pathLst>
          </a:custGeom>
          <a:solidFill>
            <a:srgbClr val="6887EA"/>
          </a:solidFill>
          <a:ln w="663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4894673" y="2446401"/>
            <a:ext cx="825372" cy="825371"/>
          </a:xfrm>
          <a:prstGeom prst="ellipse">
            <a:avLst/>
          </a:prstGeom>
          <a:solidFill>
            <a:srgbClr val="B0C0F4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07" tIns="45703" rIns="91407" bIns="45703" numCol="1" spcCol="0" rtlCol="0" fromWordArt="0" anchor="ctr" anchorCtr="0" forceAA="0" compatLnSpc="1">
            <a:noAutofit/>
          </a:bodyPr>
          <a:lstStyle/>
          <a:p>
            <a:pPr algn="ctr" defTabSz="457200"/>
            <a:endParaRPr lang="zh-CN" altLang="en-US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6471959" y="2446401"/>
            <a:ext cx="825372" cy="825371"/>
          </a:xfrm>
          <a:prstGeom prst="ellipse">
            <a:avLst/>
          </a:prstGeom>
          <a:solidFill>
            <a:srgbClr val="B0C0F4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07" tIns="45703" rIns="91407" bIns="45703" numCol="1" spcCol="0" rtlCol="0" fromWordArt="0" anchor="ctr" anchorCtr="0" forceAA="0" compatLnSpc="1">
            <a:noAutofit/>
          </a:bodyPr>
          <a:lstStyle/>
          <a:p>
            <a:pPr algn="ctr" defTabSz="457200"/>
            <a:endParaRPr lang="zh-CN" altLang="en-US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6471959" y="4021653"/>
            <a:ext cx="825372" cy="825371"/>
          </a:xfrm>
          <a:prstGeom prst="ellipse">
            <a:avLst/>
          </a:prstGeom>
          <a:solidFill>
            <a:srgbClr val="B0C0F4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07" tIns="45703" rIns="91407" bIns="45703" numCol="1" spcCol="0" rtlCol="0" fromWordArt="0" anchor="ctr" anchorCtr="0" forceAA="0" compatLnSpc="1">
            <a:noAutofit/>
          </a:bodyPr>
          <a:lstStyle/>
          <a:p>
            <a:pPr algn="ctr" defTabSz="457200"/>
            <a:endParaRPr lang="zh-CN" altLang="en-US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4894673" y="4021653"/>
            <a:ext cx="825372" cy="825371"/>
          </a:xfrm>
          <a:prstGeom prst="ellipse">
            <a:avLst/>
          </a:prstGeom>
          <a:solidFill>
            <a:srgbClr val="B0C0F4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07" tIns="45703" rIns="91407" bIns="45703" numCol="1" spcCol="0" rtlCol="0" fromWordArt="0" anchor="ctr" anchorCtr="0" forceAA="0" compatLnSpc="1">
            <a:noAutofit/>
          </a:bodyPr>
          <a:lstStyle/>
          <a:p>
            <a:pPr algn="ctr" defTabSz="457200"/>
            <a:endParaRPr lang="zh-CN" altLang="en-US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32" name="椭圆 27" descr="D:\51PPT模板网\51pptmoban.com\图片.jpg"/>
          <p:cNvSpPr/>
          <p:nvPr/>
        </p:nvSpPr>
        <p:spPr>
          <a:xfrm>
            <a:off x="5103155" y="2655127"/>
            <a:ext cx="408406" cy="407922"/>
          </a:xfrm>
          <a:custGeom>
            <a:avLst/>
            <a:gdLst>
              <a:gd name="connsiteX0" fmla="*/ 373273 h 605239"/>
              <a:gd name="connsiteY0" fmla="*/ 373273 h 605239"/>
              <a:gd name="connsiteX1" fmla="*/ 373273 h 605239"/>
              <a:gd name="connsiteY1" fmla="*/ 373273 h 605239"/>
              <a:gd name="connsiteX2" fmla="*/ 373273 h 605239"/>
              <a:gd name="connsiteY2" fmla="*/ 373273 h 605239"/>
              <a:gd name="connsiteX3" fmla="*/ 373273 h 605239"/>
              <a:gd name="connsiteY3" fmla="*/ 373273 h 605239"/>
              <a:gd name="connsiteX4" fmla="*/ 373273 h 605239"/>
              <a:gd name="connsiteY4" fmla="*/ 373273 h 605239"/>
              <a:gd name="connsiteX5" fmla="*/ 373273 h 605239"/>
              <a:gd name="connsiteY5" fmla="*/ 373273 h 605239"/>
              <a:gd name="connsiteX6" fmla="*/ 373273 h 605239"/>
              <a:gd name="connsiteY6" fmla="*/ 373273 h 605239"/>
              <a:gd name="connsiteX7" fmla="*/ 373273 h 605239"/>
              <a:gd name="connsiteY7" fmla="*/ 373273 h 605239"/>
              <a:gd name="connsiteX8" fmla="*/ 373273 h 605239"/>
              <a:gd name="connsiteY8" fmla="*/ 373273 h 605239"/>
              <a:gd name="connsiteX9" fmla="*/ 373273 h 605239"/>
              <a:gd name="connsiteY9" fmla="*/ 373273 h 605239"/>
              <a:gd name="connsiteX10" fmla="*/ 373273 h 605239"/>
              <a:gd name="connsiteY10" fmla="*/ 373273 h 605239"/>
              <a:gd name="connsiteX11" fmla="*/ 373273 h 605239"/>
              <a:gd name="connsiteY11" fmla="*/ 373273 h 605239"/>
              <a:gd name="connsiteX12" fmla="*/ 373273 h 605239"/>
              <a:gd name="connsiteY12" fmla="*/ 373273 h 605239"/>
              <a:gd name="connsiteX13" fmla="*/ 373273 h 605239"/>
              <a:gd name="connsiteY13" fmla="*/ 373273 h 605239"/>
              <a:gd name="connsiteX14" fmla="*/ 373273 h 605239"/>
              <a:gd name="connsiteY14" fmla="*/ 373273 h 605239"/>
              <a:gd name="connsiteX15" fmla="*/ 373273 h 605239"/>
              <a:gd name="connsiteY15" fmla="*/ 373273 h 605239"/>
              <a:gd name="connsiteX16" fmla="*/ 373273 h 605239"/>
              <a:gd name="connsiteY16" fmla="*/ 373273 h 605239"/>
              <a:gd name="connsiteX17" fmla="*/ 373273 h 605239"/>
              <a:gd name="connsiteY17" fmla="*/ 373273 h 605239"/>
              <a:gd name="connsiteX18" fmla="*/ 373273 h 605239"/>
              <a:gd name="connsiteY18" fmla="*/ 373273 h 605239"/>
              <a:gd name="connsiteX19" fmla="*/ 373273 h 605239"/>
              <a:gd name="connsiteY19" fmla="*/ 373273 h 605239"/>
              <a:gd name="connsiteX20" fmla="*/ 373273 h 605239"/>
              <a:gd name="connsiteY20" fmla="*/ 373273 h 605239"/>
              <a:gd name="connsiteX21" fmla="*/ 373273 h 605239"/>
              <a:gd name="connsiteY21" fmla="*/ 373273 h 605239"/>
              <a:gd name="connsiteX22" fmla="*/ 373273 h 605239"/>
              <a:gd name="connsiteY22" fmla="*/ 373273 h 605239"/>
              <a:gd name="connsiteX23" fmla="*/ 373273 h 605239"/>
              <a:gd name="connsiteY23" fmla="*/ 373273 h 605239"/>
              <a:gd name="connsiteX24" fmla="*/ 373273 h 605239"/>
              <a:gd name="connsiteY24" fmla="*/ 373273 h 605239"/>
              <a:gd name="connsiteX25" fmla="*/ 373273 h 605239"/>
              <a:gd name="connsiteY25" fmla="*/ 373273 h 605239"/>
              <a:gd name="connsiteX26" fmla="*/ 373273 h 605239"/>
              <a:gd name="connsiteY26" fmla="*/ 373273 h 605239"/>
              <a:gd name="connsiteX27" fmla="*/ 373273 h 605239"/>
              <a:gd name="connsiteY27" fmla="*/ 373273 h 605239"/>
              <a:gd name="connsiteX28" fmla="*/ 373273 h 605239"/>
              <a:gd name="connsiteY28" fmla="*/ 373273 h 605239"/>
              <a:gd name="connsiteX29" fmla="*/ 373273 h 605239"/>
              <a:gd name="connsiteY29" fmla="*/ 373273 h 605239"/>
              <a:gd name="connsiteX30" fmla="*/ 373273 h 605239"/>
              <a:gd name="connsiteY30" fmla="*/ 373273 h 605239"/>
              <a:gd name="connsiteX31" fmla="*/ 373273 h 605239"/>
              <a:gd name="connsiteY31" fmla="*/ 373273 h 605239"/>
              <a:gd name="connsiteX32" fmla="*/ 373273 h 605239"/>
              <a:gd name="connsiteY32" fmla="*/ 373273 h 605239"/>
              <a:gd name="connsiteX33" fmla="*/ 373273 h 605239"/>
              <a:gd name="connsiteY33" fmla="*/ 373273 h 605239"/>
              <a:gd name="connsiteX34" fmla="*/ 373273 h 605239"/>
              <a:gd name="connsiteY34" fmla="*/ 373273 h 605239"/>
              <a:gd name="connsiteX35" fmla="*/ 373273 h 605239"/>
              <a:gd name="connsiteY35" fmla="*/ 373273 h 605239"/>
              <a:gd name="connsiteX36" fmla="*/ 373273 h 605239"/>
              <a:gd name="connsiteY36" fmla="*/ 373273 h 605239"/>
              <a:gd name="connsiteX37" fmla="*/ 373273 h 605239"/>
              <a:gd name="connsiteY37" fmla="*/ 373273 h 605239"/>
              <a:gd name="connsiteX38" fmla="*/ 373273 h 605239"/>
              <a:gd name="connsiteY38" fmla="*/ 373273 h 605239"/>
              <a:gd name="connsiteX39" fmla="*/ 373273 h 605239"/>
              <a:gd name="connsiteY39" fmla="*/ 373273 h 605239"/>
              <a:gd name="connsiteX40" fmla="*/ 373273 h 605239"/>
              <a:gd name="connsiteY40" fmla="*/ 373273 h 605239"/>
              <a:gd name="connsiteX41" fmla="*/ 373273 h 605239"/>
              <a:gd name="connsiteY41" fmla="*/ 373273 h 605239"/>
              <a:gd name="connsiteX42" fmla="*/ 373273 h 605239"/>
              <a:gd name="connsiteY42" fmla="*/ 373273 h 605239"/>
              <a:gd name="connsiteX43" fmla="*/ 373273 h 605239"/>
              <a:gd name="connsiteY43" fmla="*/ 373273 h 605239"/>
              <a:gd name="connsiteX44" fmla="*/ 373273 h 605239"/>
              <a:gd name="connsiteY44" fmla="*/ 373273 h 605239"/>
              <a:gd name="connsiteX45" fmla="*/ 373273 h 605239"/>
              <a:gd name="connsiteY45" fmla="*/ 373273 h 605239"/>
              <a:gd name="connsiteX46" fmla="*/ 373273 h 605239"/>
              <a:gd name="connsiteY46" fmla="*/ 373273 h 605239"/>
              <a:gd name="connsiteX47" fmla="*/ 373273 h 605239"/>
              <a:gd name="connsiteY47" fmla="*/ 373273 h 605239"/>
              <a:gd name="connsiteX48" fmla="*/ 373273 h 605239"/>
              <a:gd name="connsiteY48" fmla="*/ 373273 h 605239"/>
              <a:gd name="connsiteX49" fmla="*/ 373273 h 605239"/>
              <a:gd name="connsiteY49" fmla="*/ 373273 h 605239"/>
              <a:gd name="connsiteX50" fmla="*/ 373273 h 605239"/>
              <a:gd name="connsiteY50" fmla="*/ 373273 h 605239"/>
              <a:gd name="connsiteX51" fmla="*/ 373273 h 605239"/>
              <a:gd name="connsiteY51" fmla="*/ 373273 h 605239"/>
              <a:gd name="connsiteX52" fmla="*/ 373273 h 605239"/>
              <a:gd name="connsiteY52" fmla="*/ 373273 h 605239"/>
              <a:gd name="connsiteX53" fmla="*/ 373273 h 605239"/>
              <a:gd name="connsiteY53" fmla="*/ 373273 h 605239"/>
              <a:gd name="connsiteX54" fmla="*/ 373273 h 605239"/>
              <a:gd name="connsiteY54" fmla="*/ 373273 h 605239"/>
              <a:gd name="connsiteX55" fmla="*/ 373273 h 605239"/>
              <a:gd name="connsiteY55" fmla="*/ 373273 h 605239"/>
              <a:gd name="connsiteX56" fmla="*/ 373273 h 605239"/>
              <a:gd name="connsiteY56" fmla="*/ 373273 h 605239"/>
              <a:gd name="connsiteX57" fmla="*/ 373273 h 605239"/>
              <a:gd name="connsiteY57" fmla="*/ 373273 h 605239"/>
              <a:gd name="connsiteX58" fmla="*/ 373273 h 605239"/>
              <a:gd name="connsiteY58" fmla="*/ 373273 h 605239"/>
              <a:gd name="connsiteX59" fmla="*/ 373273 h 605239"/>
              <a:gd name="connsiteY59" fmla="*/ 373273 h 605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606382" h="605663">
                <a:moveTo>
                  <a:pt x="303279" y="208701"/>
                </a:moveTo>
                <a:cubicBezTo>
                  <a:pt x="252219" y="208701"/>
                  <a:pt x="210907" y="250140"/>
                  <a:pt x="210907" y="300943"/>
                </a:cubicBezTo>
                <a:cubicBezTo>
                  <a:pt x="210907" y="351838"/>
                  <a:pt x="252405" y="393092"/>
                  <a:pt x="303279" y="393092"/>
                </a:cubicBezTo>
                <a:cubicBezTo>
                  <a:pt x="354153" y="393092"/>
                  <a:pt x="395558" y="351746"/>
                  <a:pt x="395558" y="300943"/>
                </a:cubicBezTo>
                <a:cubicBezTo>
                  <a:pt x="395558" y="249955"/>
                  <a:pt x="354246" y="208701"/>
                  <a:pt x="303279" y="208701"/>
                </a:cubicBezTo>
                <a:close/>
                <a:moveTo>
                  <a:pt x="303279" y="158176"/>
                </a:moveTo>
                <a:cubicBezTo>
                  <a:pt x="382097" y="158176"/>
                  <a:pt x="446339" y="222143"/>
                  <a:pt x="446339" y="301036"/>
                </a:cubicBezTo>
                <a:cubicBezTo>
                  <a:pt x="446339" y="379928"/>
                  <a:pt x="382190" y="443895"/>
                  <a:pt x="303279" y="443895"/>
                </a:cubicBezTo>
                <a:cubicBezTo>
                  <a:pt x="224276" y="443895"/>
                  <a:pt x="160126" y="379743"/>
                  <a:pt x="160126" y="301036"/>
                </a:cubicBezTo>
                <a:cubicBezTo>
                  <a:pt x="160126" y="222143"/>
                  <a:pt x="224369" y="158176"/>
                  <a:pt x="303279" y="158176"/>
                </a:cubicBezTo>
                <a:close/>
                <a:moveTo>
                  <a:pt x="303301" y="60649"/>
                </a:moveTo>
                <a:lnTo>
                  <a:pt x="240162" y="123685"/>
                </a:lnTo>
                <a:cubicBezTo>
                  <a:pt x="234962" y="128876"/>
                  <a:pt x="228463" y="131472"/>
                  <a:pt x="222056" y="131472"/>
                </a:cubicBezTo>
                <a:lnTo>
                  <a:pt x="131711" y="131472"/>
                </a:lnTo>
                <a:lnTo>
                  <a:pt x="131711" y="221669"/>
                </a:lnTo>
                <a:cubicBezTo>
                  <a:pt x="131711" y="228066"/>
                  <a:pt x="129111" y="234555"/>
                  <a:pt x="123911" y="239746"/>
                </a:cubicBezTo>
                <a:lnTo>
                  <a:pt x="60586" y="302875"/>
                </a:lnTo>
                <a:lnTo>
                  <a:pt x="123725" y="365911"/>
                </a:lnTo>
                <a:cubicBezTo>
                  <a:pt x="128925" y="371102"/>
                  <a:pt x="131525" y="377498"/>
                  <a:pt x="131525" y="383987"/>
                </a:cubicBezTo>
                <a:lnTo>
                  <a:pt x="131525" y="474184"/>
                </a:lnTo>
                <a:lnTo>
                  <a:pt x="221963" y="474184"/>
                </a:lnTo>
                <a:cubicBezTo>
                  <a:pt x="228370" y="474184"/>
                  <a:pt x="234777" y="476780"/>
                  <a:pt x="239976" y="481971"/>
                </a:cubicBezTo>
                <a:lnTo>
                  <a:pt x="303301" y="545100"/>
                </a:lnTo>
                <a:lnTo>
                  <a:pt x="366441" y="482064"/>
                </a:lnTo>
                <a:cubicBezTo>
                  <a:pt x="371641" y="476872"/>
                  <a:pt x="378047" y="474277"/>
                  <a:pt x="384454" y="474277"/>
                </a:cubicBezTo>
                <a:lnTo>
                  <a:pt x="474892" y="474277"/>
                </a:lnTo>
                <a:lnTo>
                  <a:pt x="474892" y="384080"/>
                </a:lnTo>
                <a:cubicBezTo>
                  <a:pt x="474892" y="377683"/>
                  <a:pt x="477492" y="371194"/>
                  <a:pt x="482692" y="366003"/>
                </a:cubicBezTo>
                <a:lnTo>
                  <a:pt x="545924" y="302875"/>
                </a:lnTo>
                <a:lnTo>
                  <a:pt x="482784" y="239839"/>
                </a:lnTo>
                <a:cubicBezTo>
                  <a:pt x="477585" y="234647"/>
                  <a:pt x="474985" y="228251"/>
                  <a:pt x="474985" y="221762"/>
                </a:cubicBezTo>
                <a:lnTo>
                  <a:pt x="474985" y="131565"/>
                </a:lnTo>
                <a:lnTo>
                  <a:pt x="384640" y="131565"/>
                </a:lnTo>
                <a:cubicBezTo>
                  <a:pt x="378140" y="131565"/>
                  <a:pt x="371733" y="128969"/>
                  <a:pt x="366534" y="123778"/>
                </a:cubicBezTo>
                <a:close/>
                <a:moveTo>
                  <a:pt x="303290" y="0"/>
                </a:moveTo>
                <a:cubicBezTo>
                  <a:pt x="309755" y="0"/>
                  <a:pt x="316208" y="2573"/>
                  <a:pt x="321315" y="7718"/>
                </a:cubicBezTo>
                <a:lnTo>
                  <a:pt x="394854" y="81136"/>
                </a:lnTo>
                <a:lnTo>
                  <a:pt x="499405" y="81136"/>
                </a:lnTo>
                <a:cubicBezTo>
                  <a:pt x="513611" y="81136"/>
                  <a:pt x="525218" y="92723"/>
                  <a:pt x="525218" y="106999"/>
                </a:cubicBezTo>
                <a:lnTo>
                  <a:pt x="525218" y="211380"/>
                </a:lnTo>
                <a:lnTo>
                  <a:pt x="598757" y="284798"/>
                </a:lnTo>
                <a:cubicBezTo>
                  <a:pt x="608785" y="294810"/>
                  <a:pt x="609063" y="310754"/>
                  <a:pt x="598757" y="320951"/>
                </a:cubicBezTo>
                <a:lnTo>
                  <a:pt x="525218" y="394369"/>
                </a:lnTo>
                <a:lnTo>
                  <a:pt x="525218" y="498657"/>
                </a:lnTo>
                <a:cubicBezTo>
                  <a:pt x="525218" y="512840"/>
                  <a:pt x="513611" y="524520"/>
                  <a:pt x="499405" y="524520"/>
                </a:cubicBezTo>
                <a:lnTo>
                  <a:pt x="394854" y="524520"/>
                </a:lnTo>
                <a:lnTo>
                  <a:pt x="321315" y="597939"/>
                </a:lnTo>
                <a:cubicBezTo>
                  <a:pt x="310358" y="608877"/>
                  <a:pt x="294852" y="607579"/>
                  <a:pt x="285195" y="597939"/>
                </a:cubicBezTo>
                <a:lnTo>
                  <a:pt x="211656" y="524520"/>
                </a:lnTo>
                <a:lnTo>
                  <a:pt x="107198" y="524520"/>
                </a:lnTo>
                <a:cubicBezTo>
                  <a:pt x="92898" y="524520"/>
                  <a:pt x="81292" y="512840"/>
                  <a:pt x="81292" y="498657"/>
                </a:cubicBezTo>
                <a:lnTo>
                  <a:pt x="81292" y="394369"/>
                </a:lnTo>
                <a:lnTo>
                  <a:pt x="7660" y="320951"/>
                </a:lnTo>
                <a:cubicBezTo>
                  <a:pt x="-2368" y="310939"/>
                  <a:pt x="-2739" y="295180"/>
                  <a:pt x="7660" y="284798"/>
                </a:cubicBezTo>
                <a:lnTo>
                  <a:pt x="81199" y="211380"/>
                </a:lnTo>
                <a:lnTo>
                  <a:pt x="81199" y="107092"/>
                </a:lnTo>
                <a:cubicBezTo>
                  <a:pt x="81199" y="92909"/>
                  <a:pt x="92806" y="81229"/>
                  <a:pt x="107012" y="81229"/>
                </a:cubicBezTo>
                <a:lnTo>
                  <a:pt x="211656" y="81229"/>
                </a:lnTo>
                <a:lnTo>
                  <a:pt x="285195" y="7718"/>
                </a:lnTo>
                <a:cubicBezTo>
                  <a:pt x="290349" y="2573"/>
                  <a:pt x="296825" y="0"/>
                  <a:pt x="30329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07" tIns="45703" rIns="91407" bIns="45703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/>
            <a:endParaRPr lang="zh-CN" altLang="en-US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33" name="椭圆 28"/>
          <p:cNvSpPr/>
          <p:nvPr/>
        </p:nvSpPr>
        <p:spPr>
          <a:xfrm>
            <a:off x="6680441" y="2713037"/>
            <a:ext cx="408406" cy="292101"/>
          </a:xfrm>
          <a:custGeom>
            <a:avLst/>
            <a:gdLst>
              <a:gd name="connsiteX0" fmla="*/ 392255 w 606573"/>
              <a:gd name="connsiteY0" fmla="*/ 160452 h 433836"/>
              <a:gd name="connsiteX1" fmla="*/ 407034 w 606573"/>
              <a:gd name="connsiteY1" fmla="*/ 166594 h 433836"/>
              <a:gd name="connsiteX2" fmla="*/ 407034 w 606573"/>
              <a:gd name="connsiteY2" fmla="*/ 196109 h 433836"/>
              <a:gd name="connsiteX3" fmla="*/ 277772 w 606573"/>
              <a:gd name="connsiteY3" fmla="*/ 325177 h 433836"/>
              <a:gd name="connsiteX4" fmla="*/ 262992 w 606573"/>
              <a:gd name="connsiteY4" fmla="*/ 331319 h 433836"/>
              <a:gd name="connsiteX5" fmla="*/ 248138 w 606573"/>
              <a:gd name="connsiteY5" fmla="*/ 325177 h 433836"/>
              <a:gd name="connsiteX6" fmla="*/ 189096 w 606573"/>
              <a:gd name="connsiteY6" fmla="*/ 266223 h 433836"/>
              <a:gd name="connsiteX7" fmla="*/ 189096 w 606573"/>
              <a:gd name="connsiteY7" fmla="*/ 236709 h 433836"/>
              <a:gd name="connsiteX8" fmla="*/ 203950 w 606573"/>
              <a:gd name="connsiteY8" fmla="*/ 230567 h 433836"/>
              <a:gd name="connsiteX9" fmla="*/ 218729 w 606573"/>
              <a:gd name="connsiteY9" fmla="*/ 236709 h 433836"/>
              <a:gd name="connsiteX10" fmla="*/ 262992 w 606573"/>
              <a:gd name="connsiteY10" fmla="*/ 280905 h 433836"/>
              <a:gd name="connsiteX11" fmla="*/ 377476 w 606573"/>
              <a:gd name="connsiteY11" fmla="*/ 166594 h 433836"/>
              <a:gd name="connsiteX12" fmla="*/ 392255 w 606573"/>
              <a:gd name="connsiteY12" fmla="*/ 160452 h 433836"/>
              <a:gd name="connsiteX13" fmla="*/ 392252 w 606573"/>
              <a:gd name="connsiteY13" fmla="*/ 159881 h 433836"/>
              <a:gd name="connsiteX14" fmla="*/ 377121 w 606573"/>
              <a:gd name="connsiteY14" fmla="*/ 166174 h 433836"/>
              <a:gd name="connsiteX15" fmla="*/ 262983 w 606573"/>
              <a:gd name="connsiteY15" fmla="*/ 280111 h 433836"/>
              <a:gd name="connsiteX16" fmla="*/ 219084 w 606573"/>
              <a:gd name="connsiteY16" fmla="*/ 236289 h 433836"/>
              <a:gd name="connsiteX17" fmla="*/ 188767 w 606573"/>
              <a:gd name="connsiteY17" fmla="*/ 236289 h 433836"/>
              <a:gd name="connsiteX18" fmla="*/ 188767 w 606573"/>
              <a:gd name="connsiteY18" fmla="*/ 266552 h 433836"/>
              <a:gd name="connsiteX19" fmla="*/ 247825 w 606573"/>
              <a:gd name="connsiteY19" fmla="*/ 325506 h 433836"/>
              <a:gd name="connsiteX20" fmla="*/ 262983 w 606573"/>
              <a:gd name="connsiteY20" fmla="*/ 331798 h 433836"/>
              <a:gd name="connsiteX21" fmla="*/ 278141 w 606573"/>
              <a:gd name="connsiteY21" fmla="*/ 325506 h 433836"/>
              <a:gd name="connsiteX22" fmla="*/ 407438 w 606573"/>
              <a:gd name="connsiteY22" fmla="*/ 196437 h 433836"/>
              <a:gd name="connsiteX23" fmla="*/ 407438 w 606573"/>
              <a:gd name="connsiteY23" fmla="*/ 166174 h 433836"/>
              <a:gd name="connsiteX24" fmla="*/ 392252 w 606573"/>
              <a:gd name="connsiteY24" fmla="*/ 159881 h 433836"/>
              <a:gd name="connsiteX25" fmla="*/ 392255 w 606573"/>
              <a:gd name="connsiteY25" fmla="*/ 159478 h 433836"/>
              <a:gd name="connsiteX26" fmla="*/ 407785 w 606573"/>
              <a:gd name="connsiteY26" fmla="*/ 165845 h 433836"/>
              <a:gd name="connsiteX27" fmla="*/ 407785 w 606573"/>
              <a:gd name="connsiteY27" fmla="*/ 196858 h 433836"/>
              <a:gd name="connsiteX28" fmla="*/ 278447 w 606573"/>
              <a:gd name="connsiteY28" fmla="*/ 325926 h 433836"/>
              <a:gd name="connsiteX29" fmla="*/ 262992 w 606573"/>
              <a:gd name="connsiteY29" fmla="*/ 332293 h 433836"/>
              <a:gd name="connsiteX30" fmla="*/ 247463 w 606573"/>
              <a:gd name="connsiteY30" fmla="*/ 325926 h 433836"/>
              <a:gd name="connsiteX31" fmla="*/ 188420 w 606573"/>
              <a:gd name="connsiteY31" fmla="*/ 266972 h 433836"/>
              <a:gd name="connsiteX32" fmla="*/ 188420 w 606573"/>
              <a:gd name="connsiteY32" fmla="*/ 235960 h 433836"/>
              <a:gd name="connsiteX33" fmla="*/ 203950 w 606573"/>
              <a:gd name="connsiteY33" fmla="*/ 229593 h 433836"/>
              <a:gd name="connsiteX34" fmla="*/ 219405 w 606573"/>
              <a:gd name="connsiteY34" fmla="*/ 235960 h 433836"/>
              <a:gd name="connsiteX35" fmla="*/ 262992 w 606573"/>
              <a:gd name="connsiteY35" fmla="*/ 279482 h 433836"/>
              <a:gd name="connsiteX36" fmla="*/ 376725 w 606573"/>
              <a:gd name="connsiteY36" fmla="*/ 165845 h 433836"/>
              <a:gd name="connsiteX37" fmla="*/ 392255 w 606573"/>
              <a:gd name="connsiteY37" fmla="*/ 159478 h 433836"/>
              <a:gd name="connsiteX38" fmla="*/ 368791 w 606573"/>
              <a:gd name="connsiteY38" fmla="*/ 43743 h 433836"/>
              <a:gd name="connsiteX39" fmla="*/ 271547 w 606573"/>
              <a:gd name="connsiteY39" fmla="*/ 96250 h 433836"/>
              <a:gd name="connsiteX40" fmla="*/ 258567 w 606573"/>
              <a:gd name="connsiteY40" fmla="*/ 103216 h 433836"/>
              <a:gd name="connsiteX41" fmla="*/ 249713 w 606573"/>
              <a:gd name="connsiteY41" fmla="*/ 100519 h 433836"/>
              <a:gd name="connsiteX42" fmla="*/ 199740 w 606573"/>
              <a:gd name="connsiteY42" fmla="*/ 84640 h 433836"/>
              <a:gd name="connsiteX43" fmla="*/ 196889 w 606573"/>
              <a:gd name="connsiteY43" fmla="*/ 84640 h 433836"/>
              <a:gd name="connsiteX44" fmla="*/ 129734 w 606573"/>
              <a:gd name="connsiteY44" fmla="*/ 112354 h 433836"/>
              <a:gd name="connsiteX45" fmla="*/ 101146 w 606573"/>
              <a:gd name="connsiteY45" fmla="*/ 179242 h 433836"/>
              <a:gd name="connsiteX46" fmla="*/ 102647 w 606573"/>
              <a:gd name="connsiteY46" fmla="*/ 196994 h 433836"/>
              <a:gd name="connsiteX47" fmla="*/ 94318 w 606573"/>
              <a:gd name="connsiteY47" fmla="*/ 213622 h 433836"/>
              <a:gd name="connsiteX48" fmla="*/ 43896 w 606573"/>
              <a:gd name="connsiteY48" fmla="*/ 296240 h 433836"/>
              <a:gd name="connsiteX49" fmla="*/ 71208 w 606573"/>
              <a:gd name="connsiteY49" fmla="*/ 362079 h 433836"/>
              <a:gd name="connsiteX50" fmla="*/ 138363 w 606573"/>
              <a:gd name="connsiteY50" fmla="*/ 390093 h 433836"/>
              <a:gd name="connsiteX51" fmla="*/ 465059 w 606573"/>
              <a:gd name="connsiteY51" fmla="*/ 390093 h 433836"/>
              <a:gd name="connsiteX52" fmla="*/ 534540 w 606573"/>
              <a:gd name="connsiteY52" fmla="*/ 361031 h 433836"/>
              <a:gd name="connsiteX53" fmla="*/ 562677 w 606573"/>
              <a:gd name="connsiteY53" fmla="*/ 292794 h 433836"/>
              <a:gd name="connsiteX54" fmla="*/ 542869 w 606573"/>
              <a:gd name="connsiteY54" fmla="*/ 234970 h 433836"/>
              <a:gd name="connsiteX55" fmla="*/ 493496 w 606573"/>
              <a:gd name="connsiteY55" fmla="*/ 200964 h 433836"/>
              <a:gd name="connsiteX56" fmla="*/ 482617 w 606573"/>
              <a:gd name="connsiteY56" fmla="*/ 182837 h 433836"/>
              <a:gd name="connsiteX57" fmla="*/ 484943 w 606573"/>
              <a:gd name="connsiteY57" fmla="*/ 159692 h 433836"/>
              <a:gd name="connsiteX58" fmla="*/ 368791 w 606573"/>
              <a:gd name="connsiteY58" fmla="*/ 43743 h 433836"/>
              <a:gd name="connsiteX59" fmla="*/ 368752 w 606573"/>
              <a:gd name="connsiteY59" fmla="*/ 43198 h 433836"/>
              <a:gd name="connsiteX60" fmla="*/ 485352 w 606573"/>
              <a:gd name="connsiteY60" fmla="*/ 159687 h 433836"/>
              <a:gd name="connsiteX61" fmla="*/ 483026 w 606573"/>
              <a:gd name="connsiteY61" fmla="*/ 182910 h 433836"/>
              <a:gd name="connsiteX62" fmla="*/ 493605 w 606573"/>
              <a:gd name="connsiteY62" fmla="*/ 200514 h 433836"/>
              <a:gd name="connsiteX63" fmla="*/ 543239 w 606573"/>
              <a:gd name="connsiteY63" fmla="*/ 234721 h 433836"/>
              <a:gd name="connsiteX64" fmla="*/ 544806 w 606573"/>
              <a:gd name="connsiteY64" fmla="*/ 237624 h 433836"/>
              <a:gd name="connsiteX65" fmla="*/ 562649 w 606573"/>
              <a:gd name="connsiteY65" fmla="*/ 289854 h 433836"/>
              <a:gd name="connsiteX66" fmla="*/ 563160 w 606573"/>
              <a:gd name="connsiteY66" fmla="*/ 292806 h 433836"/>
              <a:gd name="connsiteX67" fmla="*/ 465018 w 606573"/>
              <a:gd name="connsiteY67" fmla="*/ 390567 h 433836"/>
              <a:gd name="connsiteX68" fmla="*/ 138329 w 606573"/>
              <a:gd name="connsiteY68" fmla="*/ 390567 h 433836"/>
              <a:gd name="connsiteX69" fmla="*/ 43338 w 606573"/>
              <a:gd name="connsiteY69" fmla="*/ 296252 h 433836"/>
              <a:gd name="connsiteX70" fmla="*/ 94060 w 606573"/>
              <a:gd name="connsiteY70" fmla="*/ 213174 h 433836"/>
              <a:gd name="connsiteX71" fmla="*/ 102163 w 606573"/>
              <a:gd name="connsiteY71" fmla="*/ 197068 h 433836"/>
              <a:gd name="connsiteX72" fmla="*/ 100663 w 606573"/>
              <a:gd name="connsiteY72" fmla="*/ 179239 h 433836"/>
              <a:gd name="connsiteX73" fmla="*/ 196854 w 606573"/>
              <a:gd name="connsiteY73" fmla="*/ 84100 h 433836"/>
              <a:gd name="connsiteX74" fmla="*/ 199705 w 606573"/>
              <a:gd name="connsiteY74" fmla="*/ 84100 h 433836"/>
              <a:gd name="connsiteX75" fmla="*/ 249976 w 606573"/>
              <a:gd name="connsiteY75" fmla="*/ 100057 h 433836"/>
              <a:gd name="connsiteX76" fmla="*/ 258530 w 606573"/>
              <a:gd name="connsiteY76" fmla="*/ 102678 h 433836"/>
              <a:gd name="connsiteX77" fmla="*/ 271060 w 606573"/>
              <a:gd name="connsiteY77" fmla="*/ 95936 h 433836"/>
              <a:gd name="connsiteX78" fmla="*/ 312393 w 606573"/>
              <a:gd name="connsiteY78" fmla="*/ 57684 h 433836"/>
              <a:gd name="connsiteX79" fmla="*/ 317254 w 606573"/>
              <a:gd name="connsiteY79" fmla="*/ 55742 h 433836"/>
              <a:gd name="connsiteX80" fmla="*/ 365369 w 606573"/>
              <a:gd name="connsiteY80" fmla="*/ 43631 h 433836"/>
              <a:gd name="connsiteX81" fmla="*/ 368791 w 606573"/>
              <a:gd name="connsiteY81" fmla="*/ 42769 h 433836"/>
              <a:gd name="connsiteX82" fmla="*/ 365369 w 606573"/>
              <a:gd name="connsiteY82" fmla="*/ 43631 h 433836"/>
              <a:gd name="connsiteX83" fmla="*/ 339169 w 606573"/>
              <a:gd name="connsiteY83" fmla="*/ 46982 h 433836"/>
              <a:gd name="connsiteX84" fmla="*/ 317254 w 606573"/>
              <a:gd name="connsiteY84" fmla="*/ 55742 h 433836"/>
              <a:gd name="connsiteX85" fmla="*/ 313032 w 606573"/>
              <a:gd name="connsiteY85" fmla="*/ 56804 h 433836"/>
              <a:gd name="connsiteX86" fmla="*/ 270722 w 606573"/>
              <a:gd name="connsiteY86" fmla="*/ 95726 h 433836"/>
              <a:gd name="connsiteX87" fmla="*/ 258567 w 606573"/>
              <a:gd name="connsiteY87" fmla="*/ 102242 h 433836"/>
              <a:gd name="connsiteX88" fmla="*/ 250238 w 606573"/>
              <a:gd name="connsiteY88" fmla="*/ 99695 h 433836"/>
              <a:gd name="connsiteX89" fmla="*/ 199740 w 606573"/>
              <a:gd name="connsiteY89" fmla="*/ 83666 h 433836"/>
              <a:gd name="connsiteX90" fmla="*/ 196889 w 606573"/>
              <a:gd name="connsiteY90" fmla="*/ 83591 h 433836"/>
              <a:gd name="connsiteX91" fmla="*/ 129059 w 606573"/>
              <a:gd name="connsiteY91" fmla="*/ 111680 h 433836"/>
              <a:gd name="connsiteX92" fmla="*/ 100171 w 606573"/>
              <a:gd name="connsiteY92" fmla="*/ 179242 h 433836"/>
              <a:gd name="connsiteX93" fmla="*/ 101671 w 606573"/>
              <a:gd name="connsiteY93" fmla="*/ 197144 h 433836"/>
              <a:gd name="connsiteX94" fmla="*/ 93868 w 606573"/>
              <a:gd name="connsiteY94" fmla="*/ 212723 h 433836"/>
              <a:gd name="connsiteX95" fmla="*/ 42845 w 606573"/>
              <a:gd name="connsiteY95" fmla="*/ 296240 h 433836"/>
              <a:gd name="connsiteX96" fmla="*/ 70533 w 606573"/>
              <a:gd name="connsiteY96" fmla="*/ 362753 h 433836"/>
              <a:gd name="connsiteX97" fmla="*/ 138363 w 606573"/>
              <a:gd name="connsiteY97" fmla="*/ 391067 h 433836"/>
              <a:gd name="connsiteX98" fmla="*/ 465059 w 606573"/>
              <a:gd name="connsiteY98" fmla="*/ 391067 h 433836"/>
              <a:gd name="connsiteX99" fmla="*/ 535290 w 606573"/>
              <a:gd name="connsiteY99" fmla="*/ 361780 h 433836"/>
              <a:gd name="connsiteX100" fmla="*/ 563653 w 606573"/>
              <a:gd name="connsiteY100" fmla="*/ 292794 h 433836"/>
              <a:gd name="connsiteX101" fmla="*/ 562649 w 606573"/>
              <a:gd name="connsiteY101" fmla="*/ 289854 h 433836"/>
              <a:gd name="connsiteX102" fmla="*/ 557758 w 606573"/>
              <a:gd name="connsiteY102" fmla="*/ 261625 h 433836"/>
              <a:gd name="connsiteX103" fmla="*/ 544806 w 606573"/>
              <a:gd name="connsiteY103" fmla="*/ 237624 h 433836"/>
              <a:gd name="connsiteX104" fmla="*/ 543694 w 606573"/>
              <a:gd name="connsiteY104" fmla="*/ 234370 h 433836"/>
              <a:gd name="connsiteX105" fmla="*/ 493797 w 606573"/>
              <a:gd name="connsiteY105" fmla="*/ 199990 h 433836"/>
              <a:gd name="connsiteX106" fmla="*/ 483592 w 606573"/>
              <a:gd name="connsiteY106" fmla="*/ 182987 h 433836"/>
              <a:gd name="connsiteX107" fmla="*/ 485918 w 606573"/>
              <a:gd name="connsiteY107" fmla="*/ 159692 h 433836"/>
              <a:gd name="connsiteX108" fmla="*/ 368791 w 606573"/>
              <a:gd name="connsiteY108" fmla="*/ 42769 h 433836"/>
              <a:gd name="connsiteX109" fmla="*/ 368791 w 606573"/>
              <a:gd name="connsiteY109" fmla="*/ 974 h 433836"/>
              <a:gd name="connsiteX110" fmla="*/ 430693 w 606573"/>
              <a:gd name="connsiteY110" fmla="*/ 13482 h 433836"/>
              <a:gd name="connsiteX111" fmla="*/ 481191 w 606573"/>
              <a:gd name="connsiteY111" fmla="*/ 47488 h 433836"/>
              <a:gd name="connsiteX112" fmla="*/ 515256 w 606573"/>
              <a:gd name="connsiteY112" fmla="*/ 97898 h 433836"/>
              <a:gd name="connsiteX113" fmla="*/ 527787 w 606573"/>
              <a:gd name="connsiteY113" fmla="*/ 159692 h 433836"/>
              <a:gd name="connsiteX114" fmla="*/ 527562 w 606573"/>
              <a:gd name="connsiteY114" fmla="*/ 168156 h 433836"/>
              <a:gd name="connsiteX115" fmla="*/ 527562 w 606573"/>
              <a:gd name="connsiteY115" fmla="*/ 168456 h 433836"/>
              <a:gd name="connsiteX116" fmla="*/ 527787 w 606573"/>
              <a:gd name="connsiteY116" fmla="*/ 168606 h 433836"/>
              <a:gd name="connsiteX117" fmla="*/ 545495 w 606573"/>
              <a:gd name="connsiteY117" fmla="*/ 179017 h 433836"/>
              <a:gd name="connsiteX118" fmla="*/ 576934 w 606573"/>
              <a:gd name="connsiteY118" fmla="*/ 209053 h 433836"/>
              <a:gd name="connsiteX119" fmla="*/ 597793 w 606573"/>
              <a:gd name="connsiteY119" fmla="*/ 247703 h 433836"/>
              <a:gd name="connsiteX120" fmla="*/ 605521 w 606573"/>
              <a:gd name="connsiteY120" fmla="*/ 292495 h 433836"/>
              <a:gd name="connsiteX121" fmla="*/ 594717 w 606573"/>
              <a:gd name="connsiteY121" fmla="*/ 346874 h 433836"/>
              <a:gd name="connsiteX122" fmla="*/ 565003 w 606573"/>
              <a:gd name="connsiteY122" fmla="*/ 391216 h 433836"/>
              <a:gd name="connsiteX123" fmla="*/ 520133 w 606573"/>
              <a:gd name="connsiteY123" fmla="*/ 421627 h 433836"/>
              <a:gd name="connsiteX124" fmla="*/ 465059 w 606573"/>
              <a:gd name="connsiteY124" fmla="*/ 432862 h 433836"/>
              <a:gd name="connsiteX125" fmla="*/ 138363 w 606573"/>
              <a:gd name="connsiteY125" fmla="*/ 432862 h 433836"/>
              <a:gd name="connsiteX126" fmla="*/ 84714 w 606573"/>
              <a:gd name="connsiteY126" fmla="*/ 421852 h 433836"/>
              <a:gd name="connsiteX127" fmla="*/ 40894 w 606573"/>
              <a:gd name="connsiteY127" fmla="*/ 392265 h 433836"/>
              <a:gd name="connsiteX128" fmla="*/ 11706 w 606573"/>
              <a:gd name="connsiteY128" fmla="*/ 349046 h 433836"/>
              <a:gd name="connsiteX129" fmla="*/ 976 w 606573"/>
              <a:gd name="connsiteY129" fmla="*/ 296090 h 433836"/>
              <a:gd name="connsiteX130" fmla="*/ 21536 w 606573"/>
              <a:gd name="connsiteY130" fmla="*/ 224708 h 433836"/>
              <a:gd name="connsiteX131" fmla="*/ 58227 w 606573"/>
              <a:gd name="connsiteY131" fmla="*/ 185684 h 433836"/>
              <a:gd name="connsiteX132" fmla="*/ 58377 w 606573"/>
              <a:gd name="connsiteY132" fmla="*/ 185534 h 433836"/>
              <a:gd name="connsiteX133" fmla="*/ 58377 w 606573"/>
              <a:gd name="connsiteY133" fmla="*/ 185234 h 433836"/>
              <a:gd name="connsiteX134" fmla="*/ 58302 w 606573"/>
              <a:gd name="connsiteY134" fmla="*/ 178867 h 433836"/>
              <a:gd name="connsiteX135" fmla="*/ 69707 w 606573"/>
              <a:gd name="connsiteY135" fmla="*/ 125387 h 433836"/>
              <a:gd name="connsiteX136" fmla="*/ 99646 w 606573"/>
              <a:gd name="connsiteY136" fmla="*/ 81943 h 433836"/>
              <a:gd name="connsiteX137" fmla="*/ 143390 w 606573"/>
              <a:gd name="connsiteY137" fmla="*/ 52657 h 433836"/>
              <a:gd name="connsiteX138" fmla="*/ 196889 w 606573"/>
              <a:gd name="connsiteY138" fmla="*/ 41796 h 433836"/>
              <a:gd name="connsiteX139" fmla="*/ 201016 w 606573"/>
              <a:gd name="connsiteY139" fmla="*/ 41871 h 433836"/>
              <a:gd name="connsiteX140" fmla="*/ 250838 w 606573"/>
              <a:gd name="connsiteY140" fmla="*/ 52731 h 433836"/>
              <a:gd name="connsiteX141" fmla="*/ 251138 w 606573"/>
              <a:gd name="connsiteY141" fmla="*/ 52881 h 433836"/>
              <a:gd name="connsiteX142" fmla="*/ 251438 w 606573"/>
              <a:gd name="connsiteY142" fmla="*/ 52657 h 433836"/>
              <a:gd name="connsiteX143" fmla="*/ 291956 w 606573"/>
              <a:gd name="connsiteY143" fmla="*/ 20673 h 433836"/>
              <a:gd name="connsiteX144" fmla="*/ 368791 w 606573"/>
              <a:gd name="connsiteY144" fmla="*/ 974 h 433836"/>
              <a:gd name="connsiteX145" fmla="*/ 368752 w 606573"/>
              <a:gd name="connsiteY145" fmla="*/ 423 h 433836"/>
              <a:gd name="connsiteX146" fmla="*/ 291694 w 606573"/>
              <a:gd name="connsiteY146" fmla="*/ 20275 h 433836"/>
              <a:gd name="connsiteX147" fmla="*/ 251027 w 606573"/>
              <a:gd name="connsiteY147" fmla="*/ 52262 h 433836"/>
              <a:gd name="connsiteX148" fmla="*/ 200980 w 606573"/>
              <a:gd name="connsiteY148" fmla="*/ 41400 h 433836"/>
              <a:gd name="connsiteX149" fmla="*/ 196854 w 606573"/>
              <a:gd name="connsiteY149" fmla="*/ 41325 h 433836"/>
              <a:gd name="connsiteX150" fmla="*/ 143206 w 606573"/>
              <a:gd name="connsiteY150" fmla="*/ 52187 h 433836"/>
              <a:gd name="connsiteX151" fmla="*/ 99237 w 606573"/>
              <a:gd name="connsiteY151" fmla="*/ 81553 h 433836"/>
              <a:gd name="connsiteX152" fmla="*/ 69224 w 606573"/>
              <a:gd name="connsiteY152" fmla="*/ 125152 h 433836"/>
              <a:gd name="connsiteX153" fmla="*/ 57744 w 606573"/>
              <a:gd name="connsiteY153" fmla="*/ 178864 h 433836"/>
              <a:gd name="connsiteX154" fmla="*/ 57894 w 606573"/>
              <a:gd name="connsiteY154" fmla="*/ 185232 h 433836"/>
              <a:gd name="connsiteX155" fmla="*/ 21054 w 606573"/>
              <a:gd name="connsiteY155" fmla="*/ 224411 h 433836"/>
              <a:gd name="connsiteX156" fmla="*/ 495 w 606573"/>
              <a:gd name="connsiteY156" fmla="*/ 296102 h 433836"/>
              <a:gd name="connsiteX157" fmla="*/ 11225 w 606573"/>
              <a:gd name="connsiteY157" fmla="*/ 349290 h 433836"/>
              <a:gd name="connsiteX158" fmla="*/ 40487 w 606573"/>
              <a:gd name="connsiteY158" fmla="*/ 392590 h 433836"/>
              <a:gd name="connsiteX159" fmla="*/ 84456 w 606573"/>
              <a:gd name="connsiteY159" fmla="*/ 422405 h 433836"/>
              <a:gd name="connsiteX160" fmla="*/ 138329 w 606573"/>
              <a:gd name="connsiteY160" fmla="*/ 433342 h 433836"/>
              <a:gd name="connsiteX161" fmla="*/ 465018 w 606573"/>
              <a:gd name="connsiteY161" fmla="*/ 433342 h 433836"/>
              <a:gd name="connsiteX162" fmla="*/ 520241 w 606573"/>
              <a:gd name="connsiteY162" fmla="*/ 422105 h 433836"/>
              <a:gd name="connsiteX163" fmla="*/ 565261 w 606573"/>
              <a:gd name="connsiteY163" fmla="*/ 391541 h 433836"/>
              <a:gd name="connsiteX164" fmla="*/ 595198 w 606573"/>
              <a:gd name="connsiteY164" fmla="*/ 347118 h 433836"/>
              <a:gd name="connsiteX165" fmla="*/ 606003 w 606573"/>
              <a:gd name="connsiteY165" fmla="*/ 292507 h 433836"/>
              <a:gd name="connsiteX166" fmla="*/ 598200 w 606573"/>
              <a:gd name="connsiteY166" fmla="*/ 247559 h 433836"/>
              <a:gd name="connsiteX167" fmla="*/ 577266 w 606573"/>
              <a:gd name="connsiteY167" fmla="*/ 208755 h 433836"/>
              <a:gd name="connsiteX168" fmla="*/ 545752 w 606573"/>
              <a:gd name="connsiteY168" fmla="*/ 178640 h 433836"/>
              <a:gd name="connsiteX169" fmla="*/ 527970 w 606573"/>
              <a:gd name="connsiteY169" fmla="*/ 168152 h 433836"/>
              <a:gd name="connsiteX170" fmla="*/ 528195 w 606573"/>
              <a:gd name="connsiteY170" fmla="*/ 159687 h 433836"/>
              <a:gd name="connsiteX171" fmla="*/ 515664 w 606573"/>
              <a:gd name="connsiteY171" fmla="*/ 97659 h 433836"/>
              <a:gd name="connsiteX172" fmla="*/ 481525 w 606573"/>
              <a:gd name="connsiteY172" fmla="*/ 47093 h 433836"/>
              <a:gd name="connsiteX173" fmla="*/ 430803 w 606573"/>
              <a:gd name="connsiteY173" fmla="*/ 13008 h 433836"/>
              <a:gd name="connsiteX174" fmla="*/ 368752 w 606573"/>
              <a:gd name="connsiteY174" fmla="*/ 423 h 433836"/>
              <a:gd name="connsiteX175" fmla="*/ 368791 w 606573"/>
              <a:gd name="connsiteY175" fmla="*/ 0 h 433836"/>
              <a:gd name="connsiteX176" fmla="*/ 431069 w 606573"/>
              <a:gd name="connsiteY176" fmla="*/ 12509 h 433836"/>
              <a:gd name="connsiteX177" fmla="*/ 481866 w 606573"/>
              <a:gd name="connsiteY177" fmla="*/ 46739 h 433836"/>
              <a:gd name="connsiteX178" fmla="*/ 516157 w 606573"/>
              <a:gd name="connsiteY178" fmla="*/ 97523 h 433836"/>
              <a:gd name="connsiteX179" fmla="*/ 528762 w 606573"/>
              <a:gd name="connsiteY179" fmla="*/ 159692 h 433836"/>
              <a:gd name="connsiteX180" fmla="*/ 528537 w 606573"/>
              <a:gd name="connsiteY180" fmla="*/ 167857 h 433836"/>
              <a:gd name="connsiteX181" fmla="*/ 546020 w 606573"/>
              <a:gd name="connsiteY181" fmla="*/ 178193 h 433836"/>
              <a:gd name="connsiteX182" fmla="*/ 577759 w 606573"/>
              <a:gd name="connsiteY182" fmla="*/ 208454 h 433836"/>
              <a:gd name="connsiteX183" fmla="*/ 598769 w 606573"/>
              <a:gd name="connsiteY183" fmla="*/ 247403 h 433836"/>
              <a:gd name="connsiteX184" fmla="*/ 606572 w 606573"/>
              <a:gd name="connsiteY184" fmla="*/ 292495 h 433836"/>
              <a:gd name="connsiteX185" fmla="*/ 595692 w 606573"/>
              <a:gd name="connsiteY185" fmla="*/ 347249 h 433836"/>
              <a:gd name="connsiteX186" fmla="*/ 565679 w 606573"/>
              <a:gd name="connsiteY186" fmla="*/ 391891 h 433836"/>
              <a:gd name="connsiteX187" fmla="*/ 520509 w 606573"/>
              <a:gd name="connsiteY187" fmla="*/ 422526 h 433836"/>
              <a:gd name="connsiteX188" fmla="*/ 465059 w 606573"/>
              <a:gd name="connsiteY188" fmla="*/ 433836 h 433836"/>
              <a:gd name="connsiteX189" fmla="*/ 138363 w 606573"/>
              <a:gd name="connsiteY189" fmla="*/ 433836 h 433836"/>
              <a:gd name="connsiteX190" fmla="*/ 84264 w 606573"/>
              <a:gd name="connsiteY190" fmla="*/ 422825 h 433836"/>
              <a:gd name="connsiteX191" fmla="*/ 40144 w 606573"/>
              <a:gd name="connsiteY191" fmla="*/ 392939 h 433836"/>
              <a:gd name="connsiteX192" fmla="*/ 10806 w 606573"/>
              <a:gd name="connsiteY192" fmla="*/ 349496 h 433836"/>
              <a:gd name="connsiteX193" fmla="*/ 1 w 606573"/>
              <a:gd name="connsiteY193" fmla="*/ 296090 h 433836"/>
              <a:gd name="connsiteX194" fmla="*/ 20710 w 606573"/>
              <a:gd name="connsiteY194" fmla="*/ 224184 h 433836"/>
              <a:gd name="connsiteX195" fmla="*/ 57402 w 606573"/>
              <a:gd name="connsiteY195" fmla="*/ 185010 h 433836"/>
              <a:gd name="connsiteX196" fmla="*/ 57327 w 606573"/>
              <a:gd name="connsiteY196" fmla="*/ 178867 h 433836"/>
              <a:gd name="connsiteX197" fmla="*/ 68807 w 606573"/>
              <a:gd name="connsiteY197" fmla="*/ 125012 h 433836"/>
              <a:gd name="connsiteX198" fmla="*/ 98895 w 606573"/>
              <a:gd name="connsiteY198" fmla="*/ 81194 h 433836"/>
              <a:gd name="connsiteX199" fmla="*/ 143015 w 606573"/>
              <a:gd name="connsiteY199" fmla="*/ 51758 h 433836"/>
              <a:gd name="connsiteX200" fmla="*/ 196889 w 606573"/>
              <a:gd name="connsiteY200" fmla="*/ 40822 h 433836"/>
              <a:gd name="connsiteX201" fmla="*/ 201016 w 606573"/>
              <a:gd name="connsiteY201" fmla="*/ 40897 h 433836"/>
              <a:gd name="connsiteX202" fmla="*/ 250913 w 606573"/>
              <a:gd name="connsiteY202" fmla="*/ 51683 h 433836"/>
              <a:gd name="connsiteX203" fmla="*/ 291431 w 606573"/>
              <a:gd name="connsiteY203" fmla="*/ 19849 h 433836"/>
              <a:gd name="connsiteX204" fmla="*/ 368791 w 606573"/>
              <a:gd name="connsiteY204" fmla="*/ 0 h 433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</a:cxnLst>
            <a:rect l="l" t="t" r="r" b="b"/>
            <a:pathLst>
              <a:path w="606573" h="433836">
                <a:moveTo>
                  <a:pt x="392255" y="160452"/>
                </a:moveTo>
                <a:cubicBezTo>
                  <a:pt x="397807" y="160452"/>
                  <a:pt x="403058" y="162624"/>
                  <a:pt x="407034" y="166594"/>
                </a:cubicBezTo>
                <a:cubicBezTo>
                  <a:pt x="415212" y="174685"/>
                  <a:pt x="415212" y="187943"/>
                  <a:pt x="407034" y="196109"/>
                </a:cubicBezTo>
                <a:lnTo>
                  <a:pt x="277772" y="325177"/>
                </a:lnTo>
                <a:cubicBezTo>
                  <a:pt x="273795" y="329147"/>
                  <a:pt x="268544" y="331319"/>
                  <a:pt x="262992" y="331319"/>
                </a:cubicBezTo>
                <a:cubicBezTo>
                  <a:pt x="257366" y="331319"/>
                  <a:pt x="252114" y="329147"/>
                  <a:pt x="248138" y="325177"/>
                </a:cubicBezTo>
                <a:lnTo>
                  <a:pt x="189096" y="266223"/>
                </a:lnTo>
                <a:cubicBezTo>
                  <a:pt x="180993" y="258133"/>
                  <a:pt x="180993" y="244874"/>
                  <a:pt x="189096" y="236709"/>
                </a:cubicBezTo>
                <a:cubicBezTo>
                  <a:pt x="193072" y="232739"/>
                  <a:pt x="198323" y="230567"/>
                  <a:pt x="203950" y="230567"/>
                </a:cubicBezTo>
                <a:cubicBezTo>
                  <a:pt x="209502" y="230567"/>
                  <a:pt x="214753" y="232739"/>
                  <a:pt x="218729" y="236709"/>
                </a:cubicBezTo>
                <a:lnTo>
                  <a:pt x="262992" y="280905"/>
                </a:lnTo>
                <a:lnTo>
                  <a:pt x="377476" y="166594"/>
                </a:lnTo>
                <a:cubicBezTo>
                  <a:pt x="381377" y="162624"/>
                  <a:pt x="386628" y="160452"/>
                  <a:pt x="392255" y="160452"/>
                </a:cubicBezTo>
                <a:close/>
                <a:moveTo>
                  <a:pt x="392252" y="159881"/>
                </a:moveTo>
                <a:cubicBezTo>
                  <a:pt x="386764" y="159881"/>
                  <a:pt x="381286" y="161979"/>
                  <a:pt x="377121" y="166174"/>
                </a:cubicBezTo>
                <a:lnTo>
                  <a:pt x="262983" y="280111"/>
                </a:lnTo>
                <a:lnTo>
                  <a:pt x="219084" y="236289"/>
                </a:lnTo>
                <a:cubicBezTo>
                  <a:pt x="210679" y="227974"/>
                  <a:pt x="197096" y="227974"/>
                  <a:pt x="188767" y="236289"/>
                </a:cubicBezTo>
                <a:cubicBezTo>
                  <a:pt x="180362" y="244679"/>
                  <a:pt x="180362" y="258237"/>
                  <a:pt x="188767" y="266552"/>
                </a:cubicBezTo>
                <a:lnTo>
                  <a:pt x="247825" y="325506"/>
                </a:lnTo>
                <a:cubicBezTo>
                  <a:pt x="251952" y="329701"/>
                  <a:pt x="257505" y="331798"/>
                  <a:pt x="262983" y="331798"/>
                </a:cubicBezTo>
                <a:cubicBezTo>
                  <a:pt x="268461" y="331798"/>
                  <a:pt x="273939" y="329701"/>
                  <a:pt x="278141" y="325506"/>
                </a:cubicBezTo>
                <a:lnTo>
                  <a:pt x="407438" y="196437"/>
                </a:lnTo>
                <a:cubicBezTo>
                  <a:pt x="415768" y="188047"/>
                  <a:pt x="415768" y="174489"/>
                  <a:pt x="407438" y="166174"/>
                </a:cubicBezTo>
                <a:cubicBezTo>
                  <a:pt x="403236" y="161979"/>
                  <a:pt x="397739" y="159881"/>
                  <a:pt x="392252" y="159881"/>
                </a:cubicBezTo>
                <a:close/>
                <a:moveTo>
                  <a:pt x="392255" y="159478"/>
                </a:moveTo>
                <a:cubicBezTo>
                  <a:pt x="398107" y="159478"/>
                  <a:pt x="403583" y="161725"/>
                  <a:pt x="407785" y="165845"/>
                </a:cubicBezTo>
                <a:cubicBezTo>
                  <a:pt x="416262" y="174385"/>
                  <a:pt x="416262" y="188318"/>
                  <a:pt x="407785" y="196858"/>
                </a:cubicBezTo>
                <a:lnTo>
                  <a:pt x="278447" y="325926"/>
                </a:lnTo>
                <a:cubicBezTo>
                  <a:pt x="274321" y="330046"/>
                  <a:pt x="268844" y="332293"/>
                  <a:pt x="262992" y="332293"/>
                </a:cubicBezTo>
                <a:cubicBezTo>
                  <a:pt x="257141" y="332293"/>
                  <a:pt x="251589" y="330046"/>
                  <a:pt x="247463" y="325926"/>
                </a:cubicBezTo>
                <a:lnTo>
                  <a:pt x="188420" y="266972"/>
                </a:lnTo>
                <a:cubicBezTo>
                  <a:pt x="179868" y="258433"/>
                  <a:pt x="179868" y="244500"/>
                  <a:pt x="188420" y="235960"/>
                </a:cubicBezTo>
                <a:cubicBezTo>
                  <a:pt x="192547" y="231840"/>
                  <a:pt x="198098" y="229593"/>
                  <a:pt x="203950" y="229593"/>
                </a:cubicBezTo>
                <a:cubicBezTo>
                  <a:pt x="209802" y="229593"/>
                  <a:pt x="215278" y="231840"/>
                  <a:pt x="219405" y="235960"/>
                </a:cubicBezTo>
                <a:lnTo>
                  <a:pt x="262992" y="279482"/>
                </a:lnTo>
                <a:lnTo>
                  <a:pt x="376725" y="165845"/>
                </a:lnTo>
                <a:cubicBezTo>
                  <a:pt x="380852" y="161725"/>
                  <a:pt x="386403" y="159478"/>
                  <a:pt x="392255" y="159478"/>
                </a:cubicBezTo>
                <a:close/>
                <a:moveTo>
                  <a:pt x="368791" y="43743"/>
                </a:moveTo>
                <a:cubicBezTo>
                  <a:pt x="329473" y="43743"/>
                  <a:pt x="293082" y="63368"/>
                  <a:pt x="271547" y="96250"/>
                </a:cubicBezTo>
                <a:cubicBezTo>
                  <a:pt x="268696" y="100594"/>
                  <a:pt x="263819" y="103216"/>
                  <a:pt x="258567" y="103216"/>
                </a:cubicBezTo>
                <a:cubicBezTo>
                  <a:pt x="255415" y="103216"/>
                  <a:pt x="252339" y="102242"/>
                  <a:pt x="249713" y="100519"/>
                </a:cubicBezTo>
                <a:cubicBezTo>
                  <a:pt x="234856" y="90632"/>
                  <a:pt x="217598" y="85164"/>
                  <a:pt x="199740" y="84640"/>
                </a:cubicBezTo>
                <a:cubicBezTo>
                  <a:pt x="198765" y="84640"/>
                  <a:pt x="197864" y="84640"/>
                  <a:pt x="196889" y="84640"/>
                </a:cubicBezTo>
                <a:cubicBezTo>
                  <a:pt x="171753" y="84640"/>
                  <a:pt x="147892" y="94452"/>
                  <a:pt x="129734" y="112354"/>
                </a:cubicBezTo>
                <a:cubicBezTo>
                  <a:pt x="111501" y="130331"/>
                  <a:pt x="101371" y="154075"/>
                  <a:pt x="101146" y="179242"/>
                </a:cubicBezTo>
                <a:cubicBezTo>
                  <a:pt x="101146" y="185234"/>
                  <a:pt x="101596" y="191152"/>
                  <a:pt x="102647" y="196994"/>
                </a:cubicBezTo>
                <a:cubicBezTo>
                  <a:pt x="103847" y="203735"/>
                  <a:pt x="100471" y="210401"/>
                  <a:pt x="94318" y="213622"/>
                </a:cubicBezTo>
                <a:cubicBezTo>
                  <a:pt x="63329" y="229726"/>
                  <a:pt x="43971" y="261410"/>
                  <a:pt x="43896" y="296240"/>
                </a:cubicBezTo>
                <a:cubicBezTo>
                  <a:pt x="43746" y="320883"/>
                  <a:pt x="53500" y="344252"/>
                  <a:pt x="71208" y="362079"/>
                </a:cubicBezTo>
                <a:cubicBezTo>
                  <a:pt x="89216" y="380131"/>
                  <a:pt x="113077" y="390093"/>
                  <a:pt x="138363" y="390093"/>
                </a:cubicBezTo>
                <a:lnTo>
                  <a:pt x="465059" y="390093"/>
                </a:lnTo>
                <a:cubicBezTo>
                  <a:pt x="491245" y="390093"/>
                  <a:pt x="515931" y="379756"/>
                  <a:pt x="534540" y="361031"/>
                </a:cubicBezTo>
                <a:cubicBezTo>
                  <a:pt x="552848" y="342605"/>
                  <a:pt x="562827" y="318411"/>
                  <a:pt x="562677" y="292794"/>
                </a:cubicBezTo>
                <a:cubicBezTo>
                  <a:pt x="562527" y="271747"/>
                  <a:pt x="555699" y="251748"/>
                  <a:pt x="542869" y="234970"/>
                </a:cubicBezTo>
                <a:cubicBezTo>
                  <a:pt x="530488" y="218791"/>
                  <a:pt x="512930" y="206731"/>
                  <a:pt x="493496" y="200964"/>
                </a:cubicBezTo>
                <a:cubicBezTo>
                  <a:pt x="485768" y="198717"/>
                  <a:pt x="480966" y="190702"/>
                  <a:pt x="482617" y="182837"/>
                </a:cubicBezTo>
                <a:cubicBezTo>
                  <a:pt x="484117" y="175197"/>
                  <a:pt x="484943" y="167482"/>
                  <a:pt x="484943" y="159692"/>
                </a:cubicBezTo>
                <a:cubicBezTo>
                  <a:pt x="484943" y="95800"/>
                  <a:pt x="432794" y="43743"/>
                  <a:pt x="368791" y="43743"/>
                </a:cubicBezTo>
                <a:close/>
                <a:moveTo>
                  <a:pt x="368752" y="43198"/>
                </a:moveTo>
                <a:cubicBezTo>
                  <a:pt x="433129" y="43198"/>
                  <a:pt x="485352" y="95337"/>
                  <a:pt x="485352" y="159687"/>
                </a:cubicBezTo>
                <a:cubicBezTo>
                  <a:pt x="485352" y="167628"/>
                  <a:pt x="484526" y="175418"/>
                  <a:pt x="483026" y="182910"/>
                </a:cubicBezTo>
                <a:cubicBezTo>
                  <a:pt x="481450" y="190626"/>
                  <a:pt x="486027" y="198267"/>
                  <a:pt x="493605" y="200514"/>
                </a:cubicBezTo>
                <a:cubicBezTo>
                  <a:pt x="513601" y="206432"/>
                  <a:pt x="530896" y="218587"/>
                  <a:pt x="543239" y="234721"/>
                </a:cubicBezTo>
                <a:lnTo>
                  <a:pt x="544806" y="237624"/>
                </a:lnTo>
                <a:lnTo>
                  <a:pt x="562649" y="289854"/>
                </a:lnTo>
                <a:lnTo>
                  <a:pt x="563160" y="292806"/>
                </a:lnTo>
                <a:cubicBezTo>
                  <a:pt x="563535" y="346593"/>
                  <a:pt x="518891" y="390567"/>
                  <a:pt x="465018" y="390567"/>
                </a:cubicBezTo>
                <a:lnTo>
                  <a:pt x="138329" y="390567"/>
                </a:lnTo>
                <a:cubicBezTo>
                  <a:pt x="86407" y="390567"/>
                  <a:pt x="43113" y="348092"/>
                  <a:pt x="43338" y="296252"/>
                </a:cubicBezTo>
                <a:cubicBezTo>
                  <a:pt x="43488" y="260144"/>
                  <a:pt x="63972" y="228831"/>
                  <a:pt x="94060" y="213174"/>
                </a:cubicBezTo>
                <a:cubicBezTo>
                  <a:pt x="99912" y="210103"/>
                  <a:pt x="103289" y="203586"/>
                  <a:pt x="102163" y="197068"/>
                </a:cubicBezTo>
                <a:cubicBezTo>
                  <a:pt x="101113" y="191300"/>
                  <a:pt x="100588" y="185307"/>
                  <a:pt x="100663" y="179239"/>
                </a:cubicBezTo>
                <a:cubicBezTo>
                  <a:pt x="101113" y="126800"/>
                  <a:pt x="144631" y="84100"/>
                  <a:pt x="196854" y="84100"/>
                </a:cubicBezTo>
                <a:cubicBezTo>
                  <a:pt x="197829" y="84100"/>
                  <a:pt x="198729" y="84100"/>
                  <a:pt x="199705" y="84100"/>
                </a:cubicBezTo>
                <a:cubicBezTo>
                  <a:pt x="218238" y="84700"/>
                  <a:pt x="235495" y="90468"/>
                  <a:pt x="249976" y="100057"/>
                </a:cubicBezTo>
                <a:cubicBezTo>
                  <a:pt x="252602" y="101854"/>
                  <a:pt x="255604" y="102678"/>
                  <a:pt x="258530" y="102678"/>
                </a:cubicBezTo>
                <a:cubicBezTo>
                  <a:pt x="263407" y="102678"/>
                  <a:pt x="268209" y="100356"/>
                  <a:pt x="271060" y="95936"/>
                </a:cubicBezTo>
                <a:cubicBezTo>
                  <a:pt x="281490" y="80092"/>
                  <a:pt x="295689" y="66908"/>
                  <a:pt x="312393" y="57684"/>
                </a:cubicBezTo>
                <a:lnTo>
                  <a:pt x="317254" y="55742"/>
                </a:lnTo>
                <a:lnTo>
                  <a:pt x="365369" y="43631"/>
                </a:lnTo>
                <a:close/>
                <a:moveTo>
                  <a:pt x="368791" y="42769"/>
                </a:moveTo>
                <a:lnTo>
                  <a:pt x="365369" y="43631"/>
                </a:lnTo>
                <a:lnTo>
                  <a:pt x="339169" y="46982"/>
                </a:lnTo>
                <a:lnTo>
                  <a:pt x="317254" y="55742"/>
                </a:lnTo>
                <a:lnTo>
                  <a:pt x="313032" y="56804"/>
                </a:lnTo>
                <a:cubicBezTo>
                  <a:pt x="296196" y="65896"/>
                  <a:pt x="281602" y="79135"/>
                  <a:pt x="270722" y="95726"/>
                </a:cubicBezTo>
                <a:cubicBezTo>
                  <a:pt x="268021" y="99770"/>
                  <a:pt x="263519" y="102242"/>
                  <a:pt x="258567" y="102242"/>
                </a:cubicBezTo>
                <a:cubicBezTo>
                  <a:pt x="255640" y="102242"/>
                  <a:pt x="252714" y="101343"/>
                  <a:pt x="250238" y="99695"/>
                </a:cubicBezTo>
                <a:cubicBezTo>
                  <a:pt x="235231" y="89733"/>
                  <a:pt x="217823" y="84191"/>
                  <a:pt x="199740" y="83666"/>
                </a:cubicBezTo>
                <a:cubicBezTo>
                  <a:pt x="198840" y="83591"/>
                  <a:pt x="197864" y="83591"/>
                  <a:pt x="196889" y="83591"/>
                </a:cubicBezTo>
                <a:cubicBezTo>
                  <a:pt x="171453" y="83591"/>
                  <a:pt x="147367" y="93553"/>
                  <a:pt x="129059" y="111680"/>
                </a:cubicBezTo>
                <a:cubicBezTo>
                  <a:pt x="110675" y="129806"/>
                  <a:pt x="100396" y="153775"/>
                  <a:pt x="100171" y="179242"/>
                </a:cubicBezTo>
                <a:cubicBezTo>
                  <a:pt x="100096" y="185234"/>
                  <a:pt x="100621" y="191301"/>
                  <a:pt x="101671" y="197144"/>
                </a:cubicBezTo>
                <a:cubicBezTo>
                  <a:pt x="102797" y="203436"/>
                  <a:pt x="99646" y="209727"/>
                  <a:pt x="93868" y="212723"/>
                </a:cubicBezTo>
                <a:cubicBezTo>
                  <a:pt x="62504" y="229052"/>
                  <a:pt x="42995" y="261036"/>
                  <a:pt x="42845" y="296240"/>
                </a:cubicBezTo>
                <a:cubicBezTo>
                  <a:pt x="42770" y="321182"/>
                  <a:pt x="52600" y="344777"/>
                  <a:pt x="70533" y="362753"/>
                </a:cubicBezTo>
                <a:cubicBezTo>
                  <a:pt x="88766" y="381030"/>
                  <a:pt x="112851" y="391067"/>
                  <a:pt x="138363" y="391067"/>
                </a:cubicBezTo>
                <a:lnTo>
                  <a:pt x="465059" y="391067"/>
                </a:lnTo>
                <a:cubicBezTo>
                  <a:pt x="491546" y="391067"/>
                  <a:pt x="516457" y="380655"/>
                  <a:pt x="535290" y="361780"/>
                </a:cubicBezTo>
                <a:cubicBezTo>
                  <a:pt x="553748" y="343129"/>
                  <a:pt x="563878" y="318636"/>
                  <a:pt x="563653" y="292794"/>
                </a:cubicBezTo>
                <a:lnTo>
                  <a:pt x="562649" y="289854"/>
                </a:lnTo>
                <a:lnTo>
                  <a:pt x="557758" y="261625"/>
                </a:lnTo>
                <a:lnTo>
                  <a:pt x="544806" y="237624"/>
                </a:lnTo>
                <a:lnTo>
                  <a:pt x="543694" y="234370"/>
                </a:lnTo>
                <a:cubicBezTo>
                  <a:pt x="531163" y="218042"/>
                  <a:pt x="513455" y="205832"/>
                  <a:pt x="493797" y="199990"/>
                </a:cubicBezTo>
                <a:cubicBezTo>
                  <a:pt x="486518" y="197893"/>
                  <a:pt x="482091" y="190402"/>
                  <a:pt x="483592" y="182987"/>
                </a:cubicBezTo>
                <a:cubicBezTo>
                  <a:pt x="485093" y="175347"/>
                  <a:pt x="485918" y="167557"/>
                  <a:pt x="485918" y="159692"/>
                </a:cubicBezTo>
                <a:cubicBezTo>
                  <a:pt x="485918" y="95201"/>
                  <a:pt x="433395" y="42769"/>
                  <a:pt x="368791" y="42769"/>
                </a:cubicBezTo>
                <a:close/>
                <a:moveTo>
                  <a:pt x="368791" y="974"/>
                </a:moveTo>
                <a:cubicBezTo>
                  <a:pt x="390175" y="974"/>
                  <a:pt x="411035" y="5168"/>
                  <a:pt x="430693" y="13482"/>
                </a:cubicBezTo>
                <a:cubicBezTo>
                  <a:pt x="449602" y="21422"/>
                  <a:pt x="466634" y="32882"/>
                  <a:pt x="481191" y="47488"/>
                </a:cubicBezTo>
                <a:cubicBezTo>
                  <a:pt x="495823" y="62019"/>
                  <a:pt x="507228" y="79022"/>
                  <a:pt x="515256" y="97898"/>
                </a:cubicBezTo>
                <a:cubicBezTo>
                  <a:pt x="523585" y="117522"/>
                  <a:pt x="527787" y="138270"/>
                  <a:pt x="527787" y="159692"/>
                </a:cubicBezTo>
                <a:cubicBezTo>
                  <a:pt x="527787" y="162539"/>
                  <a:pt x="527712" y="165385"/>
                  <a:pt x="527562" y="168156"/>
                </a:cubicBezTo>
                <a:lnTo>
                  <a:pt x="527562" y="168456"/>
                </a:lnTo>
                <a:lnTo>
                  <a:pt x="527787" y="168606"/>
                </a:lnTo>
                <a:cubicBezTo>
                  <a:pt x="533939" y="171602"/>
                  <a:pt x="539867" y="175122"/>
                  <a:pt x="545495" y="179017"/>
                </a:cubicBezTo>
                <a:cubicBezTo>
                  <a:pt x="557500" y="187331"/>
                  <a:pt x="568080" y="197443"/>
                  <a:pt x="576934" y="209053"/>
                </a:cubicBezTo>
                <a:cubicBezTo>
                  <a:pt x="585938" y="220813"/>
                  <a:pt x="592991" y="233771"/>
                  <a:pt x="597793" y="247703"/>
                </a:cubicBezTo>
                <a:cubicBezTo>
                  <a:pt x="602820" y="262084"/>
                  <a:pt x="605446" y="277140"/>
                  <a:pt x="605521" y="292495"/>
                </a:cubicBezTo>
                <a:cubicBezTo>
                  <a:pt x="605672" y="311295"/>
                  <a:pt x="602070" y="329572"/>
                  <a:pt x="594717" y="346874"/>
                </a:cubicBezTo>
                <a:cubicBezTo>
                  <a:pt x="587739" y="363428"/>
                  <a:pt x="577759" y="378333"/>
                  <a:pt x="565003" y="391216"/>
                </a:cubicBezTo>
                <a:cubicBezTo>
                  <a:pt x="552023" y="404175"/>
                  <a:pt x="536941" y="414436"/>
                  <a:pt x="520133" y="421627"/>
                </a:cubicBezTo>
                <a:cubicBezTo>
                  <a:pt x="502575" y="429042"/>
                  <a:pt x="484117" y="432862"/>
                  <a:pt x="465059" y="432862"/>
                </a:cubicBezTo>
                <a:lnTo>
                  <a:pt x="138363" y="432862"/>
                </a:lnTo>
                <a:cubicBezTo>
                  <a:pt x="119830" y="432862"/>
                  <a:pt x="101746" y="429192"/>
                  <a:pt x="84714" y="421852"/>
                </a:cubicBezTo>
                <a:cubicBezTo>
                  <a:pt x="68282" y="414886"/>
                  <a:pt x="53500" y="404924"/>
                  <a:pt x="40894" y="392265"/>
                </a:cubicBezTo>
                <a:cubicBezTo>
                  <a:pt x="28364" y="379756"/>
                  <a:pt x="18534" y="365225"/>
                  <a:pt x="11706" y="349046"/>
                </a:cubicBezTo>
                <a:cubicBezTo>
                  <a:pt x="4503" y="332193"/>
                  <a:pt x="901" y="314366"/>
                  <a:pt x="976" y="296090"/>
                </a:cubicBezTo>
                <a:cubicBezTo>
                  <a:pt x="1127" y="270773"/>
                  <a:pt x="8180" y="246055"/>
                  <a:pt x="21536" y="224708"/>
                </a:cubicBezTo>
                <a:cubicBezTo>
                  <a:pt x="31140" y="209353"/>
                  <a:pt x="43445" y="196170"/>
                  <a:pt x="58227" y="185684"/>
                </a:cubicBezTo>
                <a:lnTo>
                  <a:pt x="58377" y="185534"/>
                </a:lnTo>
                <a:lnTo>
                  <a:pt x="58377" y="185234"/>
                </a:lnTo>
                <a:cubicBezTo>
                  <a:pt x="58302" y="183137"/>
                  <a:pt x="58302" y="181040"/>
                  <a:pt x="58302" y="178867"/>
                </a:cubicBezTo>
                <a:cubicBezTo>
                  <a:pt x="58452" y="160367"/>
                  <a:pt x="62279" y="142390"/>
                  <a:pt x="69707" y="125387"/>
                </a:cubicBezTo>
                <a:cubicBezTo>
                  <a:pt x="76835" y="109133"/>
                  <a:pt x="86890" y="94527"/>
                  <a:pt x="99646" y="81943"/>
                </a:cubicBezTo>
                <a:cubicBezTo>
                  <a:pt x="112326" y="69435"/>
                  <a:pt x="127033" y="59548"/>
                  <a:pt x="143390" y="52657"/>
                </a:cubicBezTo>
                <a:cubicBezTo>
                  <a:pt x="160423" y="45466"/>
                  <a:pt x="178431" y="41796"/>
                  <a:pt x="196889" y="41796"/>
                </a:cubicBezTo>
                <a:cubicBezTo>
                  <a:pt x="198315" y="41796"/>
                  <a:pt x="199665" y="41871"/>
                  <a:pt x="201016" y="41871"/>
                </a:cubicBezTo>
                <a:cubicBezTo>
                  <a:pt x="218274" y="42395"/>
                  <a:pt x="235006" y="46065"/>
                  <a:pt x="250838" y="52731"/>
                </a:cubicBezTo>
                <a:lnTo>
                  <a:pt x="251138" y="52881"/>
                </a:lnTo>
                <a:lnTo>
                  <a:pt x="251438" y="52657"/>
                </a:lnTo>
                <a:cubicBezTo>
                  <a:pt x="263144" y="39773"/>
                  <a:pt x="276800" y="29062"/>
                  <a:pt x="291956" y="20673"/>
                </a:cubicBezTo>
                <a:cubicBezTo>
                  <a:pt x="315367" y="7790"/>
                  <a:pt x="341929" y="974"/>
                  <a:pt x="368791" y="974"/>
                </a:cubicBezTo>
                <a:close/>
                <a:moveTo>
                  <a:pt x="368752" y="423"/>
                </a:moveTo>
                <a:cubicBezTo>
                  <a:pt x="341740" y="423"/>
                  <a:pt x="315104" y="7315"/>
                  <a:pt x="291694" y="20275"/>
                </a:cubicBezTo>
                <a:cubicBezTo>
                  <a:pt x="276463" y="28590"/>
                  <a:pt x="262732" y="39527"/>
                  <a:pt x="251027" y="52262"/>
                </a:cubicBezTo>
                <a:cubicBezTo>
                  <a:pt x="235195" y="45595"/>
                  <a:pt x="218313" y="41850"/>
                  <a:pt x="200980" y="41400"/>
                </a:cubicBezTo>
                <a:cubicBezTo>
                  <a:pt x="199630" y="41325"/>
                  <a:pt x="198279" y="41325"/>
                  <a:pt x="196854" y="41325"/>
                </a:cubicBezTo>
                <a:cubicBezTo>
                  <a:pt x="178321" y="41325"/>
                  <a:pt x="160313" y="44996"/>
                  <a:pt x="143206" y="52187"/>
                </a:cubicBezTo>
                <a:cubicBezTo>
                  <a:pt x="126774" y="59079"/>
                  <a:pt x="111993" y="68968"/>
                  <a:pt x="99237" y="81553"/>
                </a:cubicBezTo>
                <a:cubicBezTo>
                  <a:pt x="86482" y="94138"/>
                  <a:pt x="76352" y="108821"/>
                  <a:pt x="69224" y="125152"/>
                </a:cubicBezTo>
                <a:cubicBezTo>
                  <a:pt x="61796" y="142232"/>
                  <a:pt x="57970" y="160286"/>
                  <a:pt x="57744" y="178864"/>
                </a:cubicBezTo>
                <a:cubicBezTo>
                  <a:pt x="57744" y="181037"/>
                  <a:pt x="57819" y="183134"/>
                  <a:pt x="57894" y="185232"/>
                </a:cubicBezTo>
                <a:cubicBezTo>
                  <a:pt x="43188" y="195720"/>
                  <a:pt x="30658" y="209054"/>
                  <a:pt x="21054" y="224411"/>
                </a:cubicBezTo>
                <a:cubicBezTo>
                  <a:pt x="7698" y="245911"/>
                  <a:pt x="570" y="270707"/>
                  <a:pt x="495" y="296102"/>
                </a:cubicBezTo>
                <a:cubicBezTo>
                  <a:pt x="420" y="314456"/>
                  <a:pt x="4022" y="332360"/>
                  <a:pt x="11225" y="349290"/>
                </a:cubicBezTo>
                <a:cubicBezTo>
                  <a:pt x="18128" y="365471"/>
                  <a:pt x="27957" y="380079"/>
                  <a:pt x="40487" y="392590"/>
                </a:cubicBezTo>
                <a:cubicBezTo>
                  <a:pt x="53167" y="405325"/>
                  <a:pt x="67949" y="415363"/>
                  <a:pt x="84456" y="422405"/>
                </a:cubicBezTo>
                <a:cubicBezTo>
                  <a:pt x="101638" y="429671"/>
                  <a:pt x="119721" y="433342"/>
                  <a:pt x="138329" y="433342"/>
                </a:cubicBezTo>
                <a:lnTo>
                  <a:pt x="465018" y="433342"/>
                </a:lnTo>
                <a:cubicBezTo>
                  <a:pt x="484151" y="433342"/>
                  <a:pt x="502684" y="429596"/>
                  <a:pt x="520241" y="422105"/>
                </a:cubicBezTo>
                <a:cubicBezTo>
                  <a:pt x="537124" y="414914"/>
                  <a:pt x="552280" y="404651"/>
                  <a:pt x="565261" y="391541"/>
                </a:cubicBezTo>
                <a:cubicBezTo>
                  <a:pt x="578091" y="378656"/>
                  <a:pt x="588145" y="363673"/>
                  <a:pt x="595198" y="347118"/>
                </a:cubicBezTo>
                <a:cubicBezTo>
                  <a:pt x="602476" y="329738"/>
                  <a:pt x="606153" y="311385"/>
                  <a:pt x="606003" y="292507"/>
                </a:cubicBezTo>
                <a:cubicBezTo>
                  <a:pt x="605853" y="277150"/>
                  <a:pt x="603302" y="262017"/>
                  <a:pt x="598200" y="247559"/>
                </a:cubicBezTo>
                <a:cubicBezTo>
                  <a:pt x="593398" y="233551"/>
                  <a:pt x="586345" y="220516"/>
                  <a:pt x="577266" y="208755"/>
                </a:cubicBezTo>
                <a:cubicBezTo>
                  <a:pt x="568412" y="197068"/>
                  <a:pt x="557757" y="186955"/>
                  <a:pt x="545752" y="178640"/>
                </a:cubicBezTo>
                <a:cubicBezTo>
                  <a:pt x="540050" y="174669"/>
                  <a:pt x="534122" y="171223"/>
                  <a:pt x="527970" y="168152"/>
                </a:cubicBezTo>
                <a:cubicBezTo>
                  <a:pt x="528120" y="165305"/>
                  <a:pt x="528195" y="162534"/>
                  <a:pt x="528195" y="159687"/>
                </a:cubicBezTo>
                <a:cubicBezTo>
                  <a:pt x="528195" y="138187"/>
                  <a:pt x="523993" y="117361"/>
                  <a:pt x="515664" y="97659"/>
                </a:cubicBezTo>
                <a:cubicBezTo>
                  <a:pt x="507636" y="78706"/>
                  <a:pt x="496156" y="61701"/>
                  <a:pt x="481525" y="47093"/>
                </a:cubicBezTo>
                <a:cubicBezTo>
                  <a:pt x="466894" y="32486"/>
                  <a:pt x="449786" y="21024"/>
                  <a:pt x="430803" y="13008"/>
                </a:cubicBezTo>
                <a:cubicBezTo>
                  <a:pt x="411145" y="4693"/>
                  <a:pt x="390211" y="423"/>
                  <a:pt x="368752" y="423"/>
                </a:cubicBezTo>
                <a:close/>
                <a:moveTo>
                  <a:pt x="368791" y="0"/>
                </a:moveTo>
                <a:cubicBezTo>
                  <a:pt x="390325" y="0"/>
                  <a:pt x="411335" y="4195"/>
                  <a:pt x="431069" y="12509"/>
                </a:cubicBezTo>
                <a:cubicBezTo>
                  <a:pt x="450127" y="20598"/>
                  <a:pt x="467235" y="32133"/>
                  <a:pt x="481866" y="46739"/>
                </a:cubicBezTo>
                <a:cubicBezTo>
                  <a:pt x="496573" y="61420"/>
                  <a:pt x="508128" y="78498"/>
                  <a:pt x="516157" y="97523"/>
                </a:cubicBezTo>
                <a:cubicBezTo>
                  <a:pt x="524560" y="117223"/>
                  <a:pt x="528762" y="138120"/>
                  <a:pt x="528762" y="159692"/>
                </a:cubicBezTo>
                <a:cubicBezTo>
                  <a:pt x="528762" y="162389"/>
                  <a:pt x="528687" y="165160"/>
                  <a:pt x="528537" y="167857"/>
                </a:cubicBezTo>
                <a:cubicBezTo>
                  <a:pt x="534615" y="170853"/>
                  <a:pt x="540467" y="174373"/>
                  <a:pt x="546020" y="178193"/>
                </a:cubicBezTo>
                <a:cubicBezTo>
                  <a:pt x="558175" y="186582"/>
                  <a:pt x="568830" y="196769"/>
                  <a:pt x="577759" y="208454"/>
                </a:cubicBezTo>
                <a:cubicBezTo>
                  <a:pt x="586763" y="220289"/>
                  <a:pt x="593891" y="233397"/>
                  <a:pt x="598769" y="247403"/>
                </a:cubicBezTo>
                <a:cubicBezTo>
                  <a:pt x="603796" y="261860"/>
                  <a:pt x="606422" y="277065"/>
                  <a:pt x="606572" y="292495"/>
                </a:cubicBezTo>
                <a:cubicBezTo>
                  <a:pt x="606647" y="311445"/>
                  <a:pt x="603045" y="329871"/>
                  <a:pt x="595692" y="347249"/>
                </a:cubicBezTo>
                <a:cubicBezTo>
                  <a:pt x="588639" y="363952"/>
                  <a:pt x="578584" y="378932"/>
                  <a:pt x="565679" y="391891"/>
                </a:cubicBezTo>
                <a:cubicBezTo>
                  <a:pt x="552623" y="404999"/>
                  <a:pt x="537466" y="415335"/>
                  <a:pt x="520509" y="422526"/>
                </a:cubicBezTo>
                <a:cubicBezTo>
                  <a:pt x="502876" y="430016"/>
                  <a:pt x="484192" y="433836"/>
                  <a:pt x="465059" y="433836"/>
                </a:cubicBezTo>
                <a:lnTo>
                  <a:pt x="138363" y="433836"/>
                </a:lnTo>
                <a:cubicBezTo>
                  <a:pt x="119679" y="433836"/>
                  <a:pt x="101521" y="430091"/>
                  <a:pt x="84264" y="422825"/>
                </a:cubicBezTo>
                <a:cubicBezTo>
                  <a:pt x="67756" y="415784"/>
                  <a:pt x="52900" y="405748"/>
                  <a:pt x="40144" y="392939"/>
                </a:cubicBezTo>
                <a:cubicBezTo>
                  <a:pt x="27538" y="380356"/>
                  <a:pt x="17709" y="365750"/>
                  <a:pt x="10806" y="349496"/>
                </a:cubicBezTo>
                <a:cubicBezTo>
                  <a:pt x="3528" y="332493"/>
                  <a:pt x="-74" y="314516"/>
                  <a:pt x="1" y="296090"/>
                </a:cubicBezTo>
                <a:cubicBezTo>
                  <a:pt x="76" y="270548"/>
                  <a:pt x="7279" y="245756"/>
                  <a:pt x="20710" y="224184"/>
                </a:cubicBezTo>
                <a:cubicBezTo>
                  <a:pt x="30315" y="208754"/>
                  <a:pt x="42620" y="195571"/>
                  <a:pt x="57402" y="185010"/>
                </a:cubicBezTo>
                <a:cubicBezTo>
                  <a:pt x="57327" y="182987"/>
                  <a:pt x="57327" y="180890"/>
                  <a:pt x="57327" y="178867"/>
                </a:cubicBezTo>
                <a:cubicBezTo>
                  <a:pt x="57477" y="160217"/>
                  <a:pt x="61378" y="142090"/>
                  <a:pt x="68807" y="125012"/>
                </a:cubicBezTo>
                <a:cubicBezTo>
                  <a:pt x="75935" y="108609"/>
                  <a:pt x="86064" y="93853"/>
                  <a:pt x="98895" y="81194"/>
                </a:cubicBezTo>
                <a:cubicBezTo>
                  <a:pt x="111726" y="68611"/>
                  <a:pt x="126583" y="58649"/>
                  <a:pt x="143015" y="51758"/>
                </a:cubicBezTo>
                <a:cubicBezTo>
                  <a:pt x="160198" y="44492"/>
                  <a:pt x="178281" y="40822"/>
                  <a:pt x="196889" y="40822"/>
                </a:cubicBezTo>
                <a:cubicBezTo>
                  <a:pt x="198315" y="40822"/>
                  <a:pt x="199665" y="40822"/>
                  <a:pt x="201016" y="40897"/>
                </a:cubicBezTo>
                <a:cubicBezTo>
                  <a:pt x="218274" y="41421"/>
                  <a:pt x="235081" y="45016"/>
                  <a:pt x="250913" y="51683"/>
                </a:cubicBezTo>
                <a:cubicBezTo>
                  <a:pt x="262693" y="38874"/>
                  <a:pt x="276349" y="28163"/>
                  <a:pt x="291431" y="19849"/>
                </a:cubicBezTo>
                <a:cubicBezTo>
                  <a:pt x="314992" y="6816"/>
                  <a:pt x="341704" y="0"/>
                  <a:pt x="36879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07" tIns="45703" rIns="91407" bIns="45703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/>
            <a:endParaRPr lang="zh-CN" altLang="en-US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35" name="椭圆 29"/>
          <p:cNvSpPr/>
          <p:nvPr/>
        </p:nvSpPr>
        <p:spPr>
          <a:xfrm>
            <a:off x="6680441" y="4243186"/>
            <a:ext cx="408406" cy="382305"/>
          </a:xfrm>
          <a:custGeom>
            <a:avLst/>
            <a:gdLst>
              <a:gd name="connsiteX0" fmla="*/ 243883 w 600653"/>
              <a:gd name="connsiteY0" fmla="*/ 476473 h 562265"/>
              <a:gd name="connsiteX1" fmla="*/ 243883 w 600653"/>
              <a:gd name="connsiteY1" fmla="*/ 521100 h 562265"/>
              <a:gd name="connsiteX2" fmla="*/ 356770 w 600653"/>
              <a:gd name="connsiteY2" fmla="*/ 521100 h 562265"/>
              <a:gd name="connsiteX3" fmla="*/ 356770 w 600653"/>
              <a:gd name="connsiteY3" fmla="*/ 476473 h 562265"/>
              <a:gd name="connsiteX4" fmla="*/ 38528 w 600653"/>
              <a:gd name="connsiteY4" fmla="*/ 381063 h 562265"/>
              <a:gd name="connsiteX5" fmla="*/ 38528 w 600653"/>
              <a:gd name="connsiteY5" fmla="*/ 418766 h 562265"/>
              <a:gd name="connsiteX6" fmla="*/ 57792 w 600653"/>
              <a:gd name="connsiteY6" fmla="*/ 438001 h 562265"/>
              <a:gd name="connsiteX7" fmla="*/ 542861 w 600653"/>
              <a:gd name="connsiteY7" fmla="*/ 438001 h 562265"/>
              <a:gd name="connsiteX8" fmla="*/ 562125 w 600653"/>
              <a:gd name="connsiteY8" fmla="*/ 418766 h 562265"/>
              <a:gd name="connsiteX9" fmla="*/ 562125 w 600653"/>
              <a:gd name="connsiteY9" fmla="*/ 381063 h 562265"/>
              <a:gd name="connsiteX10" fmla="*/ 300326 w 600653"/>
              <a:gd name="connsiteY10" fmla="*/ 210426 h 562265"/>
              <a:gd name="connsiteX11" fmla="*/ 315710 w 600653"/>
              <a:gd name="connsiteY11" fmla="*/ 225826 h 562265"/>
              <a:gd name="connsiteX12" fmla="*/ 315710 w 600653"/>
              <a:gd name="connsiteY12" fmla="*/ 251620 h 562265"/>
              <a:gd name="connsiteX13" fmla="*/ 300326 w 600653"/>
              <a:gd name="connsiteY13" fmla="*/ 267019 h 562265"/>
              <a:gd name="connsiteX14" fmla="*/ 284943 w 600653"/>
              <a:gd name="connsiteY14" fmla="*/ 251620 h 562265"/>
              <a:gd name="connsiteX15" fmla="*/ 284943 w 600653"/>
              <a:gd name="connsiteY15" fmla="*/ 225826 h 562265"/>
              <a:gd name="connsiteX16" fmla="*/ 300326 w 600653"/>
              <a:gd name="connsiteY16" fmla="*/ 210426 h 562265"/>
              <a:gd name="connsiteX17" fmla="*/ 253291 w 600653"/>
              <a:gd name="connsiteY17" fmla="*/ 184466 h 562265"/>
              <a:gd name="connsiteX18" fmla="*/ 243081 w 600653"/>
              <a:gd name="connsiteY18" fmla="*/ 194851 h 562265"/>
              <a:gd name="connsiteX19" fmla="*/ 243081 w 600653"/>
              <a:gd name="connsiteY19" fmla="*/ 281397 h 562265"/>
              <a:gd name="connsiteX20" fmla="*/ 253291 w 600653"/>
              <a:gd name="connsiteY20" fmla="*/ 291782 h 562265"/>
              <a:gd name="connsiteX21" fmla="*/ 347292 w 600653"/>
              <a:gd name="connsiteY21" fmla="*/ 291782 h 562265"/>
              <a:gd name="connsiteX22" fmla="*/ 357502 w 600653"/>
              <a:gd name="connsiteY22" fmla="*/ 281397 h 562265"/>
              <a:gd name="connsiteX23" fmla="*/ 357502 w 600653"/>
              <a:gd name="connsiteY23" fmla="*/ 194851 h 562265"/>
              <a:gd name="connsiteX24" fmla="*/ 347292 w 600653"/>
              <a:gd name="connsiteY24" fmla="*/ 184466 h 562265"/>
              <a:gd name="connsiteX25" fmla="*/ 300292 w 600653"/>
              <a:gd name="connsiteY25" fmla="*/ 100420 h 562265"/>
              <a:gd name="connsiteX26" fmla="*/ 258299 w 600653"/>
              <a:gd name="connsiteY26" fmla="*/ 142347 h 562265"/>
              <a:gd name="connsiteX27" fmla="*/ 258299 w 600653"/>
              <a:gd name="connsiteY27" fmla="*/ 153694 h 562265"/>
              <a:gd name="connsiteX28" fmla="*/ 342477 w 600653"/>
              <a:gd name="connsiteY28" fmla="*/ 153694 h 562265"/>
              <a:gd name="connsiteX29" fmla="*/ 342477 w 600653"/>
              <a:gd name="connsiteY29" fmla="*/ 142347 h 562265"/>
              <a:gd name="connsiteX30" fmla="*/ 300292 w 600653"/>
              <a:gd name="connsiteY30" fmla="*/ 100420 h 562265"/>
              <a:gd name="connsiteX31" fmla="*/ 300292 w 600653"/>
              <a:gd name="connsiteY31" fmla="*/ 69648 h 562265"/>
              <a:gd name="connsiteX32" fmla="*/ 373297 w 600653"/>
              <a:gd name="connsiteY32" fmla="*/ 142347 h 562265"/>
              <a:gd name="connsiteX33" fmla="*/ 373297 w 600653"/>
              <a:gd name="connsiteY33" fmla="*/ 161964 h 562265"/>
              <a:gd name="connsiteX34" fmla="*/ 373104 w 600653"/>
              <a:gd name="connsiteY34" fmla="*/ 162925 h 562265"/>
              <a:gd name="connsiteX35" fmla="*/ 388322 w 600653"/>
              <a:gd name="connsiteY35" fmla="*/ 194851 h 562265"/>
              <a:gd name="connsiteX36" fmla="*/ 388322 w 600653"/>
              <a:gd name="connsiteY36" fmla="*/ 281397 h 562265"/>
              <a:gd name="connsiteX37" fmla="*/ 347292 w 600653"/>
              <a:gd name="connsiteY37" fmla="*/ 322554 h 562265"/>
              <a:gd name="connsiteX38" fmla="*/ 253291 w 600653"/>
              <a:gd name="connsiteY38" fmla="*/ 322554 h 562265"/>
              <a:gd name="connsiteX39" fmla="*/ 212261 w 600653"/>
              <a:gd name="connsiteY39" fmla="*/ 281397 h 562265"/>
              <a:gd name="connsiteX40" fmla="*/ 212261 w 600653"/>
              <a:gd name="connsiteY40" fmla="*/ 194851 h 562265"/>
              <a:gd name="connsiteX41" fmla="*/ 227479 w 600653"/>
              <a:gd name="connsiteY41" fmla="*/ 162925 h 562265"/>
              <a:gd name="connsiteX42" fmla="*/ 227479 w 600653"/>
              <a:gd name="connsiteY42" fmla="*/ 161964 h 562265"/>
              <a:gd name="connsiteX43" fmla="*/ 227479 w 600653"/>
              <a:gd name="connsiteY43" fmla="*/ 142347 h 562265"/>
              <a:gd name="connsiteX44" fmla="*/ 300292 w 600653"/>
              <a:gd name="connsiteY44" fmla="*/ 69648 h 562265"/>
              <a:gd name="connsiteX45" fmla="*/ 57792 w 600653"/>
              <a:gd name="connsiteY45" fmla="*/ 38472 h 562265"/>
              <a:gd name="connsiteX46" fmla="*/ 38528 w 600653"/>
              <a:gd name="connsiteY46" fmla="*/ 57708 h 562265"/>
              <a:gd name="connsiteX47" fmla="*/ 38528 w 600653"/>
              <a:gd name="connsiteY47" fmla="*/ 342591 h 562265"/>
              <a:gd name="connsiteX48" fmla="*/ 562125 w 600653"/>
              <a:gd name="connsiteY48" fmla="*/ 342591 h 562265"/>
              <a:gd name="connsiteX49" fmla="*/ 562125 w 600653"/>
              <a:gd name="connsiteY49" fmla="*/ 57708 h 562265"/>
              <a:gd name="connsiteX50" fmla="*/ 542861 w 600653"/>
              <a:gd name="connsiteY50" fmla="*/ 38472 h 562265"/>
              <a:gd name="connsiteX51" fmla="*/ 57792 w 600653"/>
              <a:gd name="connsiteY51" fmla="*/ 0 h 562265"/>
              <a:gd name="connsiteX52" fmla="*/ 542861 w 600653"/>
              <a:gd name="connsiteY52" fmla="*/ 0 h 562265"/>
              <a:gd name="connsiteX53" fmla="*/ 600653 w 600653"/>
              <a:gd name="connsiteY53" fmla="*/ 57708 h 562265"/>
              <a:gd name="connsiteX54" fmla="*/ 600653 w 600653"/>
              <a:gd name="connsiteY54" fmla="*/ 418766 h 562265"/>
              <a:gd name="connsiteX55" fmla="*/ 542861 w 600653"/>
              <a:gd name="connsiteY55" fmla="*/ 476473 h 562265"/>
              <a:gd name="connsiteX56" fmla="*/ 395298 w 600653"/>
              <a:gd name="connsiteY56" fmla="*/ 476473 h 562265"/>
              <a:gd name="connsiteX57" fmla="*/ 395298 w 600653"/>
              <a:gd name="connsiteY57" fmla="*/ 523793 h 562265"/>
              <a:gd name="connsiteX58" fmla="*/ 460411 w 600653"/>
              <a:gd name="connsiteY58" fmla="*/ 523793 h 562265"/>
              <a:gd name="connsiteX59" fmla="*/ 479675 w 600653"/>
              <a:gd name="connsiteY59" fmla="*/ 543029 h 562265"/>
              <a:gd name="connsiteX60" fmla="*/ 460411 w 600653"/>
              <a:gd name="connsiteY60" fmla="*/ 562265 h 562265"/>
              <a:gd name="connsiteX61" fmla="*/ 140435 w 600653"/>
              <a:gd name="connsiteY61" fmla="*/ 562265 h 562265"/>
              <a:gd name="connsiteX62" fmla="*/ 121171 w 600653"/>
              <a:gd name="connsiteY62" fmla="*/ 543029 h 562265"/>
              <a:gd name="connsiteX63" fmla="*/ 140435 w 600653"/>
              <a:gd name="connsiteY63" fmla="*/ 523793 h 562265"/>
              <a:gd name="connsiteX64" fmla="*/ 205355 w 600653"/>
              <a:gd name="connsiteY64" fmla="*/ 523793 h 562265"/>
              <a:gd name="connsiteX65" fmla="*/ 205355 w 600653"/>
              <a:gd name="connsiteY65" fmla="*/ 476473 h 562265"/>
              <a:gd name="connsiteX66" fmla="*/ 57792 w 600653"/>
              <a:gd name="connsiteY66" fmla="*/ 476473 h 562265"/>
              <a:gd name="connsiteX67" fmla="*/ 0 w 600653"/>
              <a:gd name="connsiteY67" fmla="*/ 418766 h 562265"/>
              <a:gd name="connsiteX68" fmla="*/ 0 w 600653"/>
              <a:gd name="connsiteY68" fmla="*/ 57708 h 562265"/>
              <a:gd name="connsiteX69" fmla="*/ 57792 w 600653"/>
              <a:gd name="connsiteY69" fmla="*/ 0 h 5622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600653" h="562265">
                <a:moveTo>
                  <a:pt x="243883" y="476473"/>
                </a:moveTo>
                <a:lnTo>
                  <a:pt x="243883" y="521100"/>
                </a:lnTo>
                <a:lnTo>
                  <a:pt x="356770" y="521100"/>
                </a:lnTo>
                <a:lnTo>
                  <a:pt x="356770" y="476473"/>
                </a:lnTo>
                <a:close/>
                <a:moveTo>
                  <a:pt x="38528" y="381063"/>
                </a:moveTo>
                <a:lnTo>
                  <a:pt x="38528" y="418766"/>
                </a:lnTo>
                <a:cubicBezTo>
                  <a:pt x="38528" y="429345"/>
                  <a:pt x="47197" y="438001"/>
                  <a:pt x="57792" y="438001"/>
                </a:cubicBezTo>
                <a:lnTo>
                  <a:pt x="542861" y="438001"/>
                </a:lnTo>
                <a:cubicBezTo>
                  <a:pt x="553649" y="438001"/>
                  <a:pt x="562125" y="429345"/>
                  <a:pt x="562125" y="418766"/>
                </a:cubicBezTo>
                <a:lnTo>
                  <a:pt x="562125" y="381063"/>
                </a:lnTo>
                <a:close/>
                <a:moveTo>
                  <a:pt x="300326" y="210426"/>
                </a:moveTo>
                <a:cubicBezTo>
                  <a:pt x="308787" y="210426"/>
                  <a:pt x="315710" y="217356"/>
                  <a:pt x="315710" y="225826"/>
                </a:cubicBezTo>
                <a:lnTo>
                  <a:pt x="315710" y="251620"/>
                </a:lnTo>
                <a:cubicBezTo>
                  <a:pt x="315710" y="260089"/>
                  <a:pt x="308787" y="267019"/>
                  <a:pt x="300326" y="267019"/>
                </a:cubicBezTo>
                <a:cubicBezTo>
                  <a:pt x="291866" y="267019"/>
                  <a:pt x="284943" y="260089"/>
                  <a:pt x="284943" y="251620"/>
                </a:cubicBezTo>
                <a:lnTo>
                  <a:pt x="284943" y="225826"/>
                </a:lnTo>
                <a:cubicBezTo>
                  <a:pt x="284943" y="217356"/>
                  <a:pt x="291866" y="210426"/>
                  <a:pt x="300326" y="210426"/>
                </a:cubicBezTo>
                <a:close/>
                <a:moveTo>
                  <a:pt x="253291" y="184466"/>
                </a:moveTo>
                <a:cubicBezTo>
                  <a:pt x="247897" y="184466"/>
                  <a:pt x="243081" y="189274"/>
                  <a:pt x="243081" y="194851"/>
                </a:cubicBezTo>
                <a:lnTo>
                  <a:pt x="243081" y="281397"/>
                </a:lnTo>
                <a:cubicBezTo>
                  <a:pt x="243081" y="286974"/>
                  <a:pt x="247897" y="291782"/>
                  <a:pt x="253291" y="291782"/>
                </a:cubicBezTo>
                <a:lnTo>
                  <a:pt x="347292" y="291782"/>
                </a:lnTo>
                <a:cubicBezTo>
                  <a:pt x="352879" y="291782"/>
                  <a:pt x="357502" y="286974"/>
                  <a:pt x="357502" y="281397"/>
                </a:cubicBezTo>
                <a:lnTo>
                  <a:pt x="357502" y="194851"/>
                </a:lnTo>
                <a:cubicBezTo>
                  <a:pt x="357502" y="189274"/>
                  <a:pt x="352879" y="184466"/>
                  <a:pt x="347292" y="184466"/>
                </a:cubicBezTo>
                <a:close/>
                <a:moveTo>
                  <a:pt x="300292" y="100420"/>
                </a:moveTo>
                <a:cubicBezTo>
                  <a:pt x="277176" y="100420"/>
                  <a:pt x="258299" y="119268"/>
                  <a:pt x="258299" y="142347"/>
                </a:cubicBezTo>
                <a:lnTo>
                  <a:pt x="258299" y="153694"/>
                </a:lnTo>
                <a:lnTo>
                  <a:pt x="342477" y="153694"/>
                </a:lnTo>
                <a:lnTo>
                  <a:pt x="342477" y="142347"/>
                </a:lnTo>
                <a:cubicBezTo>
                  <a:pt x="342477" y="119268"/>
                  <a:pt x="323599" y="100420"/>
                  <a:pt x="300292" y="100420"/>
                </a:cubicBezTo>
                <a:close/>
                <a:moveTo>
                  <a:pt x="300292" y="69648"/>
                </a:moveTo>
                <a:cubicBezTo>
                  <a:pt x="340551" y="69648"/>
                  <a:pt x="373297" y="102343"/>
                  <a:pt x="373297" y="142347"/>
                </a:cubicBezTo>
                <a:lnTo>
                  <a:pt x="373297" y="161964"/>
                </a:lnTo>
                <a:cubicBezTo>
                  <a:pt x="373297" y="162348"/>
                  <a:pt x="373104" y="162541"/>
                  <a:pt x="373104" y="162925"/>
                </a:cubicBezTo>
                <a:cubicBezTo>
                  <a:pt x="382351" y="170426"/>
                  <a:pt x="388322" y="181965"/>
                  <a:pt x="388322" y="194851"/>
                </a:cubicBezTo>
                <a:lnTo>
                  <a:pt x="388322" y="281397"/>
                </a:lnTo>
                <a:cubicBezTo>
                  <a:pt x="388322" y="304091"/>
                  <a:pt x="370022" y="322554"/>
                  <a:pt x="347292" y="322554"/>
                </a:cubicBezTo>
                <a:lnTo>
                  <a:pt x="253291" y="322554"/>
                </a:lnTo>
                <a:cubicBezTo>
                  <a:pt x="230753" y="322554"/>
                  <a:pt x="212261" y="304091"/>
                  <a:pt x="212261" y="281397"/>
                </a:cubicBezTo>
                <a:lnTo>
                  <a:pt x="212261" y="194851"/>
                </a:lnTo>
                <a:cubicBezTo>
                  <a:pt x="212261" y="181965"/>
                  <a:pt x="218232" y="170426"/>
                  <a:pt x="227479" y="162925"/>
                </a:cubicBezTo>
                <a:cubicBezTo>
                  <a:pt x="227479" y="162541"/>
                  <a:pt x="227479" y="162348"/>
                  <a:pt x="227479" y="161964"/>
                </a:cubicBezTo>
                <a:lnTo>
                  <a:pt x="227479" y="142347"/>
                </a:lnTo>
                <a:cubicBezTo>
                  <a:pt x="227479" y="102343"/>
                  <a:pt x="260225" y="69648"/>
                  <a:pt x="300292" y="69648"/>
                </a:cubicBezTo>
                <a:close/>
                <a:moveTo>
                  <a:pt x="57792" y="38472"/>
                </a:moveTo>
                <a:cubicBezTo>
                  <a:pt x="47197" y="38472"/>
                  <a:pt x="38528" y="47128"/>
                  <a:pt x="38528" y="57708"/>
                </a:cubicBezTo>
                <a:lnTo>
                  <a:pt x="38528" y="342591"/>
                </a:lnTo>
                <a:lnTo>
                  <a:pt x="562125" y="342591"/>
                </a:lnTo>
                <a:lnTo>
                  <a:pt x="562125" y="57708"/>
                </a:lnTo>
                <a:cubicBezTo>
                  <a:pt x="562125" y="47128"/>
                  <a:pt x="553649" y="38472"/>
                  <a:pt x="542861" y="38472"/>
                </a:cubicBezTo>
                <a:close/>
                <a:moveTo>
                  <a:pt x="57792" y="0"/>
                </a:moveTo>
                <a:lnTo>
                  <a:pt x="542861" y="0"/>
                </a:lnTo>
                <a:cubicBezTo>
                  <a:pt x="574839" y="0"/>
                  <a:pt x="600653" y="25776"/>
                  <a:pt x="600653" y="57708"/>
                </a:cubicBezTo>
                <a:lnTo>
                  <a:pt x="600653" y="418766"/>
                </a:lnTo>
                <a:cubicBezTo>
                  <a:pt x="600653" y="450505"/>
                  <a:pt x="574839" y="476473"/>
                  <a:pt x="542861" y="476473"/>
                </a:cubicBezTo>
                <a:lnTo>
                  <a:pt x="395298" y="476473"/>
                </a:lnTo>
                <a:lnTo>
                  <a:pt x="395298" y="523793"/>
                </a:lnTo>
                <a:lnTo>
                  <a:pt x="460411" y="523793"/>
                </a:lnTo>
                <a:cubicBezTo>
                  <a:pt x="471006" y="523793"/>
                  <a:pt x="479675" y="532257"/>
                  <a:pt x="479675" y="543029"/>
                </a:cubicBezTo>
                <a:cubicBezTo>
                  <a:pt x="479675" y="553609"/>
                  <a:pt x="471006" y="562265"/>
                  <a:pt x="460411" y="562265"/>
                </a:cubicBezTo>
                <a:lnTo>
                  <a:pt x="140435" y="562265"/>
                </a:lnTo>
                <a:cubicBezTo>
                  <a:pt x="129840" y="562265"/>
                  <a:pt x="121171" y="553609"/>
                  <a:pt x="121171" y="543029"/>
                </a:cubicBezTo>
                <a:cubicBezTo>
                  <a:pt x="121171" y="532257"/>
                  <a:pt x="129840" y="523793"/>
                  <a:pt x="140435" y="523793"/>
                </a:cubicBezTo>
                <a:lnTo>
                  <a:pt x="205355" y="523793"/>
                </a:lnTo>
                <a:lnTo>
                  <a:pt x="205355" y="476473"/>
                </a:lnTo>
                <a:lnTo>
                  <a:pt x="57792" y="476473"/>
                </a:lnTo>
                <a:cubicBezTo>
                  <a:pt x="26006" y="476473"/>
                  <a:pt x="0" y="450505"/>
                  <a:pt x="0" y="418766"/>
                </a:cubicBezTo>
                <a:lnTo>
                  <a:pt x="0" y="57708"/>
                </a:lnTo>
                <a:cubicBezTo>
                  <a:pt x="0" y="25776"/>
                  <a:pt x="26006" y="0"/>
                  <a:pt x="5779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07" tIns="45703" rIns="91407" bIns="45703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/>
            <a:endParaRPr lang="zh-CN" altLang="en-US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34" name="椭圆 30" descr="D:\51PPT模板网\51pptmoban.com\图片.jpg"/>
          <p:cNvSpPr/>
          <p:nvPr/>
        </p:nvSpPr>
        <p:spPr>
          <a:xfrm>
            <a:off x="5103155" y="4252244"/>
            <a:ext cx="408406" cy="364192"/>
          </a:xfrm>
          <a:custGeom>
            <a:avLst/>
            <a:gdLst>
              <a:gd name="connsiteX0" fmla="*/ 387263 w 605522"/>
              <a:gd name="connsiteY0" fmla="*/ 417395 h 539967"/>
              <a:gd name="connsiteX1" fmla="*/ 537638 w 605522"/>
              <a:gd name="connsiteY1" fmla="*/ 417395 h 539967"/>
              <a:gd name="connsiteX2" fmla="*/ 537638 w 605522"/>
              <a:gd name="connsiteY2" fmla="*/ 459762 h 539967"/>
              <a:gd name="connsiteX3" fmla="*/ 525026 w 605522"/>
              <a:gd name="connsiteY3" fmla="*/ 472366 h 539967"/>
              <a:gd name="connsiteX4" fmla="*/ 399875 w 605522"/>
              <a:gd name="connsiteY4" fmla="*/ 472366 h 539967"/>
              <a:gd name="connsiteX5" fmla="*/ 387263 w 605522"/>
              <a:gd name="connsiteY5" fmla="*/ 459762 h 539967"/>
              <a:gd name="connsiteX6" fmla="*/ 387263 w 605522"/>
              <a:gd name="connsiteY6" fmla="*/ 333069 h 539967"/>
              <a:gd name="connsiteX7" fmla="*/ 537638 w 605522"/>
              <a:gd name="connsiteY7" fmla="*/ 333069 h 539967"/>
              <a:gd name="connsiteX8" fmla="*/ 537638 w 605522"/>
              <a:gd name="connsiteY8" fmla="*/ 385711 h 539967"/>
              <a:gd name="connsiteX9" fmla="*/ 387263 w 605522"/>
              <a:gd name="connsiteY9" fmla="*/ 385711 h 539967"/>
              <a:gd name="connsiteX10" fmla="*/ 387263 w 605522"/>
              <a:gd name="connsiteY10" fmla="*/ 248743 h 539967"/>
              <a:gd name="connsiteX11" fmla="*/ 537638 w 605522"/>
              <a:gd name="connsiteY11" fmla="*/ 248743 h 539967"/>
              <a:gd name="connsiteX12" fmla="*/ 537638 w 605522"/>
              <a:gd name="connsiteY12" fmla="*/ 301455 h 539967"/>
              <a:gd name="connsiteX13" fmla="*/ 387263 w 605522"/>
              <a:gd name="connsiteY13" fmla="*/ 301455 h 539967"/>
              <a:gd name="connsiteX14" fmla="*/ 130818 w 605522"/>
              <a:gd name="connsiteY14" fmla="*/ 197654 h 539967"/>
              <a:gd name="connsiteX15" fmla="*/ 175563 w 605522"/>
              <a:gd name="connsiteY15" fmla="*/ 197654 h 539967"/>
              <a:gd name="connsiteX16" fmla="*/ 183133 w 605522"/>
              <a:gd name="connsiteY16" fmla="*/ 201530 h 539967"/>
              <a:gd name="connsiteX17" fmla="*/ 184589 w 605522"/>
              <a:gd name="connsiteY17" fmla="*/ 209961 h 539967"/>
              <a:gd name="connsiteX18" fmla="*/ 157121 w 605522"/>
              <a:gd name="connsiteY18" fmla="*/ 300470 h 539967"/>
              <a:gd name="connsiteX19" fmla="*/ 177213 w 605522"/>
              <a:gd name="connsiteY19" fmla="*/ 300470 h 539967"/>
              <a:gd name="connsiteX20" fmla="*/ 185269 w 605522"/>
              <a:gd name="connsiteY20" fmla="*/ 304927 h 539967"/>
              <a:gd name="connsiteX21" fmla="*/ 185754 w 605522"/>
              <a:gd name="connsiteY21" fmla="*/ 314036 h 539967"/>
              <a:gd name="connsiteX22" fmla="*/ 125771 w 605522"/>
              <a:gd name="connsiteY22" fmla="*/ 438752 h 539967"/>
              <a:gd name="connsiteX23" fmla="*/ 121597 w 605522"/>
              <a:gd name="connsiteY23" fmla="*/ 440691 h 539967"/>
              <a:gd name="connsiteX24" fmla="*/ 118976 w 605522"/>
              <a:gd name="connsiteY24" fmla="*/ 437008 h 539967"/>
              <a:gd name="connsiteX25" fmla="*/ 125382 w 605522"/>
              <a:gd name="connsiteY25" fmla="*/ 336324 h 539967"/>
              <a:gd name="connsiteX26" fmla="*/ 94323 w 605522"/>
              <a:gd name="connsiteY26" fmla="*/ 336324 h 539967"/>
              <a:gd name="connsiteX27" fmla="*/ 86655 w 605522"/>
              <a:gd name="connsiteY27" fmla="*/ 332545 h 539967"/>
              <a:gd name="connsiteX28" fmla="*/ 85199 w 605522"/>
              <a:gd name="connsiteY28" fmla="*/ 324114 h 539967"/>
              <a:gd name="connsiteX29" fmla="*/ 121597 w 605522"/>
              <a:gd name="connsiteY29" fmla="*/ 204437 h 539967"/>
              <a:gd name="connsiteX30" fmla="*/ 130818 w 605522"/>
              <a:gd name="connsiteY30" fmla="*/ 197654 h 539967"/>
              <a:gd name="connsiteX31" fmla="*/ 399875 w 605522"/>
              <a:gd name="connsiteY31" fmla="*/ 162230 h 539967"/>
              <a:gd name="connsiteX32" fmla="*/ 525026 w 605522"/>
              <a:gd name="connsiteY32" fmla="*/ 162230 h 539967"/>
              <a:gd name="connsiteX33" fmla="*/ 537638 w 605522"/>
              <a:gd name="connsiteY33" fmla="*/ 174720 h 539967"/>
              <a:gd name="connsiteX34" fmla="*/ 537638 w 605522"/>
              <a:gd name="connsiteY34" fmla="*/ 217130 h 539967"/>
              <a:gd name="connsiteX35" fmla="*/ 387263 w 605522"/>
              <a:gd name="connsiteY35" fmla="*/ 217130 h 539967"/>
              <a:gd name="connsiteX36" fmla="*/ 387263 w 605522"/>
              <a:gd name="connsiteY36" fmla="*/ 174720 h 539967"/>
              <a:gd name="connsiteX37" fmla="*/ 399875 w 605522"/>
              <a:gd name="connsiteY37" fmla="*/ 162230 h 539967"/>
              <a:gd name="connsiteX38" fmla="*/ 364282 w 605522"/>
              <a:gd name="connsiteY38" fmla="*/ 136615 h 539967"/>
              <a:gd name="connsiteX39" fmla="*/ 361662 w 605522"/>
              <a:gd name="connsiteY39" fmla="*/ 139231 h 539967"/>
              <a:gd name="connsiteX40" fmla="*/ 361662 w 605522"/>
              <a:gd name="connsiteY40" fmla="*/ 495204 h 539967"/>
              <a:gd name="connsiteX41" fmla="*/ 364282 w 605522"/>
              <a:gd name="connsiteY41" fmla="*/ 497820 h 539967"/>
              <a:gd name="connsiteX42" fmla="*/ 560690 w 605522"/>
              <a:gd name="connsiteY42" fmla="*/ 497820 h 539967"/>
              <a:gd name="connsiteX43" fmla="*/ 563310 w 605522"/>
              <a:gd name="connsiteY43" fmla="*/ 495204 h 539967"/>
              <a:gd name="connsiteX44" fmla="*/ 563310 w 605522"/>
              <a:gd name="connsiteY44" fmla="*/ 139231 h 539967"/>
              <a:gd name="connsiteX45" fmla="*/ 560690 w 605522"/>
              <a:gd name="connsiteY45" fmla="*/ 136615 h 539967"/>
              <a:gd name="connsiteX46" fmla="*/ 532840 w 605522"/>
              <a:gd name="connsiteY46" fmla="*/ 136615 h 539967"/>
              <a:gd name="connsiteX47" fmla="*/ 392035 w 605522"/>
              <a:gd name="connsiteY47" fmla="*/ 136615 h 539967"/>
              <a:gd name="connsiteX48" fmla="*/ 44825 w 605522"/>
              <a:gd name="connsiteY48" fmla="*/ 136615 h 539967"/>
              <a:gd name="connsiteX49" fmla="*/ 42206 w 605522"/>
              <a:gd name="connsiteY49" fmla="*/ 139231 h 539967"/>
              <a:gd name="connsiteX50" fmla="*/ 42206 w 605522"/>
              <a:gd name="connsiteY50" fmla="*/ 495204 h 539967"/>
              <a:gd name="connsiteX51" fmla="*/ 44825 w 605522"/>
              <a:gd name="connsiteY51" fmla="*/ 497820 h 539967"/>
              <a:gd name="connsiteX52" fmla="*/ 241106 w 605522"/>
              <a:gd name="connsiteY52" fmla="*/ 497820 h 539967"/>
              <a:gd name="connsiteX53" fmla="*/ 243725 w 605522"/>
              <a:gd name="connsiteY53" fmla="*/ 495204 h 539967"/>
              <a:gd name="connsiteX54" fmla="*/ 243725 w 605522"/>
              <a:gd name="connsiteY54" fmla="*/ 139231 h 539967"/>
              <a:gd name="connsiteX55" fmla="*/ 241106 w 605522"/>
              <a:gd name="connsiteY55" fmla="*/ 136615 h 539967"/>
              <a:gd name="connsiteX56" fmla="*/ 213357 w 605522"/>
              <a:gd name="connsiteY56" fmla="*/ 136615 h 539967"/>
              <a:gd name="connsiteX57" fmla="*/ 72574 w 605522"/>
              <a:gd name="connsiteY57" fmla="*/ 136615 h 539967"/>
              <a:gd name="connsiteX58" fmla="*/ 434248 w 605522"/>
              <a:gd name="connsiteY58" fmla="*/ 42147 h 539967"/>
              <a:gd name="connsiteX59" fmla="*/ 434248 w 605522"/>
              <a:gd name="connsiteY59" fmla="*/ 94468 h 539967"/>
              <a:gd name="connsiteX60" fmla="*/ 490627 w 605522"/>
              <a:gd name="connsiteY60" fmla="*/ 94468 h 539967"/>
              <a:gd name="connsiteX61" fmla="*/ 490627 w 605522"/>
              <a:gd name="connsiteY61" fmla="*/ 42147 h 539967"/>
              <a:gd name="connsiteX62" fmla="*/ 114780 w 605522"/>
              <a:gd name="connsiteY62" fmla="*/ 42147 h 539967"/>
              <a:gd name="connsiteX63" fmla="*/ 114780 w 605522"/>
              <a:gd name="connsiteY63" fmla="*/ 94468 h 539967"/>
              <a:gd name="connsiteX64" fmla="*/ 171151 w 605522"/>
              <a:gd name="connsiteY64" fmla="*/ 94468 h 539967"/>
              <a:gd name="connsiteX65" fmla="*/ 171151 w 605522"/>
              <a:gd name="connsiteY65" fmla="*/ 42147 h 539967"/>
              <a:gd name="connsiteX66" fmla="*/ 426193 w 605522"/>
              <a:gd name="connsiteY66" fmla="*/ 0 h 539967"/>
              <a:gd name="connsiteX67" fmla="*/ 498779 w 605522"/>
              <a:gd name="connsiteY67" fmla="*/ 0 h 539967"/>
              <a:gd name="connsiteX68" fmla="*/ 532840 w 605522"/>
              <a:gd name="connsiteY68" fmla="*/ 34105 h 539967"/>
              <a:gd name="connsiteX69" fmla="*/ 532840 w 605522"/>
              <a:gd name="connsiteY69" fmla="*/ 94468 h 539967"/>
              <a:gd name="connsiteX70" fmla="*/ 560690 w 605522"/>
              <a:gd name="connsiteY70" fmla="*/ 94468 h 539967"/>
              <a:gd name="connsiteX71" fmla="*/ 605522 w 605522"/>
              <a:gd name="connsiteY71" fmla="*/ 139231 h 539967"/>
              <a:gd name="connsiteX72" fmla="*/ 605522 w 605522"/>
              <a:gd name="connsiteY72" fmla="*/ 495204 h 539967"/>
              <a:gd name="connsiteX73" fmla="*/ 560690 w 605522"/>
              <a:gd name="connsiteY73" fmla="*/ 539967 h 539967"/>
              <a:gd name="connsiteX74" fmla="*/ 364282 w 605522"/>
              <a:gd name="connsiteY74" fmla="*/ 539967 h 539967"/>
              <a:gd name="connsiteX75" fmla="*/ 319450 w 605522"/>
              <a:gd name="connsiteY75" fmla="*/ 495204 h 539967"/>
              <a:gd name="connsiteX76" fmla="*/ 319450 w 605522"/>
              <a:gd name="connsiteY76" fmla="*/ 139231 h 539967"/>
              <a:gd name="connsiteX77" fmla="*/ 364282 w 605522"/>
              <a:gd name="connsiteY77" fmla="*/ 94468 h 539967"/>
              <a:gd name="connsiteX78" fmla="*/ 392035 w 605522"/>
              <a:gd name="connsiteY78" fmla="*/ 94468 h 539967"/>
              <a:gd name="connsiteX79" fmla="*/ 392035 w 605522"/>
              <a:gd name="connsiteY79" fmla="*/ 34105 h 539967"/>
              <a:gd name="connsiteX80" fmla="*/ 426193 w 605522"/>
              <a:gd name="connsiteY80" fmla="*/ 0 h 539967"/>
              <a:gd name="connsiteX81" fmla="*/ 106630 w 605522"/>
              <a:gd name="connsiteY81" fmla="*/ 0 h 539967"/>
              <a:gd name="connsiteX82" fmla="*/ 179301 w 605522"/>
              <a:gd name="connsiteY82" fmla="*/ 0 h 539967"/>
              <a:gd name="connsiteX83" fmla="*/ 213357 w 605522"/>
              <a:gd name="connsiteY83" fmla="*/ 34105 h 539967"/>
              <a:gd name="connsiteX84" fmla="*/ 213357 w 605522"/>
              <a:gd name="connsiteY84" fmla="*/ 94468 h 539967"/>
              <a:gd name="connsiteX85" fmla="*/ 241106 w 605522"/>
              <a:gd name="connsiteY85" fmla="*/ 94468 h 539967"/>
              <a:gd name="connsiteX86" fmla="*/ 285931 w 605522"/>
              <a:gd name="connsiteY86" fmla="*/ 139231 h 539967"/>
              <a:gd name="connsiteX87" fmla="*/ 285931 w 605522"/>
              <a:gd name="connsiteY87" fmla="*/ 495204 h 539967"/>
              <a:gd name="connsiteX88" fmla="*/ 241106 w 605522"/>
              <a:gd name="connsiteY88" fmla="*/ 539967 h 539967"/>
              <a:gd name="connsiteX89" fmla="*/ 44825 w 605522"/>
              <a:gd name="connsiteY89" fmla="*/ 539967 h 539967"/>
              <a:gd name="connsiteX90" fmla="*/ 0 w 605522"/>
              <a:gd name="connsiteY90" fmla="*/ 495204 h 539967"/>
              <a:gd name="connsiteX91" fmla="*/ 0 w 605522"/>
              <a:gd name="connsiteY91" fmla="*/ 139231 h 539967"/>
              <a:gd name="connsiteX92" fmla="*/ 44825 w 605522"/>
              <a:gd name="connsiteY92" fmla="*/ 94468 h 539967"/>
              <a:gd name="connsiteX93" fmla="*/ 72574 w 605522"/>
              <a:gd name="connsiteY93" fmla="*/ 94468 h 539967"/>
              <a:gd name="connsiteX94" fmla="*/ 72574 w 605522"/>
              <a:gd name="connsiteY94" fmla="*/ 34105 h 539967"/>
              <a:gd name="connsiteX95" fmla="*/ 106630 w 605522"/>
              <a:gd name="connsiteY95" fmla="*/ 0 h 539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</a:cxnLst>
            <a:rect l="l" t="t" r="r" b="b"/>
            <a:pathLst>
              <a:path w="605522" h="539967">
                <a:moveTo>
                  <a:pt x="387263" y="417395"/>
                </a:moveTo>
                <a:lnTo>
                  <a:pt x="537638" y="417395"/>
                </a:lnTo>
                <a:lnTo>
                  <a:pt x="537638" y="459762"/>
                </a:lnTo>
                <a:cubicBezTo>
                  <a:pt x="537638" y="466743"/>
                  <a:pt x="532011" y="472366"/>
                  <a:pt x="525026" y="472366"/>
                </a:cubicBezTo>
                <a:lnTo>
                  <a:pt x="399875" y="472366"/>
                </a:lnTo>
                <a:cubicBezTo>
                  <a:pt x="392890" y="472366"/>
                  <a:pt x="387263" y="466743"/>
                  <a:pt x="387263" y="459762"/>
                </a:cubicBezTo>
                <a:close/>
                <a:moveTo>
                  <a:pt x="387263" y="333069"/>
                </a:moveTo>
                <a:lnTo>
                  <a:pt x="537638" y="333069"/>
                </a:lnTo>
                <a:lnTo>
                  <a:pt x="537638" y="385711"/>
                </a:lnTo>
                <a:lnTo>
                  <a:pt x="387263" y="385711"/>
                </a:lnTo>
                <a:close/>
                <a:moveTo>
                  <a:pt x="387263" y="248743"/>
                </a:moveTo>
                <a:lnTo>
                  <a:pt x="537638" y="248743"/>
                </a:lnTo>
                <a:lnTo>
                  <a:pt x="537638" y="301455"/>
                </a:lnTo>
                <a:lnTo>
                  <a:pt x="387263" y="301455"/>
                </a:lnTo>
                <a:close/>
                <a:moveTo>
                  <a:pt x="130818" y="197654"/>
                </a:moveTo>
                <a:lnTo>
                  <a:pt x="175563" y="197654"/>
                </a:lnTo>
                <a:cubicBezTo>
                  <a:pt x="178572" y="197654"/>
                  <a:pt x="181386" y="199108"/>
                  <a:pt x="183133" y="201530"/>
                </a:cubicBezTo>
                <a:cubicBezTo>
                  <a:pt x="184978" y="203953"/>
                  <a:pt x="185463" y="207054"/>
                  <a:pt x="184589" y="209961"/>
                </a:cubicBezTo>
                <a:lnTo>
                  <a:pt x="157121" y="300470"/>
                </a:lnTo>
                <a:lnTo>
                  <a:pt x="177213" y="300470"/>
                </a:lnTo>
                <a:cubicBezTo>
                  <a:pt x="180416" y="300470"/>
                  <a:pt x="183522" y="302117"/>
                  <a:pt x="185269" y="304927"/>
                </a:cubicBezTo>
                <a:cubicBezTo>
                  <a:pt x="187016" y="307641"/>
                  <a:pt x="187210" y="311129"/>
                  <a:pt x="185754" y="314036"/>
                </a:cubicBezTo>
                <a:lnTo>
                  <a:pt x="125771" y="438752"/>
                </a:lnTo>
                <a:cubicBezTo>
                  <a:pt x="124994" y="440303"/>
                  <a:pt x="123247" y="441175"/>
                  <a:pt x="121597" y="440691"/>
                </a:cubicBezTo>
                <a:cubicBezTo>
                  <a:pt x="119947" y="440303"/>
                  <a:pt x="118879" y="438752"/>
                  <a:pt x="118976" y="437008"/>
                </a:cubicBezTo>
                <a:lnTo>
                  <a:pt x="125382" y="336324"/>
                </a:lnTo>
                <a:lnTo>
                  <a:pt x="94323" y="336324"/>
                </a:lnTo>
                <a:cubicBezTo>
                  <a:pt x="91314" y="336324"/>
                  <a:pt x="88500" y="334968"/>
                  <a:pt x="86655" y="332545"/>
                </a:cubicBezTo>
                <a:cubicBezTo>
                  <a:pt x="84908" y="330122"/>
                  <a:pt x="84326" y="326925"/>
                  <a:pt x="85199" y="324114"/>
                </a:cubicBezTo>
                <a:lnTo>
                  <a:pt x="121597" y="204437"/>
                </a:lnTo>
                <a:cubicBezTo>
                  <a:pt x="122859" y="200464"/>
                  <a:pt x="126547" y="197654"/>
                  <a:pt x="130818" y="197654"/>
                </a:cubicBezTo>
                <a:close/>
                <a:moveTo>
                  <a:pt x="399875" y="162230"/>
                </a:moveTo>
                <a:lnTo>
                  <a:pt x="525026" y="162230"/>
                </a:lnTo>
                <a:cubicBezTo>
                  <a:pt x="532011" y="162230"/>
                  <a:pt x="537638" y="167846"/>
                  <a:pt x="537638" y="174720"/>
                </a:cubicBezTo>
                <a:lnTo>
                  <a:pt x="537638" y="217130"/>
                </a:lnTo>
                <a:lnTo>
                  <a:pt x="387263" y="217130"/>
                </a:lnTo>
                <a:lnTo>
                  <a:pt x="387263" y="174720"/>
                </a:lnTo>
                <a:cubicBezTo>
                  <a:pt x="387263" y="167846"/>
                  <a:pt x="392890" y="162230"/>
                  <a:pt x="399875" y="162230"/>
                </a:cubicBezTo>
                <a:close/>
                <a:moveTo>
                  <a:pt x="364282" y="136615"/>
                </a:moveTo>
                <a:cubicBezTo>
                  <a:pt x="362827" y="136615"/>
                  <a:pt x="361662" y="137777"/>
                  <a:pt x="361662" y="139231"/>
                </a:cubicBezTo>
                <a:lnTo>
                  <a:pt x="361662" y="495204"/>
                </a:lnTo>
                <a:cubicBezTo>
                  <a:pt x="361662" y="496657"/>
                  <a:pt x="362827" y="497820"/>
                  <a:pt x="364282" y="497820"/>
                </a:cubicBezTo>
                <a:lnTo>
                  <a:pt x="560690" y="497820"/>
                </a:lnTo>
                <a:cubicBezTo>
                  <a:pt x="562145" y="497820"/>
                  <a:pt x="563310" y="496657"/>
                  <a:pt x="563310" y="495204"/>
                </a:cubicBezTo>
                <a:lnTo>
                  <a:pt x="563310" y="139231"/>
                </a:lnTo>
                <a:cubicBezTo>
                  <a:pt x="563310" y="137777"/>
                  <a:pt x="562048" y="136615"/>
                  <a:pt x="560690" y="136615"/>
                </a:cubicBezTo>
                <a:lnTo>
                  <a:pt x="532840" y="136615"/>
                </a:lnTo>
                <a:lnTo>
                  <a:pt x="392035" y="136615"/>
                </a:lnTo>
                <a:close/>
                <a:moveTo>
                  <a:pt x="44825" y="136615"/>
                </a:moveTo>
                <a:cubicBezTo>
                  <a:pt x="43370" y="136615"/>
                  <a:pt x="42206" y="137777"/>
                  <a:pt x="42206" y="139231"/>
                </a:cubicBezTo>
                <a:lnTo>
                  <a:pt x="42206" y="495204"/>
                </a:lnTo>
                <a:cubicBezTo>
                  <a:pt x="42206" y="496657"/>
                  <a:pt x="43370" y="497820"/>
                  <a:pt x="44825" y="497820"/>
                </a:cubicBezTo>
                <a:lnTo>
                  <a:pt x="241106" y="497820"/>
                </a:lnTo>
                <a:cubicBezTo>
                  <a:pt x="242561" y="497820"/>
                  <a:pt x="243725" y="496657"/>
                  <a:pt x="243725" y="495204"/>
                </a:cubicBezTo>
                <a:lnTo>
                  <a:pt x="243725" y="139231"/>
                </a:lnTo>
                <a:cubicBezTo>
                  <a:pt x="243725" y="137777"/>
                  <a:pt x="242561" y="136615"/>
                  <a:pt x="241106" y="136615"/>
                </a:cubicBezTo>
                <a:lnTo>
                  <a:pt x="213357" y="136615"/>
                </a:lnTo>
                <a:lnTo>
                  <a:pt x="72574" y="136615"/>
                </a:lnTo>
                <a:close/>
                <a:moveTo>
                  <a:pt x="434248" y="42147"/>
                </a:moveTo>
                <a:lnTo>
                  <a:pt x="434248" y="94468"/>
                </a:lnTo>
                <a:lnTo>
                  <a:pt x="490627" y="94468"/>
                </a:lnTo>
                <a:lnTo>
                  <a:pt x="490627" y="42147"/>
                </a:lnTo>
                <a:close/>
                <a:moveTo>
                  <a:pt x="114780" y="42147"/>
                </a:moveTo>
                <a:lnTo>
                  <a:pt x="114780" y="94468"/>
                </a:lnTo>
                <a:lnTo>
                  <a:pt x="171151" y="94468"/>
                </a:lnTo>
                <a:lnTo>
                  <a:pt x="171151" y="42147"/>
                </a:lnTo>
                <a:close/>
                <a:moveTo>
                  <a:pt x="426193" y="0"/>
                </a:moveTo>
                <a:lnTo>
                  <a:pt x="498779" y="0"/>
                </a:lnTo>
                <a:cubicBezTo>
                  <a:pt x="517604" y="0"/>
                  <a:pt x="532840" y="15309"/>
                  <a:pt x="532840" y="34105"/>
                </a:cubicBezTo>
                <a:lnTo>
                  <a:pt x="532840" y="94468"/>
                </a:lnTo>
                <a:lnTo>
                  <a:pt x="560690" y="94468"/>
                </a:lnTo>
                <a:cubicBezTo>
                  <a:pt x="585338" y="94468"/>
                  <a:pt x="605522" y="114621"/>
                  <a:pt x="605522" y="139231"/>
                </a:cubicBezTo>
                <a:lnTo>
                  <a:pt x="605522" y="495204"/>
                </a:lnTo>
                <a:cubicBezTo>
                  <a:pt x="605522" y="519911"/>
                  <a:pt x="585338" y="539967"/>
                  <a:pt x="560690" y="539967"/>
                </a:cubicBezTo>
                <a:lnTo>
                  <a:pt x="364282" y="539967"/>
                </a:lnTo>
                <a:cubicBezTo>
                  <a:pt x="339634" y="539967"/>
                  <a:pt x="319450" y="519911"/>
                  <a:pt x="319450" y="495204"/>
                </a:cubicBezTo>
                <a:lnTo>
                  <a:pt x="319450" y="139231"/>
                </a:lnTo>
                <a:cubicBezTo>
                  <a:pt x="319450" y="114621"/>
                  <a:pt x="339634" y="94468"/>
                  <a:pt x="364282" y="94468"/>
                </a:cubicBezTo>
                <a:lnTo>
                  <a:pt x="392035" y="94468"/>
                </a:lnTo>
                <a:lnTo>
                  <a:pt x="392035" y="34105"/>
                </a:lnTo>
                <a:cubicBezTo>
                  <a:pt x="392035" y="15309"/>
                  <a:pt x="407368" y="0"/>
                  <a:pt x="426193" y="0"/>
                </a:cubicBezTo>
                <a:close/>
                <a:moveTo>
                  <a:pt x="106630" y="0"/>
                </a:moveTo>
                <a:lnTo>
                  <a:pt x="179301" y="0"/>
                </a:lnTo>
                <a:cubicBezTo>
                  <a:pt x="198124" y="0"/>
                  <a:pt x="213357" y="15309"/>
                  <a:pt x="213357" y="34105"/>
                </a:cubicBezTo>
                <a:lnTo>
                  <a:pt x="213357" y="94468"/>
                </a:lnTo>
                <a:lnTo>
                  <a:pt x="241106" y="94468"/>
                </a:lnTo>
                <a:cubicBezTo>
                  <a:pt x="265847" y="94468"/>
                  <a:pt x="285931" y="114621"/>
                  <a:pt x="285931" y="139231"/>
                </a:cubicBezTo>
                <a:lnTo>
                  <a:pt x="285931" y="495204"/>
                </a:lnTo>
                <a:cubicBezTo>
                  <a:pt x="285931" y="519911"/>
                  <a:pt x="265847" y="539967"/>
                  <a:pt x="241106" y="539967"/>
                </a:cubicBezTo>
                <a:lnTo>
                  <a:pt x="44825" y="539967"/>
                </a:lnTo>
                <a:cubicBezTo>
                  <a:pt x="20084" y="539967"/>
                  <a:pt x="0" y="519911"/>
                  <a:pt x="0" y="495204"/>
                </a:cubicBezTo>
                <a:lnTo>
                  <a:pt x="0" y="139231"/>
                </a:lnTo>
                <a:cubicBezTo>
                  <a:pt x="0" y="114621"/>
                  <a:pt x="20084" y="94468"/>
                  <a:pt x="44825" y="94468"/>
                </a:cubicBezTo>
                <a:lnTo>
                  <a:pt x="72574" y="94468"/>
                </a:lnTo>
                <a:lnTo>
                  <a:pt x="72574" y="34105"/>
                </a:lnTo>
                <a:cubicBezTo>
                  <a:pt x="72574" y="15309"/>
                  <a:pt x="87904" y="0"/>
                  <a:pt x="10663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07" tIns="45703" rIns="91407" bIns="45703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/>
            <a:endParaRPr lang="zh-CN" altLang="en-US">
              <a:solidFill>
                <a:prstClr val="white"/>
              </a:solidFill>
              <a:cs typeface="+mn-ea"/>
              <a:sym typeface="+mn-lt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1148052" y="2224868"/>
            <a:ext cx="9895896" cy="889538"/>
            <a:chOff x="930622" y="2007154"/>
            <a:chExt cx="9895896" cy="889538"/>
          </a:xfrm>
        </p:grpSpPr>
        <p:grpSp>
          <p:nvGrpSpPr>
            <p:cNvPr id="7" name="组合 6"/>
            <p:cNvGrpSpPr/>
            <p:nvPr/>
          </p:nvGrpSpPr>
          <p:grpSpPr>
            <a:xfrm>
              <a:off x="930622" y="2007155"/>
              <a:ext cx="2984539" cy="889537"/>
              <a:chOff x="283598" y="1906534"/>
              <a:chExt cx="2984539" cy="889537"/>
            </a:xfrm>
          </p:grpSpPr>
          <p:sp>
            <p:nvSpPr>
              <p:cNvPr id="8" name="文本框 7"/>
              <p:cNvSpPr txBox="1"/>
              <p:nvPr/>
            </p:nvSpPr>
            <p:spPr>
              <a:xfrm>
                <a:off x="283598" y="2219631"/>
                <a:ext cx="2966425" cy="5764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1050" b="0" i="0">
                    <a:solidFill>
                      <a:schemeClr val="bg1">
                        <a:lumMod val="50000"/>
                      </a:schemeClr>
                    </a:solidFill>
                    <a:effectLst/>
                    <a:latin typeface="HarmonyOS Sans SC Light" panose="00000400000000000000" pitchFamily="2" charset="-122"/>
                    <a:ea typeface="阿里巴巴普惠体 2.0 55 Regular" panose="00020600040101010101" pitchFamily="18" charset="-122"/>
                    <a:cs typeface="阿里巴巴普惠体 2.0 55 Regular" panose="00020600040101010101" pitchFamily="18" charset="-122"/>
                  </a:defRPr>
                </a:lvl1pPr>
              </a:lstStyle>
              <a:p>
                <a:pPr algn="r"/>
                <a:r>
                  <a:rPr lang="zh-CN" altLang="en-US" sz="11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sym typeface="HarmonyOS Sans SC Light" panose="00000400000000000000" pitchFamily="2" charset="-122"/>
                  </a:rPr>
                  <a:t>根据自己的需要添加适当的文字，此处添加详细文本描述，建议与标题相关尽量简洁</a:t>
                </a:r>
                <a:r>
                  <a:rPr lang="en-US" altLang="zh-CN" sz="11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sym typeface="HarmonyOS Sans SC Light" panose="00000400000000000000" pitchFamily="2" charset="-122"/>
                  </a:rPr>
                  <a:t>... ...</a:t>
                </a:r>
                <a:endParaRPr lang="en-US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endParaRPr>
              </a:p>
            </p:txBody>
          </p:sp>
          <p:sp>
            <p:nvSpPr>
              <p:cNvPr id="3" name="文本框 2"/>
              <p:cNvSpPr txBox="1"/>
              <p:nvPr/>
            </p:nvSpPr>
            <p:spPr>
              <a:xfrm>
                <a:off x="1032570" y="1906534"/>
                <a:ext cx="223556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b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HarmonyOS Sans SC Light" panose="00000400000000000000" pitchFamily="2" charset="-122"/>
                    <a:ea typeface="阿里巴巴普惠体 2.0 55 Regular" panose="00020600040101010101" pitchFamily="18" charset="-122"/>
                    <a:cs typeface="阿里巴巴普惠体 2.0 55 Regular" panose="00020600040101010101" pitchFamily="18" charset="-122"/>
                  </a:defRPr>
                </a:lvl1pPr>
              </a:lstStyle>
              <a:p>
                <a:pPr algn="r"/>
                <a:r>
                  <a:rPr lang="zh-CN" altLang="en-US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sym typeface="HarmonyOS Sans SC Light" panose="00000400000000000000" pitchFamily="2" charset="-122"/>
                  </a:rPr>
                  <a:t>添加标题文本</a:t>
                </a:r>
                <a:endPara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endParaRPr>
              </a:p>
            </p:txBody>
          </p:sp>
        </p:grpSp>
        <p:grpSp>
          <p:nvGrpSpPr>
            <p:cNvPr id="26" name="组合 25"/>
            <p:cNvGrpSpPr/>
            <p:nvPr/>
          </p:nvGrpSpPr>
          <p:grpSpPr>
            <a:xfrm>
              <a:off x="7860093" y="2007154"/>
              <a:ext cx="2966425" cy="889537"/>
              <a:chOff x="283598" y="1906534"/>
              <a:chExt cx="2966425" cy="889537"/>
            </a:xfrm>
          </p:grpSpPr>
          <p:sp>
            <p:nvSpPr>
              <p:cNvPr id="28" name="文本框 27"/>
              <p:cNvSpPr txBox="1"/>
              <p:nvPr/>
            </p:nvSpPr>
            <p:spPr>
              <a:xfrm>
                <a:off x="283598" y="2219631"/>
                <a:ext cx="2966425" cy="5764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1050" b="0" i="0">
                    <a:solidFill>
                      <a:schemeClr val="bg1">
                        <a:lumMod val="50000"/>
                      </a:schemeClr>
                    </a:solidFill>
                    <a:effectLst/>
                    <a:latin typeface="HarmonyOS Sans SC Light" panose="00000400000000000000" pitchFamily="2" charset="-122"/>
                    <a:ea typeface="阿里巴巴普惠体 2.0 55 Regular" panose="00020600040101010101" pitchFamily="18" charset="-122"/>
                    <a:cs typeface="阿里巴巴普惠体 2.0 55 Regular" panose="00020600040101010101" pitchFamily="18" charset="-122"/>
                  </a:defRPr>
                </a:lvl1pPr>
              </a:lstStyle>
              <a:p>
                <a:r>
                  <a:rPr lang="zh-CN" altLang="en-US" sz="11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sym typeface="HarmonyOS Sans SC Light" panose="00000400000000000000" pitchFamily="2" charset="-122"/>
                  </a:rPr>
                  <a:t>根据自己的需要添加适当的文字，此处添加详细文本描述，建议与标题相关尽量简洁</a:t>
                </a:r>
                <a:r>
                  <a:rPr lang="en-US" altLang="zh-CN" sz="11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sym typeface="HarmonyOS Sans SC Light" panose="00000400000000000000" pitchFamily="2" charset="-122"/>
                  </a:rPr>
                  <a:t>... ...</a:t>
                </a:r>
                <a:endParaRPr lang="en-US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endParaRPr>
              </a:p>
            </p:txBody>
          </p:sp>
          <p:sp>
            <p:nvSpPr>
              <p:cNvPr id="29" name="文本框 28"/>
              <p:cNvSpPr txBox="1"/>
              <p:nvPr/>
            </p:nvSpPr>
            <p:spPr>
              <a:xfrm>
                <a:off x="283598" y="1906534"/>
                <a:ext cx="223556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b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HarmonyOS Sans SC Light" panose="00000400000000000000" pitchFamily="2" charset="-122"/>
                    <a:ea typeface="阿里巴巴普惠体 2.0 55 Regular" panose="00020600040101010101" pitchFamily="18" charset="-122"/>
                    <a:cs typeface="阿里巴巴普惠体 2.0 55 Regular" panose="00020600040101010101" pitchFamily="18" charset="-122"/>
                  </a:defRPr>
                </a:lvl1pPr>
              </a:lstStyle>
              <a:p>
                <a:r>
                  <a:rPr lang="zh-CN" altLang="en-US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sym typeface="HarmonyOS Sans SC Light" panose="00000400000000000000" pitchFamily="2" charset="-122"/>
                  </a:rPr>
                  <a:t>添加标题文本</a:t>
                </a:r>
                <a:endPara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endParaRPr>
              </a:p>
            </p:txBody>
          </p:sp>
        </p:grpSp>
      </p:grpSp>
      <p:grpSp>
        <p:nvGrpSpPr>
          <p:cNvPr id="31" name="组合 30"/>
          <p:cNvGrpSpPr/>
          <p:nvPr/>
        </p:nvGrpSpPr>
        <p:grpSpPr>
          <a:xfrm>
            <a:off x="1148052" y="4171667"/>
            <a:ext cx="9895896" cy="889538"/>
            <a:chOff x="930622" y="2007154"/>
            <a:chExt cx="9895896" cy="889538"/>
          </a:xfrm>
        </p:grpSpPr>
        <p:grpSp>
          <p:nvGrpSpPr>
            <p:cNvPr id="36" name="组合 35"/>
            <p:cNvGrpSpPr/>
            <p:nvPr/>
          </p:nvGrpSpPr>
          <p:grpSpPr>
            <a:xfrm>
              <a:off x="930622" y="2007155"/>
              <a:ext cx="2984539" cy="889537"/>
              <a:chOff x="283598" y="1906534"/>
              <a:chExt cx="2984539" cy="889537"/>
            </a:xfrm>
          </p:grpSpPr>
          <p:sp>
            <p:nvSpPr>
              <p:cNvPr id="40" name="文本框 39"/>
              <p:cNvSpPr txBox="1"/>
              <p:nvPr/>
            </p:nvSpPr>
            <p:spPr>
              <a:xfrm>
                <a:off x="283598" y="2219631"/>
                <a:ext cx="2966425" cy="5764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1050" b="0" i="0">
                    <a:solidFill>
                      <a:schemeClr val="bg1">
                        <a:lumMod val="50000"/>
                      </a:schemeClr>
                    </a:solidFill>
                    <a:effectLst/>
                    <a:latin typeface="HarmonyOS Sans SC Light" panose="00000400000000000000" pitchFamily="2" charset="-122"/>
                    <a:ea typeface="阿里巴巴普惠体 2.0 55 Regular" panose="00020600040101010101" pitchFamily="18" charset="-122"/>
                    <a:cs typeface="阿里巴巴普惠体 2.0 55 Regular" panose="00020600040101010101" pitchFamily="18" charset="-122"/>
                  </a:defRPr>
                </a:lvl1pPr>
              </a:lstStyle>
              <a:p>
                <a:pPr algn="r"/>
                <a:r>
                  <a:rPr lang="zh-CN" altLang="en-US" sz="11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sym typeface="HarmonyOS Sans SC Light" panose="00000400000000000000" pitchFamily="2" charset="-122"/>
                  </a:rPr>
                  <a:t>根据自己的需要添加适当的文字，此处添加详细文本描述，建议与标题相关尽量简洁</a:t>
                </a:r>
                <a:r>
                  <a:rPr lang="en-US" altLang="zh-CN" sz="11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sym typeface="HarmonyOS Sans SC Light" panose="00000400000000000000" pitchFamily="2" charset="-122"/>
                  </a:rPr>
                  <a:t>... ...</a:t>
                </a:r>
                <a:endParaRPr lang="en-US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endParaRPr>
              </a:p>
            </p:txBody>
          </p:sp>
          <p:sp>
            <p:nvSpPr>
              <p:cNvPr id="41" name="文本框 40"/>
              <p:cNvSpPr txBox="1"/>
              <p:nvPr/>
            </p:nvSpPr>
            <p:spPr>
              <a:xfrm>
                <a:off x="1032570" y="1906534"/>
                <a:ext cx="223556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b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HarmonyOS Sans SC Light" panose="00000400000000000000" pitchFamily="2" charset="-122"/>
                    <a:ea typeface="阿里巴巴普惠体 2.0 55 Regular" panose="00020600040101010101" pitchFamily="18" charset="-122"/>
                    <a:cs typeface="阿里巴巴普惠体 2.0 55 Regular" panose="00020600040101010101" pitchFamily="18" charset="-122"/>
                  </a:defRPr>
                </a:lvl1pPr>
              </a:lstStyle>
              <a:p>
                <a:pPr algn="r"/>
                <a:r>
                  <a:rPr lang="zh-CN" altLang="en-US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sym typeface="HarmonyOS Sans SC Light" panose="00000400000000000000" pitchFamily="2" charset="-122"/>
                  </a:rPr>
                  <a:t>添加标题文本</a:t>
                </a:r>
                <a:endPara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endParaRPr>
              </a:p>
            </p:txBody>
          </p:sp>
        </p:grpSp>
        <p:grpSp>
          <p:nvGrpSpPr>
            <p:cNvPr id="37" name="组合 36"/>
            <p:cNvGrpSpPr/>
            <p:nvPr/>
          </p:nvGrpSpPr>
          <p:grpSpPr>
            <a:xfrm>
              <a:off x="7860093" y="2007154"/>
              <a:ext cx="2966425" cy="889537"/>
              <a:chOff x="283598" y="1906534"/>
              <a:chExt cx="2966425" cy="889537"/>
            </a:xfrm>
          </p:grpSpPr>
          <p:sp>
            <p:nvSpPr>
              <p:cNvPr id="38" name="文本框 37"/>
              <p:cNvSpPr txBox="1"/>
              <p:nvPr/>
            </p:nvSpPr>
            <p:spPr>
              <a:xfrm>
                <a:off x="283598" y="2219631"/>
                <a:ext cx="2966425" cy="5764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1050" b="0" i="0">
                    <a:solidFill>
                      <a:schemeClr val="bg1">
                        <a:lumMod val="50000"/>
                      </a:schemeClr>
                    </a:solidFill>
                    <a:effectLst/>
                    <a:latin typeface="HarmonyOS Sans SC Light" panose="00000400000000000000" pitchFamily="2" charset="-122"/>
                    <a:ea typeface="阿里巴巴普惠体 2.0 55 Regular" panose="00020600040101010101" pitchFamily="18" charset="-122"/>
                    <a:cs typeface="阿里巴巴普惠体 2.0 55 Regular" panose="00020600040101010101" pitchFamily="18" charset="-122"/>
                  </a:defRPr>
                </a:lvl1pPr>
              </a:lstStyle>
              <a:p>
                <a:r>
                  <a:rPr lang="zh-CN" altLang="en-US" sz="11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sym typeface="HarmonyOS Sans SC Light" panose="00000400000000000000" pitchFamily="2" charset="-122"/>
                  </a:rPr>
                  <a:t>根据自己的需要添加适当的文字，此处添加详细文本描述，建议与标题相关尽量简洁</a:t>
                </a:r>
                <a:r>
                  <a:rPr lang="en-US" altLang="zh-CN" sz="11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sym typeface="HarmonyOS Sans SC Light" panose="00000400000000000000" pitchFamily="2" charset="-122"/>
                  </a:rPr>
                  <a:t>... ...</a:t>
                </a:r>
                <a:endParaRPr lang="en-US" altLang="zh-CN" sz="1100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endParaRPr>
              </a:p>
            </p:txBody>
          </p:sp>
          <p:sp>
            <p:nvSpPr>
              <p:cNvPr id="39" name="文本框 38"/>
              <p:cNvSpPr txBox="1"/>
              <p:nvPr/>
            </p:nvSpPr>
            <p:spPr>
              <a:xfrm>
                <a:off x="283598" y="1906534"/>
                <a:ext cx="223556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b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HarmonyOS Sans SC Light" panose="00000400000000000000" pitchFamily="2" charset="-122"/>
                    <a:ea typeface="阿里巴巴普惠体 2.0 55 Regular" panose="00020600040101010101" pitchFamily="18" charset="-122"/>
                    <a:cs typeface="阿里巴巴普惠体 2.0 55 Regular" panose="00020600040101010101" pitchFamily="18" charset="-122"/>
                  </a:defRPr>
                </a:lvl1pPr>
              </a:lstStyle>
              <a:p>
                <a:r>
                  <a:rPr lang="zh-CN" altLang="en-US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sym typeface="HarmonyOS Sans SC Light" panose="00000400000000000000" pitchFamily="2" charset="-122"/>
                  </a:rPr>
                  <a:t>添加标题文本</a:t>
                </a:r>
                <a:endPara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497555" y="249084"/>
            <a:ext cx="5196889" cy="616350"/>
            <a:chOff x="902835" y="1974450"/>
            <a:chExt cx="5196889" cy="616350"/>
          </a:xfrm>
        </p:grpSpPr>
        <p:sp>
          <p:nvSpPr>
            <p:cNvPr id="166" name="椭圆 2"/>
            <p:cNvSpPr/>
            <p:nvPr/>
          </p:nvSpPr>
          <p:spPr>
            <a:xfrm>
              <a:off x="902835" y="1974450"/>
              <a:ext cx="5196889" cy="597932"/>
            </a:xfrm>
            <a:custGeom>
              <a:avLst/>
              <a:gdLst>
                <a:gd name="connsiteX0" fmla="*/ 0 w 5082540"/>
                <a:gd name="connsiteY0" fmla="*/ 395730 h 791459"/>
                <a:gd name="connsiteX1" fmla="*/ 2541270 w 5082540"/>
                <a:gd name="connsiteY1" fmla="*/ 0 h 791459"/>
                <a:gd name="connsiteX2" fmla="*/ 5082540 w 5082540"/>
                <a:gd name="connsiteY2" fmla="*/ 395730 h 791459"/>
                <a:gd name="connsiteX3" fmla="*/ 2541270 w 5082540"/>
                <a:gd name="connsiteY3" fmla="*/ 791460 h 791459"/>
                <a:gd name="connsiteX4" fmla="*/ 0 w 5082540"/>
                <a:gd name="connsiteY4" fmla="*/ 395730 h 791459"/>
                <a:gd name="connsiteX0-1" fmla="*/ 145828 w 5228368"/>
                <a:gd name="connsiteY0-2" fmla="*/ 395730 h 715260"/>
                <a:gd name="connsiteX1-3" fmla="*/ 2687098 w 5228368"/>
                <a:gd name="connsiteY1-4" fmla="*/ 0 h 715260"/>
                <a:gd name="connsiteX2-5" fmla="*/ 5228368 w 5228368"/>
                <a:gd name="connsiteY2-6" fmla="*/ 395730 h 715260"/>
                <a:gd name="connsiteX3-7" fmla="*/ 1208818 w 5228368"/>
                <a:gd name="connsiteY3-8" fmla="*/ 715260 h 715260"/>
                <a:gd name="connsiteX4-9" fmla="*/ 145828 w 5228368"/>
                <a:gd name="connsiteY4-10" fmla="*/ 395730 h 715260"/>
                <a:gd name="connsiteX0-11" fmla="*/ 220894 w 5303434"/>
                <a:gd name="connsiteY0-12" fmla="*/ 334770 h 654300"/>
                <a:gd name="connsiteX1-13" fmla="*/ 3775624 w 5303434"/>
                <a:gd name="connsiteY1-14" fmla="*/ 0 h 654300"/>
                <a:gd name="connsiteX2-15" fmla="*/ 5303434 w 5303434"/>
                <a:gd name="connsiteY2-16" fmla="*/ 334770 h 654300"/>
                <a:gd name="connsiteX3-17" fmla="*/ 1283884 w 5303434"/>
                <a:gd name="connsiteY3-18" fmla="*/ 654300 h 654300"/>
                <a:gd name="connsiteX4-19" fmla="*/ 220894 w 5303434"/>
                <a:gd name="connsiteY4-20" fmla="*/ 334770 h 654300"/>
                <a:gd name="connsiteX0-21" fmla="*/ 131008 w 5213548"/>
                <a:gd name="connsiteY0-22" fmla="*/ 165594 h 664455"/>
                <a:gd name="connsiteX1-23" fmla="*/ 3685738 w 5213548"/>
                <a:gd name="connsiteY1-24" fmla="*/ 6084 h 664455"/>
                <a:gd name="connsiteX2-25" fmla="*/ 5213548 w 5213548"/>
                <a:gd name="connsiteY2-26" fmla="*/ 340854 h 664455"/>
                <a:gd name="connsiteX3-27" fmla="*/ 1193998 w 5213548"/>
                <a:gd name="connsiteY3-28" fmla="*/ 660384 h 664455"/>
                <a:gd name="connsiteX4-29" fmla="*/ 131008 w 5213548"/>
                <a:gd name="connsiteY4-30" fmla="*/ 165594 h 664455"/>
                <a:gd name="connsiteX0-31" fmla="*/ 106935 w 5189475"/>
                <a:gd name="connsiteY0-32" fmla="*/ 217356 h 716217"/>
                <a:gd name="connsiteX1-33" fmla="*/ 3661665 w 5189475"/>
                <a:gd name="connsiteY1-34" fmla="*/ 57846 h 716217"/>
                <a:gd name="connsiteX2-35" fmla="*/ 5189475 w 5189475"/>
                <a:gd name="connsiteY2-36" fmla="*/ 392616 h 716217"/>
                <a:gd name="connsiteX3-37" fmla="*/ 1169925 w 5189475"/>
                <a:gd name="connsiteY3-38" fmla="*/ 712146 h 716217"/>
                <a:gd name="connsiteX4-39" fmla="*/ 106935 w 5189475"/>
                <a:gd name="connsiteY4-40" fmla="*/ 217356 h 716217"/>
                <a:gd name="connsiteX0-41" fmla="*/ 106935 w 5189475"/>
                <a:gd name="connsiteY0-42" fmla="*/ 217356 h 743830"/>
                <a:gd name="connsiteX1-43" fmla="*/ 3661665 w 5189475"/>
                <a:gd name="connsiteY1-44" fmla="*/ 57846 h 743830"/>
                <a:gd name="connsiteX2-45" fmla="*/ 5189475 w 5189475"/>
                <a:gd name="connsiteY2-46" fmla="*/ 392616 h 743830"/>
                <a:gd name="connsiteX3-47" fmla="*/ 1169925 w 5189475"/>
                <a:gd name="connsiteY3-48" fmla="*/ 712146 h 743830"/>
                <a:gd name="connsiteX4-49" fmla="*/ 106935 w 5189475"/>
                <a:gd name="connsiteY4-50" fmla="*/ 217356 h 743830"/>
                <a:gd name="connsiteX0-51" fmla="*/ 106935 w 5194775"/>
                <a:gd name="connsiteY0-52" fmla="*/ 217356 h 743830"/>
                <a:gd name="connsiteX1-53" fmla="*/ 3661665 w 5194775"/>
                <a:gd name="connsiteY1-54" fmla="*/ 57846 h 743830"/>
                <a:gd name="connsiteX2-55" fmla="*/ 5189475 w 5194775"/>
                <a:gd name="connsiteY2-56" fmla="*/ 392616 h 743830"/>
                <a:gd name="connsiteX3-57" fmla="*/ 1169925 w 5194775"/>
                <a:gd name="connsiteY3-58" fmla="*/ 712146 h 743830"/>
                <a:gd name="connsiteX4-59" fmla="*/ 106935 w 5194775"/>
                <a:gd name="connsiteY4-60" fmla="*/ 217356 h 743830"/>
                <a:gd name="connsiteX0-61" fmla="*/ 107430 w 5193674"/>
                <a:gd name="connsiteY0-62" fmla="*/ 187556 h 714030"/>
                <a:gd name="connsiteX1-63" fmla="*/ 3304020 w 5193674"/>
                <a:gd name="connsiteY1-64" fmla="*/ 5186 h 714030"/>
                <a:gd name="connsiteX2-65" fmla="*/ 5189970 w 5193674"/>
                <a:gd name="connsiteY2-66" fmla="*/ 362816 h 714030"/>
                <a:gd name="connsiteX3-67" fmla="*/ 1170420 w 5193674"/>
                <a:gd name="connsiteY3-68" fmla="*/ 682346 h 714030"/>
                <a:gd name="connsiteX4-69" fmla="*/ 107430 w 5193674"/>
                <a:gd name="connsiteY4-70" fmla="*/ 187556 h 714030"/>
                <a:gd name="connsiteX0-71" fmla="*/ 89779 w 5176023"/>
                <a:gd name="connsiteY0-72" fmla="*/ 218381 h 744855"/>
                <a:gd name="connsiteX1-73" fmla="*/ 3286369 w 5176023"/>
                <a:gd name="connsiteY1-74" fmla="*/ 36011 h 744855"/>
                <a:gd name="connsiteX2-75" fmla="*/ 5172319 w 5176023"/>
                <a:gd name="connsiteY2-76" fmla="*/ 393641 h 744855"/>
                <a:gd name="connsiteX3-77" fmla="*/ 1152769 w 5176023"/>
                <a:gd name="connsiteY3-78" fmla="*/ 713171 h 744855"/>
                <a:gd name="connsiteX4-79" fmla="*/ 89779 w 5176023"/>
                <a:gd name="connsiteY4-80" fmla="*/ 218381 h 744855"/>
                <a:gd name="connsiteX0-81" fmla="*/ 86611 w 5210975"/>
                <a:gd name="connsiteY0-82" fmla="*/ 245965 h 723357"/>
                <a:gd name="connsiteX1-83" fmla="*/ 3321301 w 5210975"/>
                <a:gd name="connsiteY1-84" fmla="*/ 17875 h 723357"/>
                <a:gd name="connsiteX2-85" fmla="*/ 5207251 w 5210975"/>
                <a:gd name="connsiteY2-86" fmla="*/ 375505 h 723357"/>
                <a:gd name="connsiteX3-87" fmla="*/ 1187701 w 5210975"/>
                <a:gd name="connsiteY3-88" fmla="*/ 695035 h 723357"/>
                <a:gd name="connsiteX4-89" fmla="*/ 86611 w 5210975"/>
                <a:gd name="connsiteY4-90" fmla="*/ 245965 h 723357"/>
                <a:gd name="connsiteX0-91" fmla="*/ 43224 w 5167588"/>
                <a:gd name="connsiteY0-92" fmla="*/ 255515 h 732907"/>
                <a:gd name="connsiteX1-93" fmla="*/ 3277914 w 5167588"/>
                <a:gd name="connsiteY1-94" fmla="*/ 27425 h 732907"/>
                <a:gd name="connsiteX2-95" fmla="*/ 5163864 w 5167588"/>
                <a:gd name="connsiteY2-96" fmla="*/ 385055 h 732907"/>
                <a:gd name="connsiteX3-97" fmla="*/ 1144314 w 5167588"/>
                <a:gd name="connsiteY3-98" fmla="*/ 704585 h 732907"/>
                <a:gd name="connsiteX4-99" fmla="*/ 43224 w 5167588"/>
                <a:gd name="connsiteY4-100" fmla="*/ 255515 h 732907"/>
                <a:gd name="connsiteX0-101" fmla="*/ 28682 w 5153046"/>
                <a:gd name="connsiteY0-102" fmla="*/ 257665 h 735057"/>
                <a:gd name="connsiteX1-103" fmla="*/ 3263372 w 5153046"/>
                <a:gd name="connsiteY1-104" fmla="*/ 29575 h 735057"/>
                <a:gd name="connsiteX2-105" fmla="*/ 5149322 w 5153046"/>
                <a:gd name="connsiteY2-106" fmla="*/ 387205 h 735057"/>
                <a:gd name="connsiteX3-107" fmla="*/ 1129772 w 5153046"/>
                <a:gd name="connsiteY3-108" fmla="*/ 706735 h 735057"/>
                <a:gd name="connsiteX4-109" fmla="*/ 28682 w 5153046"/>
                <a:gd name="connsiteY4-110" fmla="*/ 257665 h 735057"/>
                <a:gd name="connsiteX0-111" fmla="*/ 45765 w 5170129"/>
                <a:gd name="connsiteY0-112" fmla="*/ 259882 h 737274"/>
                <a:gd name="connsiteX1-113" fmla="*/ 3280455 w 5170129"/>
                <a:gd name="connsiteY1-114" fmla="*/ 31792 h 737274"/>
                <a:gd name="connsiteX2-115" fmla="*/ 5166405 w 5170129"/>
                <a:gd name="connsiteY2-116" fmla="*/ 389422 h 737274"/>
                <a:gd name="connsiteX3-117" fmla="*/ 1146855 w 5170129"/>
                <a:gd name="connsiteY3-118" fmla="*/ 708952 h 737274"/>
                <a:gd name="connsiteX4-119" fmla="*/ 45765 w 5170129"/>
                <a:gd name="connsiteY4-120" fmla="*/ 259882 h 737274"/>
                <a:gd name="connsiteX0-121" fmla="*/ 72525 w 5196889"/>
                <a:gd name="connsiteY0-122" fmla="*/ 266896 h 744288"/>
                <a:gd name="connsiteX1-123" fmla="*/ 3307215 w 5196889"/>
                <a:gd name="connsiteY1-124" fmla="*/ 38806 h 744288"/>
                <a:gd name="connsiteX2-125" fmla="*/ 5193165 w 5196889"/>
                <a:gd name="connsiteY2-126" fmla="*/ 396436 h 744288"/>
                <a:gd name="connsiteX3-127" fmla="*/ 1173615 w 5196889"/>
                <a:gd name="connsiteY3-128" fmla="*/ 715966 h 744288"/>
                <a:gd name="connsiteX4-129" fmla="*/ 72525 w 5196889"/>
                <a:gd name="connsiteY4-130" fmla="*/ 266896 h 74428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5196889" h="744288">
                  <a:moveTo>
                    <a:pt x="72525" y="266896"/>
                  </a:moveTo>
                  <a:cubicBezTo>
                    <a:pt x="344305" y="-112664"/>
                    <a:pt x="2453775" y="17216"/>
                    <a:pt x="3307215" y="38806"/>
                  </a:cubicBezTo>
                  <a:cubicBezTo>
                    <a:pt x="4160655" y="60396"/>
                    <a:pt x="5269365" y="25480"/>
                    <a:pt x="5193165" y="396436"/>
                  </a:cubicBezTo>
                  <a:cubicBezTo>
                    <a:pt x="5155065" y="851212"/>
                    <a:pt x="2027055" y="737556"/>
                    <a:pt x="1173615" y="715966"/>
                  </a:cubicBezTo>
                  <a:cubicBezTo>
                    <a:pt x="320175" y="694376"/>
                    <a:pt x="-199255" y="646456"/>
                    <a:pt x="72525" y="266896"/>
                  </a:cubicBezTo>
                  <a:close/>
                </a:path>
              </a:pathLst>
            </a:custGeom>
            <a:solidFill>
              <a:srgbClr val="B0C0F4"/>
            </a:solidFill>
            <a:ln w="66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167" name="椭圆 166"/>
            <p:cNvSpPr/>
            <p:nvPr/>
          </p:nvSpPr>
          <p:spPr>
            <a:xfrm>
              <a:off x="1544273" y="1974450"/>
              <a:ext cx="616350" cy="616350"/>
            </a:xfrm>
            <a:prstGeom prst="ellipse">
              <a:avLst/>
            </a:prstGeom>
            <a:solidFill>
              <a:srgbClr val="6887EA"/>
            </a:solidFill>
            <a:ln w="66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168" name="文本框 167"/>
            <p:cNvSpPr txBox="1"/>
            <p:nvPr/>
          </p:nvSpPr>
          <p:spPr>
            <a:xfrm>
              <a:off x="2557990" y="2111161"/>
              <a:ext cx="269250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solidFill>
                    <a:schemeClr val="bg1"/>
                  </a:solidFill>
                </a:rPr>
                <a:t>单击此处添加标题文本</a:t>
              </a:r>
              <a:endParaRPr lang="zh-CN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169" name="文本框 168"/>
            <p:cNvSpPr txBox="1"/>
            <p:nvPr/>
          </p:nvSpPr>
          <p:spPr>
            <a:xfrm>
              <a:off x="1601045" y="2050707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solidFill>
                    <a:schemeClr val="bg1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rPr>
                <a:t>02</a:t>
              </a:r>
              <a:endParaRPr lang="zh-CN" altLang="en-US" sz="2400" dirty="0">
                <a:solidFill>
                  <a:schemeClr val="bg1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</a:endParaRPr>
            </a:p>
          </p:txBody>
        </p:sp>
      </p:grpSp>
      <p:sp>
        <p:nvSpPr>
          <p:cNvPr id="29" name="矩形 28" descr="D:\51PPT模板网\51pptmoban.com\图片.jpg"/>
          <p:cNvSpPr/>
          <p:nvPr/>
        </p:nvSpPr>
        <p:spPr>
          <a:xfrm>
            <a:off x="3850513" y="1604040"/>
            <a:ext cx="4490973" cy="2913003"/>
          </a:xfrm>
          <a:prstGeom prst="rect">
            <a:avLst/>
          </a:prstGeom>
          <a:blipFill>
            <a:blip r:embed="rId1"/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ea"/>
              <a:sym typeface="+mn-lt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8446190" y="1604040"/>
            <a:ext cx="2798073" cy="2913003"/>
          </a:xfrm>
          <a:prstGeom prst="rect">
            <a:avLst/>
          </a:prstGeom>
          <a:solidFill>
            <a:srgbClr val="6887EA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07" tIns="45703" rIns="91407" bIns="45703" numCol="1" spcCol="0" rtlCol="0" fromWordArt="0" anchor="ctr" anchorCtr="0" forceAA="0" compatLnSpc="1">
            <a:noAutofit/>
          </a:bodyPr>
          <a:lstStyle/>
          <a:p>
            <a:pPr algn="ctr" defTabSz="457200"/>
            <a:endParaRPr lang="zh-CN" altLang="en-US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47737" y="1604040"/>
            <a:ext cx="2798073" cy="2913003"/>
          </a:xfrm>
          <a:prstGeom prst="rect">
            <a:avLst/>
          </a:prstGeom>
          <a:solidFill>
            <a:srgbClr val="6887EA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07" tIns="45703" rIns="91407" bIns="45703" numCol="1" spcCol="0" rtlCol="0" fromWordArt="0" anchor="ctr" anchorCtr="0" forceAA="0" compatLnSpc="1">
            <a:noAutofit/>
          </a:bodyPr>
          <a:lstStyle/>
          <a:p>
            <a:pPr algn="ctr" defTabSz="457200"/>
            <a:endParaRPr lang="zh-CN" altLang="en-US">
              <a:solidFill>
                <a:prstClr val="white"/>
              </a:solidFill>
              <a:cs typeface="+mn-ea"/>
              <a:sym typeface="+mn-lt"/>
            </a:endParaRPr>
          </a:p>
        </p:txBody>
      </p:sp>
      <p:grpSp>
        <p:nvGrpSpPr>
          <p:cNvPr id="9" name="图形 9" descr="饼图 纯色填充"/>
          <p:cNvGrpSpPr/>
          <p:nvPr/>
        </p:nvGrpSpPr>
        <p:grpSpPr>
          <a:xfrm>
            <a:off x="1984822" y="2037843"/>
            <a:ext cx="722947" cy="723900"/>
            <a:chOff x="1984822" y="1834643"/>
            <a:chExt cx="722947" cy="723900"/>
          </a:xfrm>
          <a:solidFill>
            <a:schemeClr val="bg1"/>
          </a:solidFill>
        </p:grpSpPr>
        <p:sp>
          <p:nvSpPr>
            <p:cNvPr id="14" name="任意多边形: 形状 13"/>
            <p:cNvSpPr/>
            <p:nvPr/>
          </p:nvSpPr>
          <p:spPr>
            <a:xfrm>
              <a:off x="1984822" y="1834643"/>
              <a:ext cx="603885" cy="723900"/>
            </a:xfrm>
            <a:custGeom>
              <a:avLst/>
              <a:gdLst>
                <a:gd name="connsiteX0" fmla="*/ 342900 w 603885"/>
                <a:gd name="connsiteY0" fmla="*/ 0 h 723900"/>
                <a:gd name="connsiteX1" fmla="*/ 0 w 603885"/>
                <a:gd name="connsiteY1" fmla="*/ 361950 h 723900"/>
                <a:gd name="connsiteX2" fmla="*/ 361950 w 603885"/>
                <a:gd name="connsiteY2" fmla="*/ 723900 h 723900"/>
                <a:gd name="connsiteX3" fmla="*/ 603885 w 603885"/>
                <a:gd name="connsiteY3" fmla="*/ 630555 h 723900"/>
                <a:gd name="connsiteX4" fmla="*/ 342900 w 603885"/>
                <a:gd name="connsiteY4" fmla="*/ 369570 h 723900"/>
                <a:gd name="connsiteX5" fmla="*/ 342900 w 603885"/>
                <a:gd name="connsiteY5" fmla="*/ 0 h 723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03885" h="723900">
                  <a:moveTo>
                    <a:pt x="342900" y="0"/>
                  </a:moveTo>
                  <a:cubicBezTo>
                    <a:pt x="152400" y="9525"/>
                    <a:pt x="0" y="169545"/>
                    <a:pt x="0" y="361950"/>
                  </a:cubicBezTo>
                  <a:cubicBezTo>
                    <a:pt x="0" y="561975"/>
                    <a:pt x="161925" y="723900"/>
                    <a:pt x="361950" y="723900"/>
                  </a:cubicBezTo>
                  <a:cubicBezTo>
                    <a:pt x="452438" y="723900"/>
                    <a:pt x="537210" y="691515"/>
                    <a:pt x="603885" y="630555"/>
                  </a:cubicBezTo>
                  <a:lnTo>
                    <a:pt x="342900" y="369570"/>
                  </a:lnTo>
                  <a:lnTo>
                    <a:pt x="34290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+mn-ea"/>
              </a:endParaRPr>
            </a:p>
          </p:txBody>
        </p:sp>
        <p:sp>
          <p:nvSpPr>
            <p:cNvPr id="15" name="任意多边形: 形状 14"/>
            <p:cNvSpPr/>
            <p:nvPr/>
          </p:nvSpPr>
          <p:spPr>
            <a:xfrm>
              <a:off x="2365822" y="1834643"/>
              <a:ext cx="341947" cy="342900"/>
            </a:xfrm>
            <a:custGeom>
              <a:avLst/>
              <a:gdLst>
                <a:gd name="connsiteX0" fmla="*/ 0 w 341947"/>
                <a:gd name="connsiteY0" fmla="*/ 0 h 342900"/>
                <a:gd name="connsiteX1" fmla="*/ 0 w 341947"/>
                <a:gd name="connsiteY1" fmla="*/ 342900 h 342900"/>
                <a:gd name="connsiteX2" fmla="*/ 341948 w 341947"/>
                <a:gd name="connsiteY2" fmla="*/ 342900 h 342900"/>
                <a:gd name="connsiteX3" fmla="*/ 0 w 341947"/>
                <a:gd name="connsiteY3" fmla="*/ 0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1947" h="342900">
                  <a:moveTo>
                    <a:pt x="0" y="0"/>
                  </a:moveTo>
                  <a:lnTo>
                    <a:pt x="0" y="342900"/>
                  </a:lnTo>
                  <a:lnTo>
                    <a:pt x="341948" y="342900"/>
                  </a:lnTo>
                  <a:cubicBezTo>
                    <a:pt x="332423" y="157163"/>
                    <a:pt x="184785" y="9525"/>
                    <a:pt x="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+mn-ea"/>
              </a:endParaRPr>
            </a:p>
          </p:txBody>
        </p:sp>
        <p:sp>
          <p:nvSpPr>
            <p:cNvPr id="16" name="任意多边形: 形状 15"/>
            <p:cNvSpPr/>
            <p:nvPr/>
          </p:nvSpPr>
          <p:spPr>
            <a:xfrm>
              <a:off x="2392491" y="2215643"/>
              <a:ext cx="315277" cy="222885"/>
            </a:xfrm>
            <a:custGeom>
              <a:avLst/>
              <a:gdLst>
                <a:gd name="connsiteX0" fmla="*/ 0 w 315277"/>
                <a:gd name="connsiteY0" fmla="*/ 0 h 222885"/>
                <a:gd name="connsiteX1" fmla="*/ 222885 w 315277"/>
                <a:gd name="connsiteY1" fmla="*/ 222885 h 222885"/>
                <a:gd name="connsiteX2" fmla="*/ 315278 w 315277"/>
                <a:gd name="connsiteY2" fmla="*/ 0 h 222885"/>
                <a:gd name="connsiteX3" fmla="*/ 0 w 315277"/>
                <a:gd name="connsiteY3" fmla="*/ 0 h 222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5277" h="222885">
                  <a:moveTo>
                    <a:pt x="0" y="0"/>
                  </a:moveTo>
                  <a:lnTo>
                    <a:pt x="222885" y="222885"/>
                  </a:lnTo>
                  <a:cubicBezTo>
                    <a:pt x="279083" y="160973"/>
                    <a:pt x="311468" y="82868"/>
                    <a:pt x="315278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+mn-ea"/>
              </a:endParaRPr>
            </a:p>
          </p:txBody>
        </p:sp>
      </p:grpSp>
      <p:grpSp>
        <p:nvGrpSpPr>
          <p:cNvPr id="24" name="组合 23" descr="D:\51PPT模板网\51pptmoban.com\图片.jpg"/>
          <p:cNvGrpSpPr/>
          <p:nvPr/>
        </p:nvGrpSpPr>
        <p:grpSpPr>
          <a:xfrm>
            <a:off x="9521666" y="2028318"/>
            <a:ext cx="648267" cy="742430"/>
            <a:chOff x="9521666" y="1825118"/>
            <a:chExt cx="648267" cy="742430"/>
          </a:xfrm>
          <a:solidFill>
            <a:schemeClr val="bg1"/>
          </a:solidFill>
        </p:grpSpPr>
        <p:sp>
          <p:nvSpPr>
            <p:cNvPr id="18" name="任意多边形: 形状 17"/>
            <p:cNvSpPr/>
            <p:nvPr/>
          </p:nvSpPr>
          <p:spPr>
            <a:xfrm>
              <a:off x="9826175" y="2034668"/>
              <a:ext cx="38100" cy="38100"/>
            </a:xfrm>
            <a:custGeom>
              <a:avLst/>
              <a:gdLst>
                <a:gd name="connsiteX0" fmla="*/ 38100 w 38100"/>
                <a:gd name="connsiteY0" fmla="*/ 19050 h 38100"/>
                <a:gd name="connsiteX1" fmla="*/ 19050 w 38100"/>
                <a:gd name="connsiteY1" fmla="*/ 38100 h 38100"/>
                <a:gd name="connsiteX2" fmla="*/ 0 w 38100"/>
                <a:gd name="connsiteY2" fmla="*/ 19050 h 38100"/>
                <a:gd name="connsiteX3" fmla="*/ 19050 w 38100"/>
                <a:gd name="connsiteY3" fmla="*/ 0 h 38100"/>
                <a:gd name="connsiteX4" fmla="*/ 38100 w 38100"/>
                <a:gd name="connsiteY4" fmla="*/ 1905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8100" y="19050"/>
                  </a:moveTo>
                  <a:cubicBezTo>
                    <a:pt x="38100" y="29571"/>
                    <a:pt x="29571" y="38100"/>
                    <a:pt x="19050" y="38100"/>
                  </a:cubicBezTo>
                  <a:cubicBezTo>
                    <a:pt x="8529" y="38100"/>
                    <a:pt x="0" y="29571"/>
                    <a:pt x="0" y="19050"/>
                  </a:cubicBezTo>
                  <a:cubicBezTo>
                    <a:pt x="0" y="8529"/>
                    <a:pt x="8529" y="0"/>
                    <a:pt x="19050" y="0"/>
                  </a:cubicBezTo>
                  <a:cubicBezTo>
                    <a:pt x="29571" y="0"/>
                    <a:pt x="38100" y="8529"/>
                    <a:pt x="38100" y="1905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+mn-ea"/>
              </a:endParaRPr>
            </a:p>
          </p:txBody>
        </p:sp>
        <p:sp>
          <p:nvSpPr>
            <p:cNvPr id="19" name="任意多边形: 形状 18"/>
            <p:cNvSpPr/>
            <p:nvPr/>
          </p:nvSpPr>
          <p:spPr>
            <a:xfrm>
              <a:off x="9826175" y="2415668"/>
              <a:ext cx="38100" cy="38100"/>
            </a:xfrm>
            <a:custGeom>
              <a:avLst/>
              <a:gdLst>
                <a:gd name="connsiteX0" fmla="*/ 38100 w 38100"/>
                <a:gd name="connsiteY0" fmla="*/ 19050 h 38100"/>
                <a:gd name="connsiteX1" fmla="*/ 19050 w 38100"/>
                <a:gd name="connsiteY1" fmla="*/ 38100 h 38100"/>
                <a:gd name="connsiteX2" fmla="*/ 0 w 38100"/>
                <a:gd name="connsiteY2" fmla="*/ 19050 h 38100"/>
                <a:gd name="connsiteX3" fmla="*/ 19050 w 38100"/>
                <a:gd name="connsiteY3" fmla="*/ 0 h 38100"/>
                <a:gd name="connsiteX4" fmla="*/ 38100 w 38100"/>
                <a:gd name="connsiteY4" fmla="*/ 1905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8100" y="19050"/>
                  </a:moveTo>
                  <a:cubicBezTo>
                    <a:pt x="38100" y="29571"/>
                    <a:pt x="29571" y="38100"/>
                    <a:pt x="19050" y="38100"/>
                  </a:cubicBezTo>
                  <a:cubicBezTo>
                    <a:pt x="8529" y="38100"/>
                    <a:pt x="0" y="29571"/>
                    <a:pt x="0" y="19050"/>
                  </a:cubicBezTo>
                  <a:cubicBezTo>
                    <a:pt x="0" y="8529"/>
                    <a:pt x="8529" y="0"/>
                    <a:pt x="19050" y="0"/>
                  </a:cubicBezTo>
                  <a:cubicBezTo>
                    <a:pt x="29571" y="0"/>
                    <a:pt x="38100" y="8529"/>
                    <a:pt x="38100" y="1905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+mn-ea"/>
              </a:endParaRPr>
            </a:p>
          </p:txBody>
        </p:sp>
        <p:sp>
          <p:nvSpPr>
            <p:cNvPr id="20" name="任意多边形: 形状 19"/>
            <p:cNvSpPr/>
            <p:nvPr/>
          </p:nvSpPr>
          <p:spPr>
            <a:xfrm>
              <a:off x="10016675" y="2215643"/>
              <a:ext cx="38100" cy="38100"/>
            </a:xfrm>
            <a:custGeom>
              <a:avLst/>
              <a:gdLst>
                <a:gd name="connsiteX0" fmla="*/ 38100 w 38100"/>
                <a:gd name="connsiteY0" fmla="*/ 19050 h 38100"/>
                <a:gd name="connsiteX1" fmla="*/ 19050 w 38100"/>
                <a:gd name="connsiteY1" fmla="*/ 38100 h 38100"/>
                <a:gd name="connsiteX2" fmla="*/ 0 w 38100"/>
                <a:gd name="connsiteY2" fmla="*/ 19050 h 38100"/>
                <a:gd name="connsiteX3" fmla="*/ 19050 w 38100"/>
                <a:gd name="connsiteY3" fmla="*/ 0 h 38100"/>
                <a:gd name="connsiteX4" fmla="*/ 38100 w 38100"/>
                <a:gd name="connsiteY4" fmla="*/ 1905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8100" y="19050"/>
                  </a:moveTo>
                  <a:cubicBezTo>
                    <a:pt x="38100" y="29571"/>
                    <a:pt x="29571" y="38100"/>
                    <a:pt x="19050" y="38100"/>
                  </a:cubicBezTo>
                  <a:cubicBezTo>
                    <a:pt x="8529" y="38100"/>
                    <a:pt x="0" y="29571"/>
                    <a:pt x="0" y="19050"/>
                  </a:cubicBezTo>
                  <a:cubicBezTo>
                    <a:pt x="0" y="8529"/>
                    <a:pt x="8529" y="0"/>
                    <a:pt x="19050" y="0"/>
                  </a:cubicBezTo>
                  <a:cubicBezTo>
                    <a:pt x="29571" y="0"/>
                    <a:pt x="38100" y="8529"/>
                    <a:pt x="38100" y="1905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+mn-ea"/>
              </a:endParaRPr>
            </a:p>
          </p:txBody>
        </p:sp>
        <p:sp>
          <p:nvSpPr>
            <p:cNvPr id="21" name="任意多边形: 形状 20"/>
            <p:cNvSpPr/>
            <p:nvPr/>
          </p:nvSpPr>
          <p:spPr>
            <a:xfrm>
              <a:off x="9635675" y="2215643"/>
              <a:ext cx="38100" cy="38100"/>
            </a:xfrm>
            <a:custGeom>
              <a:avLst/>
              <a:gdLst>
                <a:gd name="connsiteX0" fmla="*/ 38100 w 38100"/>
                <a:gd name="connsiteY0" fmla="*/ 19050 h 38100"/>
                <a:gd name="connsiteX1" fmla="*/ 19050 w 38100"/>
                <a:gd name="connsiteY1" fmla="*/ 38100 h 38100"/>
                <a:gd name="connsiteX2" fmla="*/ 0 w 38100"/>
                <a:gd name="connsiteY2" fmla="*/ 19050 h 38100"/>
                <a:gd name="connsiteX3" fmla="*/ 19050 w 38100"/>
                <a:gd name="connsiteY3" fmla="*/ 0 h 38100"/>
                <a:gd name="connsiteX4" fmla="*/ 38100 w 38100"/>
                <a:gd name="connsiteY4" fmla="*/ 1905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8100" y="19050"/>
                  </a:moveTo>
                  <a:cubicBezTo>
                    <a:pt x="38100" y="29571"/>
                    <a:pt x="29571" y="38100"/>
                    <a:pt x="19050" y="38100"/>
                  </a:cubicBezTo>
                  <a:cubicBezTo>
                    <a:pt x="8529" y="38100"/>
                    <a:pt x="0" y="29571"/>
                    <a:pt x="0" y="19050"/>
                  </a:cubicBezTo>
                  <a:cubicBezTo>
                    <a:pt x="0" y="8529"/>
                    <a:pt x="8529" y="0"/>
                    <a:pt x="19050" y="0"/>
                  </a:cubicBezTo>
                  <a:cubicBezTo>
                    <a:pt x="29571" y="0"/>
                    <a:pt x="38100" y="8529"/>
                    <a:pt x="38100" y="1905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+mn-ea"/>
              </a:endParaRPr>
            </a:p>
          </p:txBody>
        </p:sp>
        <p:sp>
          <p:nvSpPr>
            <p:cNvPr id="22" name="任意多边形: 形状 21"/>
            <p:cNvSpPr/>
            <p:nvPr/>
          </p:nvSpPr>
          <p:spPr>
            <a:xfrm>
              <a:off x="9826175" y="2101343"/>
              <a:ext cx="126682" cy="240982"/>
            </a:xfrm>
            <a:custGeom>
              <a:avLst/>
              <a:gdLst>
                <a:gd name="connsiteX0" fmla="*/ 38100 w 126682"/>
                <a:gd name="connsiteY0" fmla="*/ 0 h 240982"/>
                <a:gd name="connsiteX1" fmla="*/ 0 w 126682"/>
                <a:gd name="connsiteY1" fmla="*/ 0 h 240982"/>
                <a:gd name="connsiteX2" fmla="*/ 0 w 126682"/>
                <a:gd name="connsiteY2" fmla="*/ 133350 h 240982"/>
                <a:gd name="connsiteX3" fmla="*/ 5715 w 126682"/>
                <a:gd name="connsiteY3" fmla="*/ 146685 h 240982"/>
                <a:gd name="connsiteX4" fmla="*/ 100013 w 126682"/>
                <a:gd name="connsiteY4" fmla="*/ 240983 h 240982"/>
                <a:gd name="connsiteX5" fmla="*/ 126682 w 126682"/>
                <a:gd name="connsiteY5" fmla="*/ 214313 h 240982"/>
                <a:gd name="connsiteX6" fmla="*/ 38100 w 126682"/>
                <a:gd name="connsiteY6" fmla="*/ 125730 h 240982"/>
                <a:gd name="connsiteX7" fmla="*/ 38100 w 126682"/>
                <a:gd name="connsiteY7" fmla="*/ 0 h 240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6682" h="240982">
                  <a:moveTo>
                    <a:pt x="38100" y="0"/>
                  </a:moveTo>
                  <a:lnTo>
                    <a:pt x="0" y="0"/>
                  </a:lnTo>
                  <a:lnTo>
                    <a:pt x="0" y="133350"/>
                  </a:lnTo>
                  <a:cubicBezTo>
                    <a:pt x="0" y="138113"/>
                    <a:pt x="1905" y="142875"/>
                    <a:pt x="5715" y="146685"/>
                  </a:cubicBezTo>
                  <a:lnTo>
                    <a:pt x="100013" y="240983"/>
                  </a:lnTo>
                  <a:lnTo>
                    <a:pt x="126682" y="214313"/>
                  </a:lnTo>
                  <a:lnTo>
                    <a:pt x="38100" y="125730"/>
                  </a:lnTo>
                  <a:lnTo>
                    <a:pt x="3810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+mn-ea"/>
              </a:endParaRPr>
            </a:p>
          </p:txBody>
        </p:sp>
        <p:sp>
          <p:nvSpPr>
            <p:cNvPr id="23" name="任意多边形: 形状 22"/>
            <p:cNvSpPr/>
            <p:nvPr/>
          </p:nvSpPr>
          <p:spPr>
            <a:xfrm>
              <a:off x="9521666" y="1825118"/>
              <a:ext cx="648267" cy="742430"/>
            </a:xfrm>
            <a:custGeom>
              <a:avLst/>
              <a:gdLst>
                <a:gd name="connsiteX0" fmla="*/ 323559 w 648267"/>
                <a:gd name="connsiteY0" fmla="*/ 685800 h 742430"/>
                <a:gd name="connsiteX1" fmla="*/ 56859 w 648267"/>
                <a:gd name="connsiteY1" fmla="*/ 419100 h 742430"/>
                <a:gd name="connsiteX2" fmla="*/ 323559 w 648267"/>
                <a:gd name="connsiteY2" fmla="*/ 152400 h 742430"/>
                <a:gd name="connsiteX3" fmla="*/ 590259 w 648267"/>
                <a:gd name="connsiteY3" fmla="*/ 419100 h 742430"/>
                <a:gd name="connsiteX4" fmla="*/ 323559 w 648267"/>
                <a:gd name="connsiteY4" fmla="*/ 685800 h 742430"/>
                <a:gd name="connsiteX5" fmla="*/ 323559 w 648267"/>
                <a:gd name="connsiteY5" fmla="*/ 685800 h 742430"/>
                <a:gd name="connsiteX6" fmla="*/ 549301 w 648267"/>
                <a:gd name="connsiteY6" fmla="*/ 186690 h 742430"/>
                <a:gd name="connsiteX7" fmla="*/ 577876 w 648267"/>
                <a:gd name="connsiteY7" fmla="*/ 158115 h 742430"/>
                <a:gd name="connsiteX8" fmla="*/ 576924 w 648267"/>
                <a:gd name="connsiteY8" fmla="*/ 118110 h 742430"/>
                <a:gd name="connsiteX9" fmla="*/ 536919 w 648267"/>
                <a:gd name="connsiteY9" fmla="*/ 117157 h 742430"/>
                <a:gd name="connsiteX10" fmla="*/ 504534 w 648267"/>
                <a:gd name="connsiteY10" fmla="*/ 150495 h 742430"/>
                <a:gd name="connsiteX11" fmla="*/ 352134 w 648267"/>
                <a:gd name="connsiteY11" fmla="*/ 97155 h 742430"/>
                <a:gd name="connsiteX12" fmla="*/ 352134 w 648267"/>
                <a:gd name="connsiteY12" fmla="*/ 57150 h 742430"/>
                <a:gd name="connsiteX13" fmla="*/ 437859 w 648267"/>
                <a:gd name="connsiteY13" fmla="*/ 57150 h 742430"/>
                <a:gd name="connsiteX14" fmla="*/ 437859 w 648267"/>
                <a:gd name="connsiteY14" fmla="*/ 0 h 742430"/>
                <a:gd name="connsiteX15" fmla="*/ 209259 w 648267"/>
                <a:gd name="connsiteY15" fmla="*/ 0 h 742430"/>
                <a:gd name="connsiteX16" fmla="*/ 209259 w 648267"/>
                <a:gd name="connsiteY16" fmla="*/ 57150 h 742430"/>
                <a:gd name="connsiteX17" fmla="*/ 294984 w 648267"/>
                <a:gd name="connsiteY17" fmla="*/ 57150 h 742430"/>
                <a:gd name="connsiteX18" fmla="*/ 294984 w 648267"/>
                <a:gd name="connsiteY18" fmla="*/ 96203 h 742430"/>
                <a:gd name="connsiteX19" fmla="*/ 2566 w 648267"/>
                <a:gd name="connsiteY19" fmla="*/ 378143 h 742430"/>
                <a:gd name="connsiteX20" fmla="*/ 215926 w 648267"/>
                <a:gd name="connsiteY20" fmla="*/ 723900 h 742430"/>
                <a:gd name="connsiteX21" fmla="*/ 599784 w 648267"/>
                <a:gd name="connsiteY21" fmla="*/ 589598 h 742430"/>
                <a:gd name="connsiteX22" fmla="*/ 549301 w 648267"/>
                <a:gd name="connsiteY22" fmla="*/ 186690 h 742430"/>
                <a:gd name="connsiteX23" fmla="*/ 549301 w 648267"/>
                <a:gd name="connsiteY23" fmla="*/ 186690 h 742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48267" h="742430">
                  <a:moveTo>
                    <a:pt x="323559" y="685800"/>
                  </a:moveTo>
                  <a:cubicBezTo>
                    <a:pt x="175921" y="685800"/>
                    <a:pt x="56859" y="566738"/>
                    <a:pt x="56859" y="419100"/>
                  </a:cubicBezTo>
                  <a:cubicBezTo>
                    <a:pt x="56859" y="271463"/>
                    <a:pt x="175921" y="152400"/>
                    <a:pt x="323559" y="152400"/>
                  </a:cubicBezTo>
                  <a:cubicBezTo>
                    <a:pt x="471196" y="152400"/>
                    <a:pt x="590259" y="271463"/>
                    <a:pt x="590259" y="419100"/>
                  </a:cubicBezTo>
                  <a:cubicBezTo>
                    <a:pt x="590259" y="566738"/>
                    <a:pt x="471196" y="685800"/>
                    <a:pt x="323559" y="685800"/>
                  </a:cubicBezTo>
                  <a:lnTo>
                    <a:pt x="323559" y="685800"/>
                  </a:lnTo>
                  <a:close/>
                  <a:moveTo>
                    <a:pt x="549301" y="186690"/>
                  </a:moveTo>
                  <a:lnTo>
                    <a:pt x="577876" y="158115"/>
                  </a:lnTo>
                  <a:cubicBezTo>
                    <a:pt x="588354" y="146685"/>
                    <a:pt x="588354" y="129540"/>
                    <a:pt x="576924" y="118110"/>
                  </a:cubicBezTo>
                  <a:cubicBezTo>
                    <a:pt x="566446" y="107632"/>
                    <a:pt x="548349" y="106680"/>
                    <a:pt x="536919" y="117157"/>
                  </a:cubicBezTo>
                  <a:lnTo>
                    <a:pt x="504534" y="150495"/>
                  </a:lnTo>
                  <a:cubicBezTo>
                    <a:pt x="458814" y="120015"/>
                    <a:pt x="406426" y="100965"/>
                    <a:pt x="352134" y="97155"/>
                  </a:cubicBezTo>
                  <a:lnTo>
                    <a:pt x="352134" y="57150"/>
                  </a:lnTo>
                  <a:lnTo>
                    <a:pt x="437859" y="57150"/>
                  </a:lnTo>
                  <a:lnTo>
                    <a:pt x="437859" y="0"/>
                  </a:lnTo>
                  <a:lnTo>
                    <a:pt x="209259" y="0"/>
                  </a:lnTo>
                  <a:lnTo>
                    <a:pt x="209259" y="57150"/>
                  </a:lnTo>
                  <a:lnTo>
                    <a:pt x="294984" y="57150"/>
                  </a:lnTo>
                  <a:lnTo>
                    <a:pt x="294984" y="96203"/>
                  </a:lnTo>
                  <a:cubicBezTo>
                    <a:pt x="143536" y="109538"/>
                    <a:pt x="21616" y="226695"/>
                    <a:pt x="2566" y="378143"/>
                  </a:cubicBezTo>
                  <a:cubicBezTo>
                    <a:pt x="-16484" y="529590"/>
                    <a:pt x="72099" y="673418"/>
                    <a:pt x="215926" y="723900"/>
                  </a:cubicBezTo>
                  <a:cubicBezTo>
                    <a:pt x="359754" y="774383"/>
                    <a:pt x="518821" y="719138"/>
                    <a:pt x="599784" y="589598"/>
                  </a:cubicBezTo>
                  <a:cubicBezTo>
                    <a:pt x="680746" y="460058"/>
                    <a:pt x="657886" y="292418"/>
                    <a:pt x="549301" y="186690"/>
                  </a:cubicBezTo>
                  <a:lnTo>
                    <a:pt x="549301" y="18669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+mn-ea"/>
              </a:endParaRPr>
            </a:p>
          </p:txBody>
        </p:sp>
      </p:grpSp>
      <p:sp>
        <p:nvSpPr>
          <p:cNvPr id="25" name="文本框 24"/>
          <p:cNvSpPr txBox="1"/>
          <p:nvPr/>
        </p:nvSpPr>
        <p:spPr>
          <a:xfrm>
            <a:off x="947737" y="4907568"/>
            <a:ext cx="10296526" cy="620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此处添加详细文本描述，建议与标题相关并符合整体语言风格，语言描述尽量简洁生动。尽量将每页幻灯片的字数控制在200字以内，据统计每页幻灯片的最好控制在5分钟之内。此处添加详细文本描述，建议与标题相关并符合整体语言风格，语言描述尽量简洁生动。</a:t>
            </a:r>
            <a:endParaRPr lang="zh-CN" altLang="en-US" sz="1200" b="1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8708391" y="2874414"/>
            <a:ext cx="2235568" cy="1199688"/>
            <a:chOff x="283597" y="1906534"/>
            <a:chExt cx="2235568" cy="1199688"/>
          </a:xfrm>
        </p:grpSpPr>
        <p:sp>
          <p:nvSpPr>
            <p:cNvPr id="26" name="文本框 25"/>
            <p:cNvSpPr txBox="1"/>
            <p:nvPr/>
          </p:nvSpPr>
          <p:spPr>
            <a:xfrm>
              <a:off x="283597" y="2275866"/>
              <a:ext cx="2235568" cy="8303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sz="1100" dirty="0">
                  <a:solidFill>
                    <a:schemeClr val="bg1"/>
                  </a:solidFill>
                  <a:latin typeface="+mn-ea"/>
                  <a:ea typeface="+mn-ea"/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sz="1100" dirty="0">
                  <a:solidFill>
                    <a:schemeClr val="bg1"/>
                  </a:solidFill>
                  <a:latin typeface="+mn-ea"/>
                  <a:ea typeface="+mn-ea"/>
                  <a:sym typeface="HarmonyOS Sans SC Light" panose="00000400000000000000" pitchFamily="2" charset="-122"/>
                </a:rPr>
                <a:t>... ...</a:t>
              </a:r>
              <a:endParaRPr lang="en-US" altLang="zh-CN" sz="1100" dirty="0">
                <a:solidFill>
                  <a:schemeClr val="bg1"/>
                </a:solidFill>
                <a:latin typeface="+mn-ea"/>
                <a:ea typeface="+mn-ea"/>
                <a:sym typeface="HarmonyOS Sans SC Light" panose="00000400000000000000" pitchFamily="2" charset="-122"/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283598" y="1906534"/>
              <a:ext cx="22355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dirty="0">
                  <a:solidFill>
                    <a:schemeClr val="bg1"/>
                  </a:solidFill>
                  <a:latin typeface="+mn-ea"/>
                  <a:ea typeface="+mn-ea"/>
                  <a:sym typeface="HarmonyOS Sans SC Light" panose="00000400000000000000" pitchFamily="2" charset="-122"/>
                </a:rPr>
                <a:t>添加标题文本</a:t>
              </a:r>
              <a:endParaRPr lang="zh-CN" altLang="en-US" dirty="0">
                <a:solidFill>
                  <a:schemeClr val="bg1"/>
                </a:solidFill>
                <a:latin typeface="+mn-ea"/>
                <a:ea typeface="+mn-ea"/>
                <a:sym typeface="HarmonyOS Sans SC Light" panose="00000400000000000000" pitchFamily="2" charset="-122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1249307" y="2874414"/>
            <a:ext cx="2235568" cy="1199688"/>
            <a:chOff x="283597" y="1906534"/>
            <a:chExt cx="2235568" cy="1199688"/>
          </a:xfrm>
        </p:grpSpPr>
        <p:sp>
          <p:nvSpPr>
            <p:cNvPr id="30" name="文本框 29"/>
            <p:cNvSpPr txBox="1"/>
            <p:nvPr/>
          </p:nvSpPr>
          <p:spPr>
            <a:xfrm>
              <a:off x="283597" y="2275866"/>
              <a:ext cx="2235568" cy="8303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sz="1100" dirty="0">
                  <a:solidFill>
                    <a:schemeClr val="bg1"/>
                  </a:solidFill>
                  <a:latin typeface="+mn-ea"/>
                  <a:ea typeface="+mn-ea"/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sz="1100" dirty="0">
                  <a:solidFill>
                    <a:schemeClr val="bg1"/>
                  </a:solidFill>
                  <a:latin typeface="+mn-ea"/>
                  <a:ea typeface="+mn-ea"/>
                  <a:sym typeface="HarmonyOS Sans SC Light" panose="00000400000000000000" pitchFamily="2" charset="-122"/>
                </a:rPr>
                <a:t>... ...</a:t>
              </a:r>
              <a:endParaRPr lang="en-US" altLang="zh-CN" sz="1100" dirty="0">
                <a:solidFill>
                  <a:schemeClr val="bg1"/>
                </a:solidFill>
                <a:latin typeface="+mn-ea"/>
                <a:ea typeface="+mn-ea"/>
                <a:sym typeface="HarmonyOS Sans SC Light" panose="00000400000000000000" pitchFamily="2" charset="-122"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283598" y="1906534"/>
              <a:ext cx="22355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dirty="0">
                  <a:solidFill>
                    <a:schemeClr val="bg1"/>
                  </a:solidFill>
                  <a:latin typeface="+mn-ea"/>
                  <a:ea typeface="+mn-ea"/>
                  <a:sym typeface="HarmonyOS Sans SC Light" panose="00000400000000000000" pitchFamily="2" charset="-122"/>
                </a:rPr>
                <a:t>添加标题文本</a:t>
              </a:r>
              <a:endParaRPr lang="zh-CN" altLang="en-US" dirty="0">
                <a:solidFill>
                  <a:schemeClr val="bg1"/>
                </a:solidFill>
                <a:latin typeface="+mn-ea"/>
                <a:ea typeface="+mn-ea"/>
                <a:sym typeface="HarmonyOS Sans SC Light" panose="00000400000000000000" pitchFamily="2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/>
          <p:nvPr/>
        </p:nvSpPr>
        <p:spPr>
          <a:xfrm flipV="1">
            <a:off x="4116571" y="4201811"/>
            <a:ext cx="201720" cy="1027308"/>
          </a:xfrm>
          <a:prstGeom prst="rect">
            <a:avLst/>
          </a:prstGeom>
          <a:solidFill>
            <a:srgbClr val="B0C0F4"/>
          </a:solidFill>
          <a:ln>
            <a:noFill/>
          </a:ln>
        </p:spPr>
        <p:txBody>
          <a:bodyPr/>
          <a:lstStyle/>
          <a:p>
            <a:endParaRPr sz="135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9" name="Rectangle 9"/>
          <p:cNvSpPr/>
          <p:nvPr/>
        </p:nvSpPr>
        <p:spPr>
          <a:xfrm flipV="1">
            <a:off x="7881660" y="4201811"/>
            <a:ext cx="201720" cy="1027308"/>
          </a:xfrm>
          <a:prstGeom prst="rect">
            <a:avLst/>
          </a:prstGeom>
          <a:solidFill>
            <a:srgbClr val="B0C0F4"/>
          </a:solidFill>
          <a:ln>
            <a:noFill/>
          </a:ln>
        </p:spPr>
        <p:txBody>
          <a:bodyPr/>
          <a:lstStyle/>
          <a:p>
            <a:endParaRPr sz="135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1" name="Rectangle 11"/>
          <p:cNvSpPr/>
          <p:nvPr/>
        </p:nvSpPr>
        <p:spPr>
          <a:xfrm flipV="1">
            <a:off x="5998322" y="1914032"/>
            <a:ext cx="201720" cy="1027308"/>
          </a:xfrm>
          <a:prstGeom prst="rect">
            <a:avLst/>
          </a:prstGeom>
          <a:solidFill>
            <a:srgbClr val="B0C0F4"/>
          </a:solidFill>
          <a:ln>
            <a:noFill/>
          </a:ln>
        </p:spPr>
        <p:txBody>
          <a:bodyPr/>
          <a:lstStyle/>
          <a:p>
            <a:endParaRPr sz="135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497555" y="249084"/>
            <a:ext cx="5196889" cy="616350"/>
            <a:chOff x="902835" y="1974450"/>
            <a:chExt cx="5196889" cy="616350"/>
          </a:xfrm>
        </p:grpSpPr>
        <p:sp>
          <p:nvSpPr>
            <p:cNvPr id="166" name="椭圆 2"/>
            <p:cNvSpPr/>
            <p:nvPr/>
          </p:nvSpPr>
          <p:spPr>
            <a:xfrm>
              <a:off x="902835" y="1974450"/>
              <a:ext cx="5196889" cy="597932"/>
            </a:xfrm>
            <a:custGeom>
              <a:avLst/>
              <a:gdLst>
                <a:gd name="connsiteX0" fmla="*/ 0 w 5082540"/>
                <a:gd name="connsiteY0" fmla="*/ 395730 h 791459"/>
                <a:gd name="connsiteX1" fmla="*/ 2541270 w 5082540"/>
                <a:gd name="connsiteY1" fmla="*/ 0 h 791459"/>
                <a:gd name="connsiteX2" fmla="*/ 5082540 w 5082540"/>
                <a:gd name="connsiteY2" fmla="*/ 395730 h 791459"/>
                <a:gd name="connsiteX3" fmla="*/ 2541270 w 5082540"/>
                <a:gd name="connsiteY3" fmla="*/ 791460 h 791459"/>
                <a:gd name="connsiteX4" fmla="*/ 0 w 5082540"/>
                <a:gd name="connsiteY4" fmla="*/ 395730 h 791459"/>
                <a:gd name="connsiteX0-1" fmla="*/ 145828 w 5228368"/>
                <a:gd name="connsiteY0-2" fmla="*/ 395730 h 715260"/>
                <a:gd name="connsiteX1-3" fmla="*/ 2687098 w 5228368"/>
                <a:gd name="connsiteY1-4" fmla="*/ 0 h 715260"/>
                <a:gd name="connsiteX2-5" fmla="*/ 5228368 w 5228368"/>
                <a:gd name="connsiteY2-6" fmla="*/ 395730 h 715260"/>
                <a:gd name="connsiteX3-7" fmla="*/ 1208818 w 5228368"/>
                <a:gd name="connsiteY3-8" fmla="*/ 715260 h 715260"/>
                <a:gd name="connsiteX4-9" fmla="*/ 145828 w 5228368"/>
                <a:gd name="connsiteY4-10" fmla="*/ 395730 h 715260"/>
                <a:gd name="connsiteX0-11" fmla="*/ 220894 w 5303434"/>
                <a:gd name="connsiteY0-12" fmla="*/ 334770 h 654300"/>
                <a:gd name="connsiteX1-13" fmla="*/ 3775624 w 5303434"/>
                <a:gd name="connsiteY1-14" fmla="*/ 0 h 654300"/>
                <a:gd name="connsiteX2-15" fmla="*/ 5303434 w 5303434"/>
                <a:gd name="connsiteY2-16" fmla="*/ 334770 h 654300"/>
                <a:gd name="connsiteX3-17" fmla="*/ 1283884 w 5303434"/>
                <a:gd name="connsiteY3-18" fmla="*/ 654300 h 654300"/>
                <a:gd name="connsiteX4-19" fmla="*/ 220894 w 5303434"/>
                <a:gd name="connsiteY4-20" fmla="*/ 334770 h 654300"/>
                <a:gd name="connsiteX0-21" fmla="*/ 131008 w 5213548"/>
                <a:gd name="connsiteY0-22" fmla="*/ 165594 h 664455"/>
                <a:gd name="connsiteX1-23" fmla="*/ 3685738 w 5213548"/>
                <a:gd name="connsiteY1-24" fmla="*/ 6084 h 664455"/>
                <a:gd name="connsiteX2-25" fmla="*/ 5213548 w 5213548"/>
                <a:gd name="connsiteY2-26" fmla="*/ 340854 h 664455"/>
                <a:gd name="connsiteX3-27" fmla="*/ 1193998 w 5213548"/>
                <a:gd name="connsiteY3-28" fmla="*/ 660384 h 664455"/>
                <a:gd name="connsiteX4-29" fmla="*/ 131008 w 5213548"/>
                <a:gd name="connsiteY4-30" fmla="*/ 165594 h 664455"/>
                <a:gd name="connsiteX0-31" fmla="*/ 106935 w 5189475"/>
                <a:gd name="connsiteY0-32" fmla="*/ 217356 h 716217"/>
                <a:gd name="connsiteX1-33" fmla="*/ 3661665 w 5189475"/>
                <a:gd name="connsiteY1-34" fmla="*/ 57846 h 716217"/>
                <a:gd name="connsiteX2-35" fmla="*/ 5189475 w 5189475"/>
                <a:gd name="connsiteY2-36" fmla="*/ 392616 h 716217"/>
                <a:gd name="connsiteX3-37" fmla="*/ 1169925 w 5189475"/>
                <a:gd name="connsiteY3-38" fmla="*/ 712146 h 716217"/>
                <a:gd name="connsiteX4-39" fmla="*/ 106935 w 5189475"/>
                <a:gd name="connsiteY4-40" fmla="*/ 217356 h 716217"/>
                <a:gd name="connsiteX0-41" fmla="*/ 106935 w 5189475"/>
                <a:gd name="connsiteY0-42" fmla="*/ 217356 h 743830"/>
                <a:gd name="connsiteX1-43" fmla="*/ 3661665 w 5189475"/>
                <a:gd name="connsiteY1-44" fmla="*/ 57846 h 743830"/>
                <a:gd name="connsiteX2-45" fmla="*/ 5189475 w 5189475"/>
                <a:gd name="connsiteY2-46" fmla="*/ 392616 h 743830"/>
                <a:gd name="connsiteX3-47" fmla="*/ 1169925 w 5189475"/>
                <a:gd name="connsiteY3-48" fmla="*/ 712146 h 743830"/>
                <a:gd name="connsiteX4-49" fmla="*/ 106935 w 5189475"/>
                <a:gd name="connsiteY4-50" fmla="*/ 217356 h 743830"/>
                <a:gd name="connsiteX0-51" fmla="*/ 106935 w 5194775"/>
                <a:gd name="connsiteY0-52" fmla="*/ 217356 h 743830"/>
                <a:gd name="connsiteX1-53" fmla="*/ 3661665 w 5194775"/>
                <a:gd name="connsiteY1-54" fmla="*/ 57846 h 743830"/>
                <a:gd name="connsiteX2-55" fmla="*/ 5189475 w 5194775"/>
                <a:gd name="connsiteY2-56" fmla="*/ 392616 h 743830"/>
                <a:gd name="connsiteX3-57" fmla="*/ 1169925 w 5194775"/>
                <a:gd name="connsiteY3-58" fmla="*/ 712146 h 743830"/>
                <a:gd name="connsiteX4-59" fmla="*/ 106935 w 5194775"/>
                <a:gd name="connsiteY4-60" fmla="*/ 217356 h 743830"/>
                <a:gd name="connsiteX0-61" fmla="*/ 107430 w 5193674"/>
                <a:gd name="connsiteY0-62" fmla="*/ 187556 h 714030"/>
                <a:gd name="connsiteX1-63" fmla="*/ 3304020 w 5193674"/>
                <a:gd name="connsiteY1-64" fmla="*/ 5186 h 714030"/>
                <a:gd name="connsiteX2-65" fmla="*/ 5189970 w 5193674"/>
                <a:gd name="connsiteY2-66" fmla="*/ 362816 h 714030"/>
                <a:gd name="connsiteX3-67" fmla="*/ 1170420 w 5193674"/>
                <a:gd name="connsiteY3-68" fmla="*/ 682346 h 714030"/>
                <a:gd name="connsiteX4-69" fmla="*/ 107430 w 5193674"/>
                <a:gd name="connsiteY4-70" fmla="*/ 187556 h 714030"/>
                <a:gd name="connsiteX0-71" fmla="*/ 89779 w 5176023"/>
                <a:gd name="connsiteY0-72" fmla="*/ 218381 h 744855"/>
                <a:gd name="connsiteX1-73" fmla="*/ 3286369 w 5176023"/>
                <a:gd name="connsiteY1-74" fmla="*/ 36011 h 744855"/>
                <a:gd name="connsiteX2-75" fmla="*/ 5172319 w 5176023"/>
                <a:gd name="connsiteY2-76" fmla="*/ 393641 h 744855"/>
                <a:gd name="connsiteX3-77" fmla="*/ 1152769 w 5176023"/>
                <a:gd name="connsiteY3-78" fmla="*/ 713171 h 744855"/>
                <a:gd name="connsiteX4-79" fmla="*/ 89779 w 5176023"/>
                <a:gd name="connsiteY4-80" fmla="*/ 218381 h 744855"/>
                <a:gd name="connsiteX0-81" fmla="*/ 86611 w 5210975"/>
                <a:gd name="connsiteY0-82" fmla="*/ 245965 h 723357"/>
                <a:gd name="connsiteX1-83" fmla="*/ 3321301 w 5210975"/>
                <a:gd name="connsiteY1-84" fmla="*/ 17875 h 723357"/>
                <a:gd name="connsiteX2-85" fmla="*/ 5207251 w 5210975"/>
                <a:gd name="connsiteY2-86" fmla="*/ 375505 h 723357"/>
                <a:gd name="connsiteX3-87" fmla="*/ 1187701 w 5210975"/>
                <a:gd name="connsiteY3-88" fmla="*/ 695035 h 723357"/>
                <a:gd name="connsiteX4-89" fmla="*/ 86611 w 5210975"/>
                <a:gd name="connsiteY4-90" fmla="*/ 245965 h 723357"/>
                <a:gd name="connsiteX0-91" fmla="*/ 43224 w 5167588"/>
                <a:gd name="connsiteY0-92" fmla="*/ 255515 h 732907"/>
                <a:gd name="connsiteX1-93" fmla="*/ 3277914 w 5167588"/>
                <a:gd name="connsiteY1-94" fmla="*/ 27425 h 732907"/>
                <a:gd name="connsiteX2-95" fmla="*/ 5163864 w 5167588"/>
                <a:gd name="connsiteY2-96" fmla="*/ 385055 h 732907"/>
                <a:gd name="connsiteX3-97" fmla="*/ 1144314 w 5167588"/>
                <a:gd name="connsiteY3-98" fmla="*/ 704585 h 732907"/>
                <a:gd name="connsiteX4-99" fmla="*/ 43224 w 5167588"/>
                <a:gd name="connsiteY4-100" fmla="*/ 255515 h 732907"/>
                <a:gd name="connsiteX0-101" fmla="*/ 28682 w 5153046"/>
                <a:gd name="connsiteY0-102" fmla="*/ 257665 h 735057"/>
                <a:gd name="connsiteX1-103" fmla="*/ 3263372 w 5153046"/>
                <a:gd name="connsiteY1-104" fmla="*/ 29575 h 735057"/>
                <a:gd name="connsiteX2-105" fmla="*/ 5149322 w 5153046"/>
                <a:gd name="connsiteY2-106" fmla="*/ 387205 h 735057"/>
                <a:gd name="connsiteX3-107" fmla="*/ 1129772 w 5153046"/>
                <a:gd name="connsiteY3-108" fmla="*/ 706735 h 735057"/>
                <a:gd name="connsiteX4-109" fmla="*/ 28682 w 5153046"/>
                <a:gd name="connsiteY4-110" fmla="*/ 257665 h 735057"/>
                <a:gd name="connsiteX0-111" fmla="*/ 45765 w 5170129"/>
                <a:gd name="connsiteY0-112" fmla="*/ 259882 h 737274"/>
                <a:gd name="connsiteX1-113" fmla="*/ 3280455 w 5170129"/>
                <a:gd name="connsiteY1-114" fmla="*/ 31792 h 737274"/>
                <a:gd name="connsiteX2-115" fmla="*/ 5166405 w 5170129"/>
                <a:gd name="connsiteY2-116" fmla="*/ 389422 h 737274"/>
                <a:gd name="connsiteX3-117" fmla="*/ 1146855 w 5170129"/>
                <a:gd name="connsiteY3-118" fmla="*/ 708952 h 737274"/>
                <a:gd name="connsiteX4-119" fmla="*/ 45765 w 5170129"/>
                <a:gd name="connsiteY4-120" fmla="*/ 259882 h 737274"/>
                <a:gd name="connsiteX0-121" fmla="*/ 72525 w 5196889"/>
                <a:gd name="connsiteY0-122" fmla="*/ 266896 h 744288"/>
                <a:gd name="connsiteX1-123" fmla="*/ 3307215 w 5196889"/>
                <a:gd name="connsiteY1-124" fmla="*/ 38806 h 744288"/>
                <a:gd name="connsiteX2-125" fmla="*/ 5193165 w 5196889"/>
                <a:gd name="connsiteY2-126" fmla="*/ 396436 h 744288"/>
                <a:gd name="connsiteX3-127" fmla="*/ 1173615 w 5196889"/>
                <a:gd name="connsiteY3-128" fmla="*/ 715966 h 744288"/>
                <a:gd name="connsiteX4-129" fmla="*/ 72525 w 5196889"/>
                <a:gd name="connsiteY4-130" fmla="*/ 266896 h 74428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5196889" h="744288">
                  <a:moveTo>
                    <a:pt x="72525" y="266896"/>
                  </a:moveTo>
                  <a:cubicBezTo>
                    <a:pt x="344305" y="-112664"/>
                    <a:pt x="2453775" y="17216"/>
                    <a:pt x="3307215" y="38806"/>
                  </a:cubicBezTo>
                  <a:cubicBezTo>
                    <a:pt x="4160655" y="60396"/>
                    <a:pt x="5269365" y="25480"/>
                    <a:pt x="5193165" y="396436"/>
                  </a:cubicBezTo>
                  <a:cubicBezTo>
                    <a:pt x="5155065" y="851212"/>
                    <a:pt x="2027055" y="737556"/>
                    <a:pt x="1173615" y="715966"/>
                  </a:cubicBezTo>
                  <a:cubicBezTo>
                    <a:pt x="320175" y="694376"/>
                    <a:pt x="-199255" y="646456"/>
                    <a:pt x="72525" y="266896"/>
                  </a:cubicBezTo>
                  <a:close/>
                </a:path>
              </a:pathLst>
            </a:custGeom>
            <a:solidFill>
              <a:srgbClr val="B0C0F4"/>
            </a:solidFill>
            <a:ln w="66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167" name="椭圆 166"/>
            <p:cNvSpPr/>
            <p:nvPr/>
          </p:nvSpPr>
          <p:spPr>
            <a:xfrm>
              <a:off x="1544273" y="1974450"/>
              <a:ext cx="616350" cy="616350"/>
            </a:xfrm>
            <a:prstGeom prst="ellipse">
              <a:avLst/>
            </a:prstGeom>
            <a:solidFill>
              <a:srgbClr val="6887EA"/>
            </a:solidFill>
            <a:ln w="66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168" name="文本框 167"/>
            <p:cNvSpPr txBox="1"/>
            <p:nvPr/>
          </p:nvSpPr>
          <p:spPr>
            <a:xfrm>
              <a:off x="2557990" y="2111161"/>
              <a:ext cx="269250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solidFill>
                    <a:schemeClr val="bg1"/>
                  </a:solidFill>
                </a:rPr>
                <a:t>单击此处添加标题文本</a:t>
              </a:r>
              <a:endParaRPr lang="zh-CN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169" name="文本框 168"/>
            <p:cNvSpPr txBox="1"/>
            <p:nvPr/>
          </p:nvSpPr>
          <p:spPr>
            <a:xfrm>
              <a:off x="1601045" y="2050707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solidFill>
                    <a:schemeClr val="bg1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rPr>
                <a:t>02</a:t>
              </a:r>
              <a:endParaRPr lang="zh-CN" altLang="en-US" sz="2400" dirty="0">
                <a:solidFill>
                  <a:schemeClr val="bg1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</a:endParaRPr>
            </a:p>
          </p:txBody>
        </p:sp>
      </p:grpSp>
      <p:sp>
        <p:nvSpPr>
          <p:cNvPr id="4" name="Parallelogram 3"/>
          <p:cNvSpPr/>
          <p:nvPr/>
        </p:nvSpPr>
        <p:spPr>
          <a:xfrm rot="16200000" flipV="1">
            <a:off x="7555466" y="3026573"/>
            <a:ext cx="2724096" cy="1680996"/>
          </a:xfrm>
          <a:prstGeom prst="parallelogram">
            <a:avLst>
              <a:gd name="adj" fmla="val 51853"/>
            </a:avLst>
          </a:prstGeom>
          <a:solidFill>
            <a:srgbClr val="6887EA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07" tIns="45703" rIns="91407" bIns="45703" numCol="1" spcCol="0" rtlCol="0" fromWordArt="0" anchor="ctr" anchorCtr="0" forceAA="0" compatLnSpc="1">
            <a:noAutofit/>
          </a:bodyPr>
          <a:lstStyle/>
          <a:p>
            <a:pPr algn="ctr" defTabSz="457200"/>
            <a:endParaRPr>
              <a:solidFill>
                <a:prstClr val="white"/>
              </a:solidFill>
              <a:cs typeface="+mn-ea"/>
            </a:endParaRPr>
          </a:p>
        </p:txBody>
      </p:sp>
      <p:sp>
        <p:nvSpPr>
          <p:cNvPr id="6" name="Parallelogram 6"/>
          <p:cNvSpPr/>
          <p:nvPr/>
        </p:nvSpPr>
        <p:spPr>
          <a:xfrm rot="5400000" flipH="1" flipV="1">
            <a:off x="1912438" y="3026573"/>
            <a:ext cx="2724096" cy="1680996"/>
          </a:xfrm>
          <a:prstGeom prst="parallelogram">
            <a:avLst>
              <a:gd name="adj" fmla="val 51853"/>
            </a:avLst>
          </a:prstGeom>
          <a:solidFill>
            <a:srgbClr val="6887EA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07" tIns="45703" rIns="91407" bIns="45703" numCol="1" spcCol="0" rtlCol="0" fromWordArt="0" anchor="ctr" anchorCtr="0" forceAA="0" compatLnSpc="1">
            <a:noAutofit/>
          </a:bodyPr>
          <a:lstStyle/>
          <a:p>
            <a:pPr algn="ctr" defTabSz="457200"/>
            <a:endParaRPr>
              <a:solidFill>
                <a:prstClr val="white"/>
              </a:solidFill>
              <a:cs typeface="+mn-ea"/>
            </a:endParaRPr>
          </a:p>
        </p:txBody>
      </p:sp>
      <p:sp>
        <p:nvSpPr>
          <p:cNvPr id="8" name="Parallelogram 8"/>
          <p:cNvSpPr/>
          <p:nvPr/>
        </p:nvSpPr>
        <p:spPr>
          <a:xfrm rot="5400000" flipH="1" flipV="1">
            <a:off x="5384773" y="2732232"/>
            <a:ext cx="3312778" cy="1680996"/>
          </a:xfrm>
          <a:prstGeom prst="parallelogram">
            <a:avLst>
              <a:gd name="adj" fmla="val 51853"/>
            </a:avLst>
          </a:prstGeom>
          <a:solidFill>
            <a:srgbClr val="6887EA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07" tIns="45703" rIns="91407" bIns="45703" numCol="1" spcCol="0" rtlCol="0" fromWordArt="0" anchor="ctr" anchorCtr="0" forceAA="0" compatLnSpc="1">
            <a:noAutofit/>
          </a:bodyPr>
          <a:lstStyle/>
          <a:p>
            <a:pPr algn="ctr" defTabSz="457200"/>
            <a:endParaRPr>
              <a:solidFill>
                <a:prstClr val="white"/>
              </a:solidFill>
              <a:cs typeface="+mn-ea"/>
            </a:endParaRPr>
          </a:p>
        </p:txBody>
      </p:sp>
      <p:sp>
        <p:nvSpPr>
          <p:cNvPr id="10" name="Parallelogram 10"/>
          <p:cNvSpPr/>
          <p:nvPr/>
        </p:nvSpPr>
        <p:spPr>
          <a:xfrm rot="16200000" flipV="1">
            <a:off x="3508638" y="2733645"/>
            <a:ext cx="3312778" cy="1680996"/>
          </a:xfrm>
          <a:prstGeom prst="parallelogram">
            <a:avLst>
              <a:gd name="adj" fmla="val 51853"/>
            </a:avLst>
          </a:prstGeom>
          <a:solidFill>
            <a:srgbClr val="6887EA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07" tIns="45703" rIns="91407" bIns="45703" numCol="1" spcCol="0" rtlCol="0" fromWordArt="0" anchor="ctr" anchorCtr="0" forceAA="0" compatLnSpc="1">
            <a:noAutofit/>
          </a:bodyPr>
          <a:lstStyle/>
          <a:p>
            <a:pPr algn="ctr" defTabSz="457200"/>
            <a:endParaRPr>
              <a:solidFill>
                <a:prstClr val="white"/>
              </a:solidFill>
              <a:cs typeface="+mn-ea"/>
            </a:endParaRPr>
          </a:p>
        </p:txBody>
      </p:sp>
      <p:sp>
        <p:nvSpPr>
          <p:cNvPr id="34" name="Oval 13" descr="D:\51PPT模板网\51pptmoban.com\图片.jpg"/>
          <p:cNvSpPr/>
          <p:nvPr/>
        </p:nvSpPr>
        <p:spPr>
          <a:xfrm flipV="1">
            <a:off x="2933823" y="2681864"/>
            <a:ext cx="681326" cy="668879"/>
          </a:xfrm>
          <a:prstGeom prst="ellipse">
            <a:avLst/>
          </a:prstGeom>
          <a:solidFill>
            <a:srgbClr val="B0C0F4"/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>
              <a:solidFill>
                <a:schemeClr val="tx1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35" name="Freeform: Shape 14"/>
          <p:cNvSpPr>
            <a:spLocks noChangeAspect="1"/>
          </p:cNvSpPr>
          <p:nvPr/>
        </p:nvSpPr>
        <p:spPr bwMode="auto">
          <a:xfrm flipV="1">
            <a:off x="3128682" y="2805526"/>
            <a:ext cx="291608" cy="421555"/>
          </a:xfrm>
          <a:custGeom>
            <a:avLst/>
            <a:gdLst/>
            <a:ahLst/>
            <a:cxnLst>
              <a:cxn ang="0">
                <a:pos x="37" y="29"/>
              </a:cxn>
              <a:cxn ang="0">
                <a:pos x="31" y="41"/>
              </a:cxn>
              <a:cxn ang="0">
                <a:pos x="33" y="44"/>
              </a:cxn>
              <a:cxn ang="0">
                <a:pos x="32" y="47"/>
              </a:cxn>
              <a:cxn ang="0">
                <a:pos x="33" y="49"/>
              </a:cxn>
              <a:cxn ang="0">
                <a:pos x="31" y="53"/>
              </a:cxn>
              <a:cxn ang="0">
                <a:pos x="31" y="54"/>
              </a:cxn>
              <a:cxn ang="0">
                <a:pos x="27" y="58"/>
              </a:cxn>
              <a:cxn ang="0">
                <a:pos x="21" y="62"/>
              </a:cxn>
              <a:cxn ang="0">
                <a:pos x="15" y="58"/>
              </a:cxn>
              <a:cxn ang="0">
                <a:pos x="11" y="54"/>
              </a:cxn>
              <a:cxn ang="0">
                <a:pos x="11" y="53"/>
              </a:cxn>
              <a:cxn ang="0">
                <a:pos x="9" y="49"/>
              </a:cxn>
              <a:cxn ang="0">
                <a:pos x="10" y="47"/>
              </a:cxn>
              <a:cxn ang="0">
                <a:pos x="9" y="44"/>
              </a:cxn>
              <a:cxn ang="0">
                <a:pos x="11" y="41"/>
              </a:cxn>
              <a:cxn ang="0">
                <a:pos x="5" y="29"/>
              </a:cxn>
              <a:cxn ang="0">
                <a:pos x="0" y="18"/>
              </a:cxn>
              <a:cxn ang="0">
                <a:pos x="21" y="0"/>
              </a:cxn>
              <a:cxn ang="0">
                <a:pos x="42" y="18"/>
              </a:cxn>
              <a:cxn ang="0">
                <a:pos x="37" y="29"/>
              </a:cxn>
              <a:cxn ang="0">
                <a:pos x="21" y="6"/>
              </a:cxn>
              <a:cxn ang="0">
                <a:pos x="6" y="18"/>
              </a:cxn>
              <a:cxn ang="0">
                <a:pos x="8" y="26"/>
              </a:cxn>
              <a:cxn ang="0">
                <a:pos x="11" y="28"/>
              </a:cxn>
              <a:cxn ang="0">
                <a:pos x="16" y="40"/>
              </a:cxn>
              <a:cxn ang="0">
                <a:pos x="26" y="40"/>
              </a:cxn>
              <a:cxn ang="0">
                <a:pos x="31" y="28"/>
              </a:cxn>
              <a:cxn ang="0">
                <a:pos x="34" y="26"/>
              </a:cxn>
              <a:cxn ang="0">
                <a:pos x="36" y="18"/>
              </a:cxn>
              <a:cxn ang="0">
                <a:pos x="21" y="6"/>
              </a:cxn>
              <a:cxn ang="0">
                <a:pos x="29" y="20"/>
              </a:cxn>
              <a:cxn ang="0">
                <a:pos x="27" y="18"/>
              </a:cxn>
              <a:cxn ang="0">
                <a:pos x="21" y="15"/>
              </a:cxn>
              <a:cxn ang="0">
                <a:pos x="20" y="13"/>
              </a:cxn>
              <a:cxn ang="0">
                <a:pos x="21" y="12"/>
              </a:cxn>
              <a:cxn ang="0">
                <a:pos x="30" y="18"/>
              </a:cxn>
              <a:cxn ang="0">
                <a:pos x="29" y="20"/>
              </a:cxn>
            </a:cxnLst>
            <a:rect l="0" t="0" r="r" b="b"/>
            <a:pathLst>
              <a:path w="42" h="62">
                <a:moveTo>
                  <a:pt x="37" y="29"/>
                </a:moveTo>
                <a:cubicBezTo>
                  <a:pt x="35" y="32"/>
                  <a:pt x="31" y="37"/>
                  <a:pt x="31" y="41"/>
                </a:cubicBezTo>
                <a:cubicBezTo>
                  <a:pt x="32" y="42"/>
                  <a:pt x="33" y="43"/>
                  <a:pt x="33" y="44"/>
                </a:cubicBezTo>
                <a:cubicBezTo>
                  <a:pt x="33" y="45"/>
                  <a:pt x="32" y="46"/>
                  <a:pt x="32" y="47"/>
                </a:cubicBezTo>
                <a:cubicBezTo>
                  <a:pt x="32" y="47"/>
                  <a:pt x="33" y="48"/>
                  <a:pt x="33" y="49"/>
                </a:cubicBezTo>
                <a:cubicBezTo>
                  <a:pt x="33" y="51"/>
                  <a:pt x="32" y="52"/>
                  <a:pt x="31" y="53"/>
                </a:cubicBezTo>
                <a:cubicBezTo>
                  <a:pt x="31" y="53"/>
                  <a:pt x="31" y="54"/>
                  <a:pt x="31" y="54"/>
                </a:cubicBezTo>
                <a:cubicBezTo>
                  <a:pt x="31" y="57"/>
                  <a:pt x="29" y="58"/>
                  <a:pt x="27" y="58"/>
                </a:cubicBezTo>
                <a:cubicBezTo>
                  <a:pt x="26" y="61"/>
                  <a:pt x="24" y="62"/>
                  <a:pt x="21" y="62"/>
                </a:cubicBezTo>
                <a:cubicBezTo>
                  <a:pt x="19" y="62"/>
                  <a:pt x="16" y="61"/>
                  <a:pt x="15" y="58"/>
                </a:cubicBezTo>
                <a:cubicBezTo>
                  <a:pt x="13" y="58"/>
                  <a:pt x="11" y="57"/>
                  <a:pt x="11" y="54"/>
                </a:cubicBezTo>
                <a:cubicBezTo>
                  <a:pt x="11" y="54"/>
                  <a:pt x="11" y="53"/>
                  <a:pt x="11" y="53"/>
                </a:cubicBezTo>
                <a:cubicBezTo>
                  <a:pt x="10" y="52"/>
                  <a:pt x="9" y="51"/>
                  <a:pt x="9" y="49"/>
                </a:cubicBezTo>
                <a:cubicBezTo>
                  <a:pt x="9" y="48"/>
                  <a:pt x="10" y="47"/>
                  <a:pt x="10" y="47"/>
                </a:cubicBezTo>
                <a:cubicBezTo>
                  <a:pt x="10" y="46"/>
                  <a:pt x="9" y="45"/>
                  <a:pt x="9" y="44"/>
                </a:cubicBezTo>
                <a:cubicBezTo>
                  <a:pt x="9" y="43"/>
                  <a:pt x="10" y="42"/>
                  <a:pt x="11" y="41"/>
                </a:cubicBezTo>
                <a:cubicBezTo>
                  <a:pt x="11" y="37"/>
                  <a:pt x="7" y="32"/>
                  <a:pt x="5" y="29"/>
                </a:cubicBezTo>
                <a:cubicBezTo>
                  <a:pt x="2" y="26"/>
                  <a:pt x="0" y="23"/>
                  <a:pt x="0" y="18"/>
                </a:cubicBezTo>
                <a:cubicBezTo>
                  <a:pt x="0" y="8"/>
                  <a:pt x="11" y="0"/>
                  <a:pt x="21" y="0"/>
                </a:cubicBezTo>
                <a:cubicBezTo>
                  <a:pt x="31" y="0"/>
                  <a:pt x="42" y="8"/>
                  <a:pt x="42" y="18"/>
                </a:cubicBezTo>
                <a:cubicBezTo>
                  <a:pt x="42" y="23"/>
                  <a:pt x="40" y="26"/>
                  <a:pt x="37" y="29"/>
                </a:cubicBezTo>
                <a:close/>
                <a:moveTo>
                  <a:pt x="21" y="6"/>
                </a:moveTo>
                <a:cubicBezTo>
                  <a:pt x="14" y="6"/>
                  <a:pt x="6" y="10"/>
                  <a:pt x="6" y="18"/>
                </a:cubicBezTo>
                <a:cubicBezTo>
                  <a:pt x="6" y="21"/>
                  <a:pt x="7" y="24"/>
                  <a:pt x="8" y="26"/>
                </a:cubicBezTo>
                <a:cubicBezTo>
                  <a:pt x="9" y="27"/>
                  <a:pt x="10" y="27"/>
                  <a:pt x="11" y="28"/>
                </a:cubicBezTo>
                <a:cubicBezTo>
                  <a:pt x="14" y="32"/>
                  <a:pt x="16" y="36"/>
                  <a:pt x="16" y="40"/>
                </a:cubicBezTo>
                <a:cubicBezTo>
                  <a:pt x="26" y="40"/>
                  <a:pt x="26" y="40"/>
                  <a:pt x="26" y="40"/>
                </a:cubicBezTo>
                <a:cubicBezTo>
                  <a:pt x="26" y="36"/>
                  <a:pt x="28" y="32"/>
                  <a:pt x="31" y="28"/>
                </a:cubicBezTo>
                <a:cubicBezTo>
                  <a:pt x="32" y="27"/>
                  <a:pt x="33" y="27"/>
                  <a:pt x="34" y="26"/>
                </a:cubicBezTo>
                <a:cubicBezTo>
                  <a:pt x="35" y="24"/>
                  <a:pt x="36" y="21"/>
                  <a:pt x="36" y="18"/>
                </a:cubicBezTo>
                <a:cubicBezTo>
                  <a:pt x="36" y="10"/>
                  <a:pt x="28" y="6"/>
                  <a:pt x="21" y="6"/>
                </a:cubicBezTo>
                <a:close/>
                <a:moveTo>
                  <a:pt x="29" y="20"/>
                </a:moveTo>
                <a:cubicBezTo>
                  <a:pt x="28" y="20"/>
                  <a:pt x="27" y="19"/>
                  <a:pt x="27" y="18"/>
                </a:cubicBezTo>
                <a:cubicBezTo>
                  <a:pt x="27" y="16"/>
                  <a:pt x="23" y="15"/>
                  <a:pt x="21" y="15"/>
                </a:cubicBezTo>
                <a:cubicBezTo>
                  <a:pt x="20" y="15"/>
                  <a:pt x="20" y="14"/>
                  <a:pt x="20" y="13"/>
                </a:cubicBezTo>
                <a:cubicBezTo>
                  <a:pt x="20" y="13"/>
                  <a:pt x="20" y="12"/>
                  <a:pt x="21" y="12"/>
                </a:cubicBezTo>
                <a:cubicBezTo>
                  <a:pt x="25" y="12"/>
                  <a:pt x="30" y="14"/>
                  <a:pt x="30" y="18"/>
                </a:cubicBezTo>
                <a:cubicBezTo>
                  <a:pt x="30" y="19"/>
                  <a:pt x="29" y="20"/>
                  <a:pt x="29" y="20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anchor="ctr"/>
          <a:lstStyle/>
          <a:p>
            <a:pPr algn="ctr"/>
            <a:endParaRPr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32" name="Oval 16"/>
          <p:cNvSpPr/>
          <p:nvPr/>
        </p:nvSpPr>
        <p:spPr>
          <a:xfrm flipV="1">
            <a:off x="4818710" y="3853048"/>
            <a:ext cx="681326" cy="668879"/>
          </a:xfrm>
          <a:prstGeom prst="ellipse">
            <a:avLst/>
          </a:prstGeom>
          <a:solidFill>
            <a:srgbClr val="B0C0F4"/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>
              <a:solidFill>
                <a:schemeClr val="tx1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33" name="Freeform: Shape 17"/>
          <p:cNvSpPr>
            <a:spLocks noChangeAspect="1"/>
          </p:cNvSpPr>
          <p:nvPr/>
        </p:nvSpPr>
        <p:spPr bwMode="auto">
          <a:xfrm>
            <a:off x="4989042" y="4007582"/>
            <a:ext cx="340663" cy="359811"/>
          </a:xfrm>
          <a:custGeom>
            <a:avLst/>
            <a:gdLst/>
            <a:ahLst/>
            <a:cxnLst>
              <a:cxn ang="0">
                <a:pos x="67" y="67"/>
              </a:cxn>
              <a:cxn ang="0">
                <a:pos x="61" y="72"/>
              </a:cxn>
              <a:cxn ang="0">
                <a:pos x="5" y="72"/>
              </a:cxn>
              <a:cxn ang="0">
                <a:pos x="0" y="67"/>
              </a:cxn>
              <a:cxn ang="0">
                <a:pos x="0" y="16"/>
              </a:cxn>
              <a:cxn ang="0">
                <a:pos x="5" y="11"/>
              </a:cxn>
              <a:cxn ang="0">
                <a:pos x="10" y="11"/>
              </a:cxn>
              <a:cxn ang="0">
                <a:pos x="10" y="7"/>
              </a:cxn>
              <a:cxn ang="0">
                <a:pos x="16" y="0"/>
              </a:cxn>
              <a:cxn ang="0">
                <a:pos x="19" y="0"/>
              </a:cxn>
              <a:cxn ang="0">
                <a:pos x="25" y="7"/>
              </a:cxn>
              <a:cxn ang="0">
                <a:pos x="25" y="11"/>
              </a:cxn>
              <a:cxn ang="0">
                <a:pos x="41" y="11"/>
              </a:cxn>
              <a:cxn ang="0">
                <a:pos x="41" y="7"/>
              </a:cxn>
              <a:cxn ang="0">
                <a:pos x="47" y="0"/>
              </a:cxn>
              <a:cxn ang="0">
                <a:pos x="50" y="0"/>
              </a:cxn>
              <a:cxn ang="0">
                <a:pos x="56" y="7"/>
              </a:cxn>
              <a:cxn ang="0">
                <a:pos x="56" y="11"/>
              </a:cxn>
              <a:cxn ang="0">
                <a:pos x="61" y="11"/>
              </a:cxn>
              <a:cxn ang="0">
                <a:pos x="67" y="16"/>
              </a:cxn>
              <a:cxn ang="0">
                <a:pos x="67" y="67"/>
              </a:cxn>
              <a:cxn ang="0">
                <a:pos x="61" y="67"/>
              </a:cxn>
              <a:cxn ang="0">
                <a:pos x="61" y="26"/>
              </a:cxn>
              <a:cxn ang="0">
                <a:pos x="5" y="26"/>
              </a:cxn>
              <a:cxn ang="0">
                <a:pos x="5" y="67"/>
              </a:cxn>
              <a:cxn ang="0">
                <a:pos x="61" y="67"/>
              </a:cxn>
              <a:cxn ang="0">
                <a:pos x="20" y="7"/>
              </a:cxn>
              <a:cxn ang="0">
                <a:pos x="19" y="5"/>
              </a:cxn>
              <a:cxn ang="0">
                <a:pos x="16" y="5"/>
              </a:cxn>
              <a:cxn ang="0">
                <a:pos x="15" y="7"/>
              </a:cxn>
              <a:cxn ang="0">
                <a:pos x="15" y="18"/>
              </a:cxn>
              <a:cxn ang="0">
                <a:pos x="16" y="20"/>
              </a:cxn>
              <a:cxn ang="0">
                <a:pos x="19" y="20"/>
              </a:cxn>
              <a:cxn ang="0">
                <a:pos x="20" y="18"/>
              </a:cxn>
              <a:cxn ang="0">
                <a:pos x="20" y="7"/>
              </a:cxn>
              <a:cxn ang="0">
                <a:pos x="51" y="7"/>
              </a:cxn>
              <a:cxn ang="0">
                <a:pos x="50" y="5"/>
              </a:cxn>
              <a:cxn ang="0">
                <a:pos x="47" y="5"/>
              </a:cxn>
              <a:cxn ang="0">
                <a:pos x="46" y="7"/>
              </a:cxn>
              <a:cxn ang="0">
                <a:pos x="46" y="18"/>
              </a:cxn>
              <a:cxn ang="0">
                <a:pos x="47" y="20"/>
              </a:cxn>
              <a:cxn ang="0">
                <a:pos x="50" y="20"/>
              </a:cxn>
              <a:cxn ang="0">
                <a:pos x="51" y="18"/>
              </a:cxn>
              <a:cxn ang="0">
                <a:pos x="51" y="7"/>
              </a:cxn>
            </a:cxnLst>
            <a:rect l="0" t="0" r="r" b="b"/>
            <a:pathLst>
              <a:path w="67" h="72">
                <a:moveTo>
                  <a:pt x="67" y="67"/>
                </a:moveTo>
                <a:cubicBezTo>
                  <a:pt x="67" y="70"/>
                  <a:pt x="64" y="72"/>
                  <a:pt x="61" y="72"/>
                </a:cubicBezTo>
                <a:cubicBezTo>
                  <a:pt x="5" y="72"/>
                  <a:pt x="5" y="72"/>
                  <a:pt x="5" y="72"/>
                </a:cubicBezTo>
                <a:cubicBezTo>
                  <a:pt x="2" y="72"/>
                  <a:pt x="0" y="70"/>
                  <a:pt x="0" y="67"/>
                </a:cubicBezTo>
                <a:cubicBezTo>
                  <a:pt x="0" y="16"/>
                  <a:pt x="0" y="16"/>
                  <a:pt x="0" y="16"/>
                </a:cubicBezTo>
                <a:cubicBezTo>
                  <a:pt x="0" y="13"/>
                  <a:pt x="2" y="11"/>
                  <a:pt x="5" y="11"/>
                </a:cubicBezTo>
                <a:cubicBezTo>
                  <a:pt x="10" y="11"/>
                  <a:pt x="10" y="11"/>
                  <a:pt x="10" y="11"/>
                </a:cubicBezTo>
                <a:cubicBezTo>
                  <a:pt x="10" y="7"/>
                  <a:pt x="10" y="7"/>
                  <a:pt x="10" y="7"/>
                </a:cubicBezTo>
                <a:cubicBezTo>
                  <a:pt x="10" y="3"/>
                  <a:pt x="13" y="0"/>
                  <a:pt x="16" y="0"/>
                </a:cubicBezTo>
                <a:cubicBezTo>
                  <a:pt x="19" y="0"/>
                  <a:pt x="19" y="0"/>
                  <a:pt x="19" y="0"/>
                </a:cubicBezTo>
                <a:cubicBezTo>
                  <a:pt x="23" y="0"/>
                  <a:pt x="25" y="3"/>
                  <a:pt x="25" y="7"/>
                </a:cubicBezTo>
                <a:cubicBezTo>
                  <a:pt x="25" y="11"/>
                  <a:pt x="25" y="11"/>
                  <a:pt x="25" y="11"/>
                </a:cubicBezTo>
                <a:cubicBezTo>
                  <a:pt x="41" y="11"/>
                  <a:pt x="41" y="11"/>
                  <a:pt x="41" y="11"/>
                </a:cubicBezTo>
                <a:cubicBezTo>
                  <a:pt x="41" y="7"/>
                  <a:pt x="41" y="7"/>
                  <a:pt x="41" y="7"/>
                </a:cubicBezTo>
                <a:cubicBezTo>
                  <a:pt x="41" y="3"/>
                  <a:pt x="44" y="0"/>
                  <a:pt x="47" y="0"/>
                </a:cubicBezTo>
                <a:cubicBezTo>
                  <a:pt x="50" y="0"/>
                  <a:pt x="50" y="0"/>
                  <a:pt x="50" y="0"/>
                </a:cubicBezTo>
                <a:cubicBezTo>
                  <a:pt x="53" y="0"/>
                  <a:pt x="56" y="3"/>
                  <a:pt x="56" y="7"/>
                </a:cubicBezTo>
                <a:cubicBezTo>
                  <a:pt x="56" y="11"/>
                  <a:pt x="56" y="11"/>
                  <a:pt x="56" y="11"/>
                </a:cubicBezTo>
                <a:cubicBezTo>
                  <a:pt x="61" y="11"/>
                  <a:pt x="61" y="11"/>
                  <a:pt x="61" y="11"/>
                </a:cubicBezTo>
                <a:cubicBezTo>
                  <a:pt x="64" y="11"/>
                  <a:pt x="67" y="13"/>
                  <a:pt x="67" y="16"/>
                </a:cubicBezTo>
                <a:lnTo>
                  <a:pt x="67" y="67"/>
                </a:lnTo>
                <a:close/>
                <a:moveTo>
                  <a:pt x="61" y="67"/>
                </a:moveTo>
                <a:cubicBezTo>
                  <a:pt x="61" y="26"/>
                  <a:pt x="61" y="26"/>
                  <a:pt x="61" y="26"/>
                </a:cubicBezTo>
                <a:cubicBezTo>
                  <a:pt x="5" y="26"/>
                  <a:pt x="5" y="26"/>
                  <a:pt x="5" y="26"/>
                </a:cubicBezTo>
                <a:cubicBezTo>
                  <a:pt x="5" y="67"/>
                  <a:pt x="5" y="67"/>
                  <a:pt x="5" y="67"/>
                </a:cubicBezTo>
                <a:lnTo>
                  <a:pt x="61" y="67"/>
                </a:lnTo>
                <a:close/>
                <a:moveTo>
                  <a:pt x="20" y="7"/>
                </a:moveTo>
                <a:cubicBezTo>
                  <a:pt x="20" y="6"/>
                  <a:pt x="20" y="5"/>
                  <a:pt x="19" y="5"/>
                </a:cubicBezTo>
                <a:cubicBezTo>
                  <a:pt x="16" y="5"/>
                  <a:pt x="16" y="5"/>
                  <a:pt x="16" y="5"/>
                </a:cubicBezTo>
                <a:cubicBezTo>
                  <a:pt x="16" y="5"/>
                  <a:pt x="15" y="6"/>
                  <a:pt x="15" y="7"/>
                </a:cubicBezTo>
                <a:cubicBezTo>
                  <a:pt x="15" y="18"/>
                  <a:pt x="15" y="18"/>
                  <a:pt x="15" y="18"/>
                </a:cubicBezTo>
                <a:cubicBezTo>
                  <a:pt x="15" y="19"/>
                  <a:pt x="16" y="20"/>
                  <a:pt x="16" y="20"/>
                </a:cubicBezTo>
                <a:cubicBezTo>
                  <a:pt x="19" y="20"/>
                  <a:pt x="19" y="20"/>
                  <a:pt x="19" y="20"/>
                </a:cubicBezTo>
                <a:cubicBezTo>
                  <a:pt x="20" y="20"/>
                  <a:pt x="20" y="19"/>
                  <a:pt x="20" y="18"/>
                </a:cubicBezTo>
                <a:lnTo>
                  <a:pt x="20" y="7"/>
                </a:lnTo>
                <a:close/>
                <a:moveTo>
                  <a:pt x="51" y="7"/>
                </a:moveTo>
                <a:cubicBezTo>
                  <a:pt x="51" y="6"/>
                  <a:pt x="51" y="5"/>
                  <a:pt x="50" y="5"/>
                </a:cubicBezTo>
                <a:cubicBezTo>
                  <a:pt x="47" y="5"/>
                  <a:pt x="47" y="5"/>
                  <a:pt x="47" y="5"/>
                </a:cubicBezTo>
                <a:cubicBezTo>
                  <a:pt x="47" y="5"/>
                  <a:pt x="46" y="6"/>
                  <a:pt x="46" y="7"/>
                </a:cubicBezTo>
                <a:cubicBezTo>
                  <a:pt x="46" y="18"/>
                  <a:pt x="46" y="18"/>
                  <a:pt x="46" y="18"/>
                </a:cubicBezTo>
                <a:cubicBezTo>
                  <a:pt x="46" y="19"/>
                  <a:pt x="47" y="20"/>
                  <a:pt x="47" y="20"/>
                </a:cubicBezTo>
                <a:cubicBezTo>
                  <a:pt x="50" y="20"/>
                  <a:pt x="50" y="20"/>
                  <a:pt x="50" y="20"/>
                </a:cubicBezTo>
                <a:cubicBezTo>
                  <a:pt x="51" y="20"/>
                  <a:pt x="51" y="19"/>
                  <a:pt x="51" y="18"/>
                </a:cubicBezTo>
                <a:lnTo>
                  <a:pt x="51" y="7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anchor="ctr"/>
          <a:lstStyle/>
          <a:p>
            <a:pPr algn="ctr"/>
            <a:endParaRPr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30" name="Oval 19"/>
          <p:cNvSpPr/>
          <p:nvPr/>
        </p:nvSpPr>
        <p:spPr>
          <a:xfrm flipV="1">
            <a:off x="8583837" y="2681864"/>
            <a:ext cx="681326" cy="668879"/>
          </a:xfrm>
          <a:prstGeom prst="ellipse">
            <a:avLst/>
          </a:prstGeom>
          <a:solidFill>
            <a:srgbClr val="B0C0F4"/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>
              <a:solidFill>
                <a:schemeClr val="tx1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31" name="Freeform: Shape 20" descr="D:\51PPT模板网\51pptmoban.com\图片.jpg"/>
          <p:cNvSpPr>
            <a:spLocks noChangeAspect="1"/>
          </p:cNvSpPr>
          <p:nvPr/>
        </p:nvSpPr>
        <p:spPr bwMode="auto">
          <a:xfrm>
            <a:off x="8718066" y="2829017"/>
            <a:ext cx="412867" cy="374572"/>
          </a:xfrm>
          <a:custGeom>
            <a:avLst/>
            <a:gdLst/>
            <a:ahLst/>
            <a:cxnLst>
              <a:cxn ang="0">
                <a:pos x="67" y="20"/>
              </a:cxn>
              <a:cxn ang="0">
                <a:pos x="46" y="36"/>
              </a:cxn>
              <a:cxn ang="0">
                <a:pos x="42" y="40"/>
              </a:cxn>
              <a:cxn ang="0">
                <a:pos x="39" y="47"/>
              </a:cxn>
              <a:cxn ang="0">
                <a:pos x="44" y="52"/>
              </a:cxn>
              <a:cxn ang="0">
                <a:pos x="52" y="58"/>
              </a:cxn>
              <a:cxn ang="0">
                <a:pos x="52" y="61"/>
              </a:cxn>
              <a:cxn ang="0">
                <a:pos x="51" y="62"/>
              </a:cxn>
              <a:cxn ang="0">
                <a:pos x="17" y="62"/>
              </a:cxn>
              <a:cxn ang="0">
                <a:pos x="16" y="61"/>
              </a:cxn>
              <a:cxn ang="0">
                <a:pos x="16" y="58"/>
              </a:cxn>
              <a:cxn ang="0">
                <a:pos x="24" y="52"/>
              </a:cxn>
              <a:cxn ang="0">
                <a:pos x="29" y="47"/>
              </a:cxn>
              <a:cxn ang="0">
                <a:pos x="26" y="40"/>
              </a:cxn>
              <a:cxn ang="0">
                <a:pos x="22" y="36"/>
              </a:cxn>
              <a:cxn ang="0">
                <a:pos x="0" y="20"/>
              </a:cxn>
              <a:cxn ang="0">
                <a:pos x="0" y="15"/>
              </a:cxn>
              <a:cxn ang="0">
                <a:pos x="4" y="11"/>
              </a:cxn>
              <a:cxn ang="0">
                <a:pos x="16" y="11"/>
              </a:cxn>
              <a:cxn ang="0">
                <a:pos x="16" y="7"/>
              </a:cxn>
              <a:cxn ang="0">
                <a:pos x="22" y="0"/>
              </a:cxn>
              <a:cxn ang="0">
                <a:pos x="45" y="0"/>
              </a:cxn>
              <a:cxn ang="0">
                <a:pos x="52" y="7"/>
              </a:cxn>
              <a:cxn ang="0">
                <a:pos x="52" y="11"/>
              </a:cxn>
              <a:cxn ang="0">
                <a:pos x="63" y="11"/>
              </a:cxn>
              <a:cxn ang="0">
                <a:pos x="67" y="15"/>
              </a:cxn>
              <a:cxn ang="0">
                <a:pos x="67" y="20"/>
              </a:cxn>
              <a:cxn ang="0">
                <a:pos x="16" y="16"/>
              </a:cxn>
              <a:cxn ang="0">
                <a:pos x="6" y="16"/>
              </a:cxn>
              <a:cxn ang="0">
                <a:pos x="6" y="20"/>
              </a:cxn>
              <a:cxn ang="0">
                <a:pos x="19" y="31"/>
              </a:cxn>
              <a:cxn ang="0">
                <a:pos x="16" y="16"/>
              </a:cxn>
              <a:cxn ang="0">
                <a:pos x="62" y="16"/>
              </a:cxn>
              <a:cxn ang="0">
                <a:pos x="52" y="16"/>
              </a:cxn>
              <a:cxn ang="0">
                <a:pos x="49" y="31"/>
              </a:cxn>
              <a:cxn ang="0">
                <a:pos x="62" y="20"/>
              </a:cxn>
              <a:cxn ang="0">
                <a:pos x="62" y="16"/>
              </a:cxn>
            </a:cxnLst>
            <a:rect l="0" t="0" r="r" b="b"/>
            <a:pathLst>
              <a:path w="67" h="62">
                <a:moveTo>
                  <a:pt x="67" y="20"/>
                </a:moveTo>
                <a:cubicBezTo>
                  <a:pt x="67" y="27"/>
                  <a:pt x="58" y="36"/>
                  <a:pt x="46" y="36"/>
                </a:cubicBezTo>
                <a:cubicBezTo>
                  <a:pt x="44" y="38"/>
                  <a:pt x="42" y="40"/>
                  <a:pt x="42" y="40"/>
                </a:cubicBezTo>
                <a:cubicBezTo>
                  <a:pt x="40" y="42"/>
                  <a:pt x="39" y="44"/>
                  <a:pt x="39" y="47"/>
                </a:cubicBezTo>
                <a:cubicBezTo>
                  <a:pt x="39" y="49"/>
                  <a:pt x="40" y="52"/>
                  <a:pt x="44" y="52"/>
                </a:cubicBezTo>
                <a:cubicBezTo>
                  <a:pt x="48" y="52"/>
                  <a:pt x="52" y="54"/>
                  <a:pt x="52" y="58"/>
                </a:cubicBezTo>
                <a:cubicBezTo>
                  <a:pt x="52" y="61"/>
                  <a:pt x="52" y="61"/>
                  <a:pt x="52" y="61"/>
                </a:cubicBezTo>
                <a:cubicBezTo>
                  <a:pt x="52" y="62"/>
                  <a:pt x="51" y="62"/>
                  <a:pt x="51" y="62"/>
                </a:cubicBezTo>
                <a:cubicBezTo>
                  <a:pt x="17" y="62"/>
                  <a:pt x="17" y="62"/>
                  <a:pt x="17" y="62"/>
                </a:cubicBezTo>
                <a:cubicBezTo>
                  <a:pt x="16" y="62"/>
                  <a:pt x="16" y="62"/>
                  <a:pt x="16" y="61"/>
                </a:cubicBezTo>
                <a:cubicBezTo>
                  <a:pt x="16" y="58"/>
                  <a:pt x="16" y="58"/>
                  <a:pt x="16" y="58"/>
                </a:cubicBezTo>
                <a:cubicBezTo>
                  <a:pt x="16" y="54"/>
                  <a:pt x="20" y="52"/>
                  <a:pt x="24" y="52"/>
                </a:cubicBezTo>
                <a:cubicBezTo>
                  <a:pt x="27" y="52"/>
                  <a:pt x="29" y="49"/>
                  <a:pt x="29" y="47"/>
                </a:cubicBezTo>
                <a:cubicBezTo>
                  <a:pt x="29" y="44"/>
                  <a:pt x="28" y="42"/>
                  <a:pt x="26" y="40"/>
                </a:cubicBezTo>
                <a:cubicBezTo>
                  <a:pt x="25" y="40"/>
                  <a:pt x="24" y="38"/>
                  <a:pt x="22" y="36"/>
                </a:cubicBezTo>
                <a:cubicBezTo>
                  <a:pt x="10" y="36"/>
                  <a:pt x="0" y="27"/>
                  <a:pt x="0" y="20"/>
                </a:cubicBezTo>
                <a:cubicBezTo>
                  <a:pt x="0" y="15"/>
                  <a:pt x="0" y="15"/>
                  <a:pt x="0" y="15"/>
                </a:cubicBezTo>
                <a:cubicBezTo>
                  <a:pt x="0" y="12"/>
                  <a:pt x="2" y="11"/>
                  <a:pt x="4" y="11"/>
                </a:cubicBezTo>
                <a:cubicBezTo>
                  <a:pt x="16" y="11"/>
                  <a:pt x="16" y="11"/>
                  <a:pt x="16" y="11"/>
                </a:cubicBezTo>
                <a:cubicBezTo>
                  <a:pt x="16" y="7"/>
                  <a:pt x="16" y="7"/>
                  <a:pt x="16" y="7"/>
                </a:cubicBezTo>
                <a:cubicBezTo>
                  <a:pt x="16" y="3"/>
                  <a:pt x="19" y="0"/>
                  <a:pt x="22" y="0"/>
                </a:cubicBezTo>
                <a:cubicBezTo>
                  <a:pt x="45" y="0"/>
                  <a:pt x="45" y="0"/>
                  <a:pt x="45" y="0"/>
                </a:cubicBezTo>
                <a:cubicBezTo>
                  <a:pt x="49" y="0"/>
                  <a:pt x="52" y="3"/>
                  <a:pt x="52" y="7"/>
                </a:cubicBezTo>
                <a:cubicBezTo>
                  <a:pt x="52" y="11"/>
                  <a:pt x="52" y="11"/>
                  <a:pt x="52" y="11"/>
                </a:cubicBezTo>
                <a:cubicBezTo>
                  <a:pt x="63" y="11"/>
                  <a:pt x="63" y="11"/>
                  <a:pt x="63" y="11"/>
                </a:cubicBezTo>
                <a:cubicBezTo>
                  <a:pt x="66" y="11"/>
                  <a:pt x="67" y="12"/>
                  <a:pt x="67" y="15"/>
                </a:cubicBezTo>
                <a:lnTo>
                  <a:pt x="67" y="20"/>
                </a:lnTo>
                <a:close/>
                <a:moveTo>
                  <a:pt x="16" y="16"/>
                </a:moveTo>
                <a:cubicBezTo>
                  <a:pt x="6" y="16"/>
                  <a:pt x="6" y="16"/>
                  <a:pt x="6" y="16"/>
                </a:cubicBezTo>
                <a:cubicBezTo>
                  <a:pt x="6" y="20"/>
                  <a:pt x="6" y="20"/>
                  <a:pt x="6" y="20"/>
                </a:cubicBezTo>
                <a:cubicBezTo>
                  <a:pt x="6" y="24"/>
                  <a:pt x="11" y="29"/>
                  <a:pt x="19" y="31"/>
                </a:cubicBezTo>
                <a:cubicBezTo>
                  <a:pt x="17" y="27"/>
                  <a:pt x="16" y="22"/>
                  <a:pt x="16" y="16"/>
                </a:cubicBezTo>
                <a:close/>
                <a:moveTo>
                  <a:pt x="62" y="16"/>
                </a:moveTo>
                <a:cubicBezTo>
                  <a:pt x="52" y="16"/>
                  <a:pt x="52" y="16"/>
                  <a:pt x="52" y="16"/>
                </a:cubicBezTo>
                <a:cubicBezTo>
                  <a:pt x="52" y="22"/>
                  <a:pt x="51" y="27"/>
                  <a:pt x="49" y="31"/>
                </a:cubicBezTo>
                <a:cubicBezTo>
                  <a:pt x="57" y="29"/>
                  <a:pt x="62" y="24"/>
                  <a:pt x="62" y="20"/>
                </a:cubicBezTo>
                <a:lnTo>
                  <a:pt x="62" y="16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anchor="ctr"/>
          <a:lstStyle/>
          <a:p>
            <a:pPr algn="ctr"/>
            <a:endParaRPr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28" name="Oval 22"/>
          <p:cNvSpPr/>
          <p:nvPr/>
        </p:nvSpPr>
        <p:spPr>
          <a:xfrm flipV="1">
            <a:off x="6700499" y="3853048"/>
            <a:ext cx="681326" cy="668879"/>
          </a:xfrm>
          <a:prstGeom prst="ellipse">
            <a:avLst/>
          </a:prstGeom>
          <a:solidFill>
            <a:srgbClr val="B0C0F4"/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>
              <a:solidFill>
                <a:schemeClr val="tx1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29" name="Freeform: Shape 23" descr="D:\51PPT模板网\51pptmoban.com\图片.jpg"/>
          <p:cNvSpPr/>
          <p:nvPr/>
        </p:nvSpPr>
        <p:spPr bwMode="auto">
          <a:xfrm>
            <a:off x="6844149" y="4006256"/>
            <a:ext cx="394026" cy="362462"/>
          </a:xfrm>
          <a:custGeom>
            <a:avLst/>
            <a:gdLst/>
            <a:ahLst/>
            <a:cxnLst>
              <a:cxn ang="0">
                <a:pos x="59" y="51"/>
              </a:cxn>
              <a:cxn ang="0">
                <a:pos x="56" y="55"/>
              </a:cxn>
              <a:cxn ang="0">
                <a:pos x="3" y="55"/>
              </a:cxn>
              <a:cxn ang="0">
                <a:pos x="0" y="51"/>
              </a:cxn>
              <a:cxn ang="0">
                <a:pos x="0" y="40"/>
              </a:cxn>
              <a:cxn ang="0">
                <a:pos x="3" y="37"/>
              </a:cxn>
              <a:cxn ang="0">
                <a:pos x="20" y="37"/>
              </a:cxn>
              <a:cxn ang="0">
                <a:pos x="25" y="41"/>
              </a:cxn>
              <a:cxn ang="0">
                <a:pos x="29" y="43"/>
              </a:cxn>
              <a:cxn ang="0">
                <a:pos x="34" y="41"/>
              </a:cxn>
              <a:cxn ang="0">
                <a:pos x="39" y="37"/>
              </a:cxn>
              <a:cxn ang="0">
                <a:pos x="56" y="37"/>
              </a:cxn>
              <a:cxn ang="0">
                <a:pos x="59" y="40"/>
              </a:cxn>
              <a:cxn ang="0">
                <a:pos x="59" y="51"/>
              </a:cxn>
              <a:cxn ang="0">
                <a:pos x="47" y="22"/>
              </a:cxn>
              <a:cxn ang="0">
                <a:pos x="31" y="38"/>
              </a:cxn>
              <a:cxn ang="0">
                <a:pos x="29" y="39"/>
              </a:cxn>
              <a:cxn ang="0">
                <a:pos x="28" y="38"/>
              </a:cxn>
              <a:cxn ang="0">
                <a:pos x="12" y="22"/>
              </a:cxn>
              <a:cxn ang="0">
                <a:pos x="11" y="20"/>
              </a:cxn>
              <a:cxn ang="0">
                <a:pos x="13" y="18"/>
              </a:cxn>
              <a:cxn ang="0">
                <a:pos x="23" y="18"/>
              </a:cxn>
              <a:cxn ang="0">
                <a:pos x="23" y="2"/>
              </a:cxn>
              <a:cxn ang="0">
                <a:pos x="25" y="0"/>
              </a:cxn>
              <a:cxn ang="0">
                <a:pos x="34" y="0"/>
              </a:cxn>
              <a:cxn ang="0">
                <a:pos x="36" y="2"/>
              </a:cxn>
              <a:cxn ang="0">
                <a:pos x="36" y="18"/>
              </a:cxn>
              <a:cxn ang="0">
                <a:pos x="45" y="18"/>
              </a:cxn>
              <a:cxn ang="0">
                <a:pos x="48" y="20"/>
              </a:cxn>
              <a:cxn ang="0">
                <a:pos x="47" y="22"/>
              </a:cxn>
              <a:cxn ang="0">
                <a:pos x="43" y="46"/>
              </a:cxn>
              <a:cxn ang="0">
                <a:pos x="41" y="48"/>
              </a:cxn>
              <a:cxn ang="0">
                <a:pos x="43" y="50"/>
              </a:cxn>
              <a:cxn ang="0">
                <a:pos x="45" y="48"/>
              </a:cxn>
              <a:cxn ang="0">
                <a:pos x="43" y="46"/>
              </a:cxn>
              <a:cxn ang="0">
                <a:pos x="52" y="46"/>
              </a:cxn>
              <a:cxn ang="0">
                <a:pos x="50" y="48"/>
              </a:cxn>
              <a:cxn ang="0">
                <a:pos x="52" y="50"/>
              </a:cxn>
              <a:cxn ang="0">
                <a:pos x="55" y="48"/>
              </a:cxn>
              <a:cxn ang="0">
                <a:pos x="52" y="46"/>
              </a:cxn>
            </a:cxnLst>
            <a:rect l="0" t="0" r="r" b="b"/>
            <a:pathLst>
              <a:path w="59" h="55">
                <a:moveTo>
                  <a:pt x="59" y="51"/>
                </a:moveTo>
                <a:cubicBezTo>
                  <a:pt x="59" y="53"/>
                  <a:pt x="58" y="55"/>
                  <a:pt x="56" y="55"/>
                </a:cubicBezTo>
                <a:cubicBezTo>
                  <a:pt x="3" y="55"/>
                  <a:pt x="3" y="55"/>
                  <a:pt x="3" y="55"/>
                </a:cubicBezTo>
                <a:cubicBezTo>
                  <a:pt x="1" y="55"/>
                  <a:pt x="0" y="53"/>
                  <a:pt x="0" y="51"/>
                </a:cubicBezTo>
                <a:cubicBezTo>
                  <a:pt x="0" y="40"/>
                  <a:pt x="0" y="40"/>
                  <a:pt x="0" y="40"/>
                </a:cubicBezTo>
                <a:cubicBezTo>
                  <a:pt x="0" y="38"/>
                  <a:pt x="1" y="37"/>
                  <a:pt x="3" y="37"/>
                </a:cubicBezTo>
                <a:cubicBezTo>
                  <a:pt x="20" y="37"/>
                  <a:pt x="20" y="37"/>
                  <a:pt x="20" y="37"/>
                </a:cubicBezTo>
                <a:cubicBezTo>
                  <a:pt x="25" y="41"/>
                  <a:pt x="25" y="41"/>
                  <a:pt x="25" y="41"/>
                </a:cubicBezTo>
                <a:cubicBezTo>
                  <a:pt x="26" y="43"/>
                  <a:pt x="28" y="43"/>
                  <a:pt x="29" y="43"/>
                </a:cubicBezTo>
                <a:cubicBezTo>
                  <a:pt x="31" y="43"/>
                  <a:pt x="33" y="43"/>
                  <a:pt x="34" y="41"/>
                </a:cubicBezTo>
                <a:cubicBezTo>
                  <a:pt x="39" y="37"/>
                  <a:pt x="39" y="37"/>
                  <a:pt x="39" y="37"/>
                </a:cubicBezTo>
                <a:cubicBezTo>
                  <a:pt x="56" y="37"/>
                  <a:pt x="56" y="37"/>
                  <a:pt x="56" y="37"/>
                </a:cubicBezTo>
                <a:cubicBezTo>
                  <a:pt x="58" y="37"/>
                  <a:pt x="59" y="38"/>
                  <a:pt x="59" y="40"/>
                </a:cubicBezTo>
                <a:lnTo>
                  <a:pt x="59" y="51"/>
                </a:lnTo>
                <a:close/>
                <a:moveTo>
                  <a:pt x="47" y="22"/>
                </a:moveTo>
                <a:cubicBezTo>
                  <a:pt x="31" y="38"/>
                  <a:pt x="31" y="38"/>
                  <a:pt x="31" y="38"/>
                </a:cubicBezTo>
                <a:cubicBezTo>
                  <a:pt x="31" y="39"/>
                  <a:pt x="30" y="39"/>
                  <a:pt x="29" y="39"/>
                </a:cubicBezTo>
                <a:cubicBezTo>
                  <a:pt x="29" y="39"/>
                  <a:pt x="28" y="39"/>
                  <a:pt x="28" y="38"/>
                </a:cubicBezTo>
                <a:cubicBezTo>
                  <a:pt x="12" y="22"/>
                  <a:pt x="12" y="22"/>
                  <a:pt x="12" y="22"/>
                </a:cubicBezTo>
                <a:cubicBezTo>
                  <a:pt x="11" y="21"/>
                  <a:pt x="11" y="20"/>
                  <a:pt x="11" y="20"/>
                </a:cubicBezTo>
                <a:cubicBezTo>
                  <a:pt x="12" y="19"/>
                  <a:pt x="13" y="18"/>
                  <a:pt x="13" y="18"/>
                </a:cubicBezTo>
                <a:cubicBezTo>
                  <a:pt x="23" y="18"/>
                  <a:pt x="23" y="18"/>
                  <a:pt x="23" y="18"/>
                </a:cubicBezTo>
                <a:cubicBezTo>
                  <a:pt x="23" y="2"/>
                  <a:pt x="23" y="2"/>
                  <a:pt x="23" y="2"/>
                </a:cubicBezTo>
                <a:cubicBezTo>
                  <a:pt x="23" y="1"/>
                  <a:pt x="24" y="0"/>
                  <a:pt x="25" y="0"/>
                </a:cubicBezTo>
                <a:cubicBezTo>
                  <a:pt x="34" y="0"/>
                  <a:pt x="34" y="0"/>
                  <a:pt x="34" y="0"/>
                </a:cubicBezTo>
                <a:cubicBezTo>
                  <a:pt x="35" y="0"/>
                  <a:pt x="36" y="1"/>
                  <a:pt x="36" y="2"/>
                </a:cubicBezTo>
                <a:cubicBezTo>
                  <a:pt x="36" y="18"/>
                  <a:pt x="36" y="18"/>
                  <a:pt x="36" y="18"/>
                </a:cubicBezTo>
                <a:cubicBezTo>
                  <a:pt x="45" y="18"/>
                  <a:pt x="45" y="18"/>
                  <a:pt x="45" y="18"/>
                </a:cubicBezTo>
                <a:cubicBezTo>
                  <a:pt x="46" y="18"/>
                  <a:pt x="47" y="19"/>
                  <a:pt x="48" y="20"/>
                </a:cubicBezTo>
                <a:cubicBezTo>
                  <a:pt x="48" y="20"/>
                  <a:pt x="48" y="21"/>
                  <a:pt x="47" y="22"/>
                </a:cubicBezTo>
                <a:close/>
                <a:moveTo>
                  <a:pt x="43" y="46"/>
                </a:moveTo>
                <a:cubicBezTo>
                  <a:pt x="42" y="46"/>
                  <a:pt x="41" y="47"/>
                  <a:pt x="41" y="48"/>
                </a:cubicBezTo>
                <a:cubicBezTo>
                  <a:pt x="41" y="49"/>
                  <a:pt x="42" y="50"/>
                  <a:pt x="43" y="50"/>
                </a:cubicBezTo>
                <a:cubicBezTo>
                  <a:pt x="44" y="50"/>
                  <a:pt x="45" y="49"/>
                  <a:pt x="45" y="48"/>
                </a:cubicBezTo>
                <a:cubicBezTo>
                  <a:pt x="45" y="47"/>
                  <a:pt x="44" y="46"/>
                  <a:pt x="43" y="46"/>
                </a:cubicBezTo>
                <a:close/>
                <a:moveTo>
                  <a:pt x="52" y="46"/>
                </a:moveTo>
                <a:cubicBezTo>
                  <a:pt x="51" y="46"/>
                  <a:pt x="50" y="47"/>
                  <a:pt x="50" y="48"/>
                </a:cubicBezTo>
                <a:cubicBezTo>
                  <a:pt x="50" y="49"/>
                  <a:pt x="51" y="50"/>
                  <a:pt x="52" y="50"/>
                </a:cubicBezTo>
                <a:cubicBezTo>
                  <a:pt x="54" y="50"/>
                  <a:pt x="55" y="49"/>
                  <a:pt x="55" y="48"/>
                </a:cubicBezTo>
                <a:cubicBezTo>
                  <a:pt x="55" y="47"/>
                  <a:pt x="54" y="46"/>
                  <a:pt x="52" y="46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anchor="ctr"/>
          <a:lstStyle/>
          <a:p>
            <a:pPr algn="ctr"/>
            <a:endParaRPr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grpSp>
        <p:nvGrpSpPr>
          <p:cNvPr id="49" name="组合 48"/>
          <p:cNvGrpSpPr/>
          <p:nvPr/>
        </p:nvGrpSpPr>
        <p:grpSpPr>
          <a:xfrm>
            <a:off x="2661331" y="1506926"/>
            <a:ext cx="6869338" cy="817228"/>
            <a:chOff x="2661331" y="1102394"/>
            <a:chExt cx="6869338" cy="817228"/>
          </a:xfrm>
        </p:grpSpPr>
        <p:grpSp>
          <p:nvGrpSpPr>
            <p:cNvPr id="36" name="组合 35"/>
            <p:cNvGrpSpPr/>
            <p:nvPr/>
          </p:nvGrpSpPr>
          <p:grpSpPr>
            <a:xfrm>
              <a:off x="6564244" y="1102394"/>
              <a:ext cx="2966425" cy="816522"/>
              <a:chOff x="283598" y="1906534"/>
              <a:chExt cx="2966425" cy="816522"/>
            </a:xfrm>
          </p:grpSpPr>
          <p:sp>
            <p:nvSpPr>
              <p:cNvPr id="37" name="文本框 36"/>
              <p:cNvSpPr txBox="1"/>
              <p:nvPr/>
            </p:nvSpPr>
            <p:spPr>
              <a:xfrm>
                <a:off x="283598" y="2190603"/>
                <a:ext cx="2966425" cy="5324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1050" b="0" i="0">
                    <a:solidFill>
                      <a:schemeClr val="bg1">
                        <a:lumMod val="50000"/>
                      </a:schemeClr>
                    </a:solidFill>
                    <a:effectLst/>
                    <a:latin typeface="HarmonyOS Sans SC Light" panose="00000400000000000000" pitchFamily="2" charset="-122"/>
                    <a:ea typeface="阿里巴巴普惠体 2.0 55 Regular" panose="00020600040101010101" pitchFamily="18" charset="-122"/>
                    <a:cs typeface="阿里巴巴普惠体 2.0 55 Regular" panose="00020600040101010101" pitchFamily="18" charset="-122"/>
                  </a:defRPr>
                </a:lvl1pPr>
              </a:lstStyle>
              <a:p>
                <a:r>
                  <a:rPr lang="zh-CN" altLang="en-US" sz="1000" dirty="0">
                    <a:solidFill>
                      <a:schemeClr val="tx1"/>
                    </a:solidFill>
                    <a:sym typeface="HarmonyOS Sans SC Light" panose="00000400000000000000" pitchFamily="2" charset="-122"/>
                  </a:rPr>
                  <a:t>根据自己的需要添加适当的文字，此处添加详细文本描述，建议与标题相关尽量简洁</a:t>
                </a:r>
                <a:r>
                  <a:rPr lang="en-US" altLang="zh-CN" sz="1000" dirty="0">
                    <a:solidFill>
                      <a:schemeClr val="tx1"/>
                    </a:solidFill>
                    <a:sym typeface="HarmonyOS Sans SC Light" panose="00000400000000000000" pitchFamily="2" charset="-122"/>
                  </a:rPr>
                  <a:t>... ...</a:t>
                </a:r>
                <a:endParaRPr lang="en-US" altLang="zh-CN" sz="1000" dirty="0">
                  <a:solidFill>
                    <a:schemeClr val="tx1"/>
                  </a:solidFill>
                  <a:sym typeface="HarmonyOS Sans SC Light" panose="00000400000000000000" pitchFamily="2" charset="-122"/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283599" y="1906534"/>
                <a:ext cx="22355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sz="1600" b="1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HarmonyOS Sans SC Light" panose="00000400000000000000" pitchFamily="2" charset="-122"/>
                    <a:ea typeface="阿里巴巴普惠体 2.0 55 Regular" panose="00020600040101010101" pitchFamily="18" charset="-122"/>
                    <a:cs typeface="阿里巴巴普惠体 2.0 55 Regular" panose="00020600040101010101" pitchFamily="18" charset="-122"/>
                  </a:defRPr>
                </a:lvl1pPr>
              </a:lstStyle>
              <a:p>
                <a:r>
                  <a:rPr lang="zh-CN" altLang="en-US" dirty="0">
                    <a:solidFill>
                      <a:schemeClr val="tx1"/>
                    </a:solidFill>
                    <a:sym typeface="HarmonyOS Sans SC Light" panose="00000400000000000000" pitchFamily="2" charset="-122"/>
                  </a:rPr>
                  <a:t>添加标题文本</a:t>
                </a:r>
                <a:endParaRPr lang="zh-CN" altLang="en-US" dirty="0">
                  <a:solidFill>
                    <a:schemeClr val="tx1"/>
                  </a:solidFill>
                  <a:sym typeface="HarmonyOS Sans SC Light" panose="00000400000000000000" pitchFamily="2" charset="-122"/>
                </a:endParaRPr>
              </a:p>
            </p:txBody>
          </p:sp>
        </p:grpSp>
        <p:grpSp>
          <p:nvGrpSpPr>
            <p:cNvPr id="39" name="组合 38"/>
            <p:cNvGrpSpPr/>
            <p:nvPr/>
          </p:nvGrpSpPr>
          <p:grpSpPr>
            <a:xfrm>
              <a:off x="2661331" y="1103100"/>
              <a:ext cx="2984539" cy="816522"/>
              <a:chOff x="283598" y="1906534"/>
              <a:chExt cx="2984539" cy="816522"/>
            </a:xfrm>
          </p:grpSpPr>
          <p:sp>
            <p:nvSpPr>
              <p:cNvPr id="40" name="文本框 39"/>
              <p:cNvSpPr txBox="1"/>
              <p:nvPr/>
            </p:nvSpPr>
            <p:spPr>
              <a:xfrm>
                <a:off x="283598" y="2190603"/>
                <a:ext cx="2966425" cy="5324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1050" b="0" i="0">
                    <a:solidFill>
                      <a:schemeClr val="bg1">
                        <a:lumMod val="50000"/>
                      </a:schemeClr>
                    </a:solidFill>
                    <a:effectLst/>
                    <a:latin typeface="HarmonyOS Sans SC Light" panose="00000400000000000000" pitchFamily="2" charset="-122"/>
                    <a:ea typeface="阿里巴巴普惠体 2.0 55 Regular" panose="00020600040101010101" pitchFamily="18" charset="-122"/>
                    <a:cs typeface="阿里巴巴普惠体 2.0 55 Regular" panose="00020600040101010101" pitchFamily="18" charset="-122"/>
                  </a:defRPr>
                </a:lvl1pPr>
              </a:lstStyle>
              <a:p>
                <a:pPr algn="r"/>
                <a:r>
                  <a:rPr lang="zh-CN" altLang="en-US" sz="1000" dirty="0">
                    <a:solidFill>
                      <a:schemeClr val="tx1"/>
                    </a:solidFill>
                    <a:sym typeface="HarmonyOS Sans SC Light" panose="00000400000000000000" pitchFamily="2" charset="-122"/>
                  </a:rPr>
                  <a:t>根据自己的需要添加适当的文字，此处添加详细文本描述，建议与标题相关尽量简洁</a:t>
                </a:r>
                <a:r>
                  <a:rPr lang="en-US" altLang="zh-CN" sz="1000" dirty="0">
                    <a:solidFill>
                      <a:schemeClr val="tx1"/>
                    </a:solidFill>
                    <a:sym typeface="HarmonyOS Sans SC Light" panose="00000400000000000000" pitchFamily="2" charset="-122"/>
                  </a:rPr>
                  <a:t>... ...</a:t>
                </a:r>
                <a:endParaRPr lang="en-US" altLang="zh-CN" sz="1000" dirty="0">
                  <a:solidFill>
                    <a:schemeClr val="tx1"/>
                  </a:solidFill>
                  <a:sym typeface="HarmonyOS Sans SC Light" panose="00000400000000000000" pitchFamily="2" charset="-122"/>
                </a:endParaRPr>
              </a:p>
            </p:txBody>
          </p:sp>
          <p:sp>
            <p:nvSpPr>
              <p:cNvPr id="41" name="文本框 40"/>
              <p:cNvSpPr txBox="1"/>
              <p:nvPr/>
            </p:nvSpPr>
            <p:spPr>
              <a:xfrm>
                <a:off x="1032570" y="1906534"/>
                <a:ext cx="22355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b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HarmonyOS Sans SC Light" panose="00000400000000000000" pitchFamily="2" charset="-122"/>
                    <a:ea typeface="阿里巴巴普惠体 2.0 55 Regular" panose="00020600040101010101" pitchFamily="18" charset="-122"/>
                    <a:cs typeface="阿里巴巴普惠体 2.0 55 Regular" panose="00020600040101010101" pitchFamily="18" charset="-122"/>
                  </a:defRPr>
                </a:lvl1pPr>
              </a:lstStyle>
              <a:p>
                <a:pPr algn="r"/>
                <a:r>
                  <a:rPr lang="zh-CN" altLang="en-US" sz="1600" dirty="0">
                    <a:solidFill>
                      <a:schemeClr val="tx1"/>
                    </a:solidFill>
                    <a:sym typeface="HarmonyOS Sans SC Light" panose="00000400000000000000" pitchFamily="2" charset="-122"/>
                  </a:rPr>
                  <a:t>添加标题文本</a:t>
                </a:r>
                <a:endParaRPr lang="zh-CN" altLang="en-US" sz="1600" dirty="0">
                  <a:solidFill>
                    <a:schemeClr val="tx1"/>
                  </a:solidFill>
                  <a:sym typeface="HarmonyOS Sans SC Light" panose="00000400000000000000" pitchFamily="2" charset="-122"/>
                </a:endParaRPr>
              </a:p>
            </p:txBody>
          </p:sp>
        </p:grpSp>
      </p:grpSp>
      <p:grpSp>
        <p:nvGrpSpPr>
          <p:cNvPr id="48" name="组合 47"/>
          <p:cNvGrpSpPr/>
          <p:nvPr/>
        </p:nvGrpSpPr>
        <p:grpSpPr>
          <a:xfrm>
            <a:off x="387187" y="4882689"/>
            <a:ext cx="11417626" cy="816522"/>
            <a:chOff x="289947" y="4478157"/>
            <a:chExt cx="11417626" cy="816522"/>
          </a:xfrm>
        </p:grpSpPr>
        <p:grpSp>
          <p:nvGrpSpPr>
            <p:cNvPr id="42" name="组合 41"/>
            <p:cNvGrpSpPr/>
            <p:nvPr/>
          </p:nvGrpSpPr>
          <p:grpSpPr>
            <a:xfrm>
              <a:off x="289947" y="4478157"/>
              <a:ext cx="2984539" cy="816522"/>
              <a:chOff x="283598" y="1906534"/>
              <a:chExt cx="2984539" cy="816522"/>
            </a:xfrm>
          </p:grpSpPr>
          <p:sp>
            <p:nvSpPr>
              <p:cNvPr id="43" name="文本框 42"/>
              <p:cNvSpPr txBox="1"/>
              <p:nvPr/>
            </p:nvSpPr>
            <p:spPr>
              <a:xfrm>
                <a:off x="283598" y="2190603"/>
                <a:ext cx="2966425" cy="5324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1050" b="0" i="0">
                    <a:solidFill>
                      <a:schemeClr val="bg1">
                        <a:lumMod val="50000"/>
                      </a:schemeClr>
                    </a:solidFill>
                    <a:effectLst/>
                    <a:latin typeface="HarmonyOS Sans SC Light" panose="00000400000000000000" pitchFamily="2" charset="-122"/>
                    <a:ea typeface="阿里巴巴普惠体 2.0 55 Regular" panose="00020600040101010101" pitchFamily="18" charset="-122"/>
                    <a:cs typeface="阿里巴巴普惠体 2.0 55 Regular" panose="00020600040101010101" pitchFamily="18" charset="-122"/>
                  </a:defRPr>
                </a:lvl1pPr>
              </a:lstStyle>
              <a:p>
                <a:pPr algn="r"/>
                <a:r>
                  <a:rPr lang="zh-CN" altLang="en-US" sz="1000" dirty="0">
                    <a:solidFill>
                      <a:schemeClr val="tx1"/>
                    </a:solidFill>
                    <a:sym typeface="HarmonyOS Sans SC Light" panose="00000400000000000000" pitchFamily="2" charset="-122"/>
                  </a:rPr>
                  <a:t>根据自己的需要添加适当的文字，此处添加详细文本描述，建议与标题相关尽量简洁</a:t>
                </a:r>
                <a:r>
                  <a:rPr lang="en-US" altLang="zh-CN" sz="1000" dirty="0">
                    <a:solidFill>
                      <a:schemeClr val="tx1"/>
                    </a:solidFill>
                    <a:sym typeface="HarmonyOS Sans SC Light" panose="00000400000000000000" pitchFamily="2" charset="-122"/>
                  </a:rPr>
                  <a:t>... ...</a:t>
                </a:r>
                <a:endParaRPr lang="en-US" altLang="zh-CN" sz="1000" dirty="0">
                  <a:solidFill>
                    <a:schemeClr val="tx1"/>
                  </a:solidFill>
                  <a:sym typeface="HarmonyOS Sans SC Light" panose="00000400000000000000" pitchFamily="2" charset="-122"/>
                </a:endParaRPr>
              </a:p>
            </p:txBody>
          </p:sp>
          <p:sp>
            <p:nvSpPr>
              <p:cNvPr id="44" name="文本框 43"/>
              <p:cNvSpPr txBox="1"/>
              <p:nvPr/>
            </p:nvSpPr>
            <p:spPr>
              <a:xfrm>
                <a:off x="1032570" y="1906534"/>
                <a:ext cx="22355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b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HarmonyOS Sans SC Light" panose="00000400000000000000" pitchFamily="2" charset="-122"/>
                    <a:ea typeface="阿里巴巴普惠体 2.0 55 Regular" panose="00020600040101010101" pitchFamily="18" charset="-122"/>
                    <a:cs typeface="阿里巴巴普惠体 2.0 55 Regular" panose="00020600040101010101" pitchFamily="18" charset="-122"/>
                  </a:defRPr>
                </a:lvl1pPr>
              </a:lstStyle>
              <a:p>
                <a:pPr algn="r"/>
                <a:r>
                  <a:rPr lang="zh-CN" altLang="en-US" sz="1600" dirty="0">
                    <a:solidFill>
                      <a:schemeClr val="tx1"/>
                    </a:solidFill>
                    <a:sym typeface="HarmonyOS Sans SC Light" panose="00000400000000000000" pitchFamily="2" charset="-122"/>
                  </a:rPr>
                  <a:t>添加标题文本</a:t>
                </a:r>
                <a:endParaRPr lang="zh-CN" altLang="en-US" sz="1600" dirty="0">
                  <a:solidFill>
                    <a:schemeClr val="tx1"/>
                  </a:solidFill>
                  <a:sym typeface="HarmonyOS Sans SC Light" panose="00000400000000000000" pitchFamily="2" charset="-122"/>
                </a:endParaRPr>
              </a:p>
            </p:txBody>
          </p:sp>
        </p:grpSp>
        <p:grpSp>
          <p:nvGrpSpPr>
            <p:cNvPr id="45" name="组合 44"/>
            <p:cNvGrpSpPr/>
            <p:nvPr/>
          </p:nvGrpSpPr>
          <p:grpSpPr>
            <a:xfrm>
              <a:off x="8741148" y="4478157"/>
              <a:ext cx="2966425" cy="816522"/>
              <a:chOff x="283598" y="1906534"/>
              <a:chExt cx="2966425" cy="816522"/>
            </a:xfrm>
          </p:grpSpPr>
          <p:sp>
            <p:nvSpPr>
              <p:cNvPr id="46" name="文本框 45"/>
              <p:cNvSpPr txBox="1"/>
              <p:nvPr/>
            </p:nvSpPr>
            <p:spPr>
              <a:xfrm>
                <a:off x="283598" y="2190603"/>
                <a:ext cx="2966425" cy="5324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1050" b="0" i="0">
                    <a:solidFill>
                      <a:schemeClr val="bg1">
                        <a:lumMod val="50000"/>
                      </a:schemeClr>
                    </a:solidFill>
                    <a:effectLst/>
                    <a:latin typeface="HarmonyOS Sans SC Light" panose="00000400000000000000" pitchFamily="2" charset="-122"/>
                    <a:ea typeface="阿里巴巴普惠体 2.0 55 Regular" panose="00020600040101010101" pitchFamily="18" charset="-122"/>
                    <a:cs typeface="阿里巴巴普惠体 2.0 55 Regular" panose="00020600040101010101" pitchFamily="18" charset="-122"/>
                  </a:defRPr>
                </a:lvl1pPr>
              </a:lstStyle>
              <a:p>
                <a:r>
                  <a:rPr lang="zh-CN" altLang="en-US" sz="1000" dirty="0">
                    <a:solidFill>
                      <a:schemeClr val="tx1"/>
                    </a:solidFill>
                    <a:sym typeface="HarmonyOS Sans SC Light" panose="00000400000000000000" pitchFamily="2" charset="-122"/>
                  </a:rPr>
                  <a:t>根据自己的需要添加适当的文字，此处添加详细文本描述，建议与标题相关尽量简洁</a:t>
                </a:r>
                <a:r>
                  <a:rPr lang="en-US" altLang="zh-CN" sz="1000" dirty="0">
                    <a:solidFill>
                      <a:schemeClr val="tx1"/>
                    </a:solidFill>
                    <a:sym typeface="HarmonyOS Sans SC Light" panose="00000400000000000000" pitchFamily="2" charset="-122"/>
                  </a:rPr>
                  <a:t>... ...</a:t>
                </a:r>
                <a:endParaRPr lang="en-US" altLang="zh-CN" sz="1000" dirty="0">
                  <a:solidFill>
                    <a:schemeClr val="tx1"/>
                  </a:solidFill>
                  <a:sym typeface="HarmonyOS Sans SC Light" panose="00000400000000000000" pitchFamily="2" charset="-122"/>
                </a:endParaRPr>
              </a:p>
            </p:txBody>
          </p:sp>
          <p:sp>
            <p:nvSpPr>
              <p:cNvPr id="47" name="文本框 46"/>
              <p:cNvSpPr txBox="1"/>
              <p:nvPr/>
            </p:nvSpPr>
            <p:spPr>
              <a:xfrm>
                <a:off x="283599" y="1906534"/>
                <a:ext cx="22355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sz="1600" b="1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HarmonyOS Sans SC Light" panose="00000400000000000000" pitchFamily="2" charset="-122"/>
                    <a:ea typeface="阿里巴巴普惠体 2.0 55 Regular" panose="00020600040101010101" pitchFamily="18" charset="-122"/>
                    <a:cs typeface="阿里巴巴普惠体 2.0 55 Regular" panose="00020600040101010101" pitchFamily="18" charset="-122"/>
                  </a:defRPr>
                </a:lvl1pPr>
              </a:lstStyle>
              <a:p>
                <a:r>
                  <a:rPr lang="zh-CN" altLang="en-US" dirty="0">
                    <a:solidFill>
                      <a:schemeClr val="tx1"/>
                    </a:solidFill>
                    <a:sym typeface="HarmonyOS Sans SC Light" panose="00000400000000000000" pitchFamily="2" charset="-122"/>
                  </a:rPr>
                  <a:t>添加标题文本</a:t>
                </a:r>
                <a:endParaRPr lang="zh-CN" altLang="en-US" dirty="0">
                  <a:solidFill>
                    <a:schemeClr val="tx1"/>
                  </a:solidFill>
                  <a:sym typeface="HarmonyOS Sans SC Light" panose="00000400000000000000" pitchFamily="2" charset="-122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组合 162" descr="D:\51PPT模板网\51pptmoban.com\图片.jpg"/>
          <p:cNvGrpSpPr/>
          <p:nvPr/>
        </p:nvGrpSpPr>
        <p:grpSpPr>
          <a:xfrm>
            <a:off x="6612252" y="790554"/>
            <a:ext cx="4990363" cy="5276891"/>
            <a:chOff x="2853053" y="-82"/>
            <a:chExt cx="6483576" cy="6855838"/>
          </a:xfrm>
        </p:grpSpPr>
        <p:grpSp>
          <p:nvGrpSpPr>
            <p:cNvPr id="7" name="图形 4"/>
            <p:cNvGrpSpPr/>
            <p:nvPr/>
          </p:nvGrpSpPr>
          <p:grpSpPr>
            <a:xfrm>
              <a:off x="2853053" y="-82"/>
              <a:ext cx="6434220" cy="6855838"/>
              <a:chOff x="2853053" y="-82"/>
              <a:chExt cx="6434220" cy="6855838"/>
            </a:xfrm>
            <a:solidFill>
              <a:srgbClr val="F8F8FF"/>
            </a:solidFill>
          </p:grpSpPr>
          <p:sp>
            <p:nvSpPr>
              <p:cNvPr id="8" name="任意多边形: 形状 7"/>
              <p:cNvSpPr/>
              <p:nvPr/>
            </p:nvSpPr>
            <p:spPr>
              <a:xfrm>
                <a:off x="3261008" y="-82"/>
                <a:ext cx="5660976" cy="6855838"/>
              </a:xfrm>
              <a:custGeom>
                <a:avLst/>
                <a:gdLst>
                  <a:gd name="connsiteX0" fmla="*/ 1915271 w 5660976"/>
                  <a:gd name="connsiteY0" fmla="*/ 467079 h 6855838"/>
                  <a:gd name="connsiteX1" fmla="*/ 361855 w 5660976"/>
                  <a:gd name="connsiteY1" fmla="*/ 1408260 h 6855838"/>
                  <a:gd name="connsiteX2" fmla="*/ 81222 w 5660976"/>
                  <a:gd name="connsiteY2" fmla="*/ 3348702 h 6855838"/>
                  <a:gd name="connsiteX3" fmla="*/ 1269543 w 5660976"/>
                  <a:gd name="connsiteY3" fmla="*/ 5872938 h 6855838"/>
                  <a:gd name="connsiteX4" fmla="*/ 2736304 w 5660976"/>
                  <a:gd name="connsiteY4" fmla="*/ 6774180 h 6855838"/>
                  <a:gd name="connsiteX5" fmla="*/ 5231500 w 5660976"/>
                  <a:gd name="connsiteY5" fmla="*/ 5961986 h 6855838"/>
                  <a:gd name="connsiteX6" fmla="*/ 5336629 w 5660976"/>
                  <a:gd name="connsiteY6" fmla="*/ 2923134 h 6855838"/>
                  <a:gd name="connsiteX7" fmla="*/ 3879902 w 5660976"/>
                  <a:gd name="connsiteY7" fmla="*/ 37524 h 6855838"/>
                  <a:gd name="connsiteX8" fmla="*/ 1915271 w 5660976"/>
                  <a:gd name="connsiteY8" fmla="*/ 467079 h 6855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660976" h="6855838">
                    <a:moveTo>
                      <a:pt x="1915271" y="467079"/>
                    </a:moveTo>
                    <a:cubicBezTo>
                      <a:pt x="1184416" y="1201257"/>
                      <a:pt x="824039" y="691094"/>
                      <a:pt x="361855" y="1408260"/>
                    </a:cubicBezTo>
                    <a:cubicBezTo>
                      <a:pt x="62814" y="1871972"/>
                      <a:pt x="-112225" y="2505208"/>
                      <a:pt x="81222" y="3348702"/>
                    </a:cubicBezTo>
                    <a:cubicBezTo>
                      <a:pt x="606736" y="5639288"/>
                      <a:pt x="565867" y="5405637"/>
                      <a:pt x="1269543" y="5872938"/>
                    </a:cubicBezTo>
                    <a:cubicBezTo>
                      <a:pt x="1973219" y="6340239"/>
                      <a:pt x="1778311" y="7107976"/>
                      <a:pt x="2736304" y="6774180"/>
                    </a:cubicBezTo>
                    <a:cubicBezTo>
                      <a:pt x="3694298" y="6440384"/>
                      <a:pt x="4876705" y="7208188"/>
                      <a:pt x="5231500" y="5961986"/>
                    </a:cubicBezTo>
                    <a:cubicBezTo>
                      <a:pt x="5586295" y="4715783"/>
                      <a:pt x="4666645" y="3611725"/>
                      <a:pt x="5336629" y="2923134"/>
                    </a:cubicBezTo>
                    <a:cubicBezTo>
                      <a:pt x="6006613" y="2234543"/>
                      <a:pt x="5693285" y="104310"/>
                      <a:pt x="3879902" y="37524"/>
                    </a:cubicBezTo>
                    <a:cubicBezTo>
                      <a:pt x="2871138" y="376"/>
                      <a:pt x="2507372" y="-127812"/>
                      <a:pt x="1915271" y="467079"/>
                    </a:cubicBezTo>
                    <a:close/>
                  </a:path>
                </a:pathLst>
              </a:custGeom>
              <a:solidFill>
                <a:srgbClr val="F8F8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" name="任意多边形: 形状 8"/>
              <p:cNvSpPr/>
              <p:nvPr/>
            </p:nvSpPr>
            <p:spPr>
              <a:xfrm>
                <a:off x="2853053" y="981534"/>
                <a:ext cx="6434220" cy="4686805"/>
              </a:xfrm>
              <a:custGeom>
                <a:avLst/>
                <a:gdLst>
                  <a:gd name="connsiteX0" fmla="*/ 2176762 w 6434220"/>
                  <a:gd name="connsiteY0" fmla="*/ 319321 h 4686805"/>
                  <a:gd name="connsiteX1" fmla="*/ 411226 w 6434220"/>
                  <a:gd name="connsiteY1" fmla="*/ 962723 h 4686805"/>
                  <a:gd name="connsiteX2" fmla="*/ 92249 w 6434220"/>
                  <a:gd name="connsiteY2" fmla="*/ 2289135 h 4686805"/>
                  <a:gd name="connsiteX3" fmla="*/ 1442850 w 6434220"/>
                  <a:gd name="connsiteY3" fmla="*/ 4014799 h 4686805"/>
                  <a:gd name="connsiteX4" fmla="*/ 3109902 w 6434220"/>
                  <a:gd name="connsiteY4" fmla="*/ 4630956 h 4686805"/>
                  <a:gd name="connsiteX5" fmla="*/ 5945871 w 6434220"/>
                  <a:gd name="connsiteY5" fmla="*/ 4075671 h 4686805"/>
                  <a:gd name="connsiteX6" fmla="*/ 6065488 w 6434220"/>
                  <a:gd name="connsiteY6" fmla="*/ 1998202 h 4686805"/>
                  <a:gd name="connsiteX7" fmla="*/ 4410065 w 6434220"/>
                  <a:gd name="connsiteY7" fmla="*/ 25463 h 4686805"/>
                  <a:gd name="connsiteX8" fmla="*/ 2176762 w 6434220"/>
                  <a:gd name="connsiteY8" fmla="*/ 319321 h 46868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434220" h="4686805">
                    <a:moveTo>
                      <a:pt x="2176762" y="319321"/>
                    </a:moveTo>
                    <a:cubicBezTo>
                      <a:pt x="1346094" y="821111"/>
                      <a:pt x="936541" y="472164"/>
                      <a:pt x="411226" y="962723"/>
                    </a:cubicBezTo>
                    <a:cubicBezTo>
                      <a:pt x="71649" y="1279706"/>
                      <a:pt x="-127579" y="1712651"/>
                      <a:pt x="92249" y="2289135"/>
                    </a:cubicBezTo>
                    <a:cubicBezTo>
                      <a:pt x="689600" y="3855111"/>
                      <a:pt x="643149" y="3695158"/>
                      <a:pt x="1442850" y="4014799"/>
                    </a:cubicBezTo>
                    <a:cubicBezTo>
                      <a:pt x="2242551" y="4334441"/>
                      <a:pt x="2020995" y="4859157"/>
                      <a:pt x="3109902" y="4630956"/>
                    </a:cubicBezTo>
                    <a:cubicBezTo>
                      <a:pt x="4198809" y="4402755"/>
                      <a:pt x="5542698" y="4927605"/>
                      <a:pt x="5945871" y="4075671"/>
                    </a:cubicBezTo>
                    <a:cubicBezTo>
                      <a:pt x="6349045" y="3223737"/>
                      <a:pt x="5303798" y="2468958"/>
                      <a:pt x="6065488" y="1998202"/>
                    </a:cubicBezTo>
                    <a:cubicBezTo>
                      <a:pt x="6827177" y="1527445"/>
                      <a:pt x="6470854" y="71050"/>
                      <a:pt x="4410065" y="25463"/>
                    </a:cubicBezTo>
                    <a:cubicBezTo>
                      <a:pt x="3263144" y="344"/>
                      <a:pt x="2849737" y="-87375"/>
                      <a:pt x="2176762" y="319321"/>
                    </a:cubicBezTo>
                    <a:close/>
                  </a:path>
                </a:pathLst>
              </a:custGeom>
              <a:solidFill>
                <a:srgbClr val="F8F8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10" name="图形 4"/>
            <p:cNvGrpSpPr/>
            <p:nvPr/>
          </p:nvGrpSpPr>
          <p:grpSpPr>
            <a:xfrm>
              <a:off x="4303683" y="1789326"/>
              <a:ext cx="3532002" cy="2458779"/>
              <a:chOff x="4303683" y="1789326"/>
              <a:chExt cx="3532002" cy="2458779"/>
            </a:xfrm>
          </p:grpSpPr>
          <p:sp>
            <p:nvSpPr>
              <p:cNvPr id="11" name="任意多边形: 形状 10"/>
              <p:cNvSpPr/>
              <p:nvPr/>
            </p:nvSpPr>
            <p:spPr>
              <a:xfrm>
                <a:off x="4549560" y="1789326"/>
                <a:ext cx="3286124" cy="2266063"/>
              </a:xfrm>
              <a:custGeom>
                <a:avLst/>
                <a:gdLst>
                  <a:gd name="connsiteX0" fmla="*/ 0 w 3286124"/>
                  <a:gd name="connsiteY0" fmla="*/ 93035 h 2266063"/>
                  <a:gd name="connsiteX1" fmla="*/ 0 w 3286124"/>
                  <a:gd name="connsiteY1" fmla="*/ 2266064 h 2266063"/>
                  <a:gd name="connsiteX2" fmla="*/ 3282802 w 3286124"/>
                  <a:gd name="connsiteY2" fmla="*/ 2266064 h 2266063"/>
                  <a:gd name="connsiteX3" fmla="*/ 3286125 w 3286124"/>
                  <a:gd name="connsiteY3" fmla="*/ 3323 h 2266063"/>
                  <a:gd name="connsiteX4" fmla="*/ 0 w 3286124"/>
                  <a:gd name="connsiteY4" fmla="*/ 0 h 2266063"/>
                  <a:gd name="connsiteX5" fmla="*/ 0 w 3286124"/>
                  <a:gd name="connsiteY5" fmla="*/ 93035 h 22660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286124" h="2266063">
                    <a:moveTo>
                      <a:pt x="0" y="93035"/>
                    </a:moveTo>
                    <a:lnTo>
                      <a:pt x="0" y="2266064"/>
                    </a:lnTo>
                    <a:lnTo>
                      <a:pt x="3282802" y="2266064"/>
                    </a:lnTo>
                    <a:lnTo>
                      <a:pt x="3286125" y="3323"/>
                    </a:lnTo>
                    <a:lnTo>
                      <a:pt x="0" y="0"/>
                    </a:lnTo>
                    <a:lnTo>
                      <a:pt x="0" y="93035"/>
                    </a:lnTo>
                    <a:close/>
                  </a:path>
                </a:pathLst>
              </a:custGeom>
              <a:solidFill>
                <a:srgbClr val="E1E6FB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" name="任意多边形: 形状 11"/>
              <p:cNvSpPr/>
              <p:nvPr/>
            </p:nvSpPr>
            <p:spPr>
              <a:xfrm>
                <a:off x="4303683" y="1982041"/>
                <a:ext cx="3286124" cy="2266063"/>
              </a:xfrm>
              <a:custGeom>
                <a:avLst/>
                <a:gdLst>
                  <a:gd name="connsiteX0" fmla="*/ 0 w 3286124"/>
                  <a:gd name="connsiteY0" fmla="*/ 93035 h 2266063"/>
                  <a:gd name="connsiteX1" fmla="*/ 0 w 3286124"/>
                  <a:gd name="connsiteY1" fmla="*/ 2266064 h 2266063"/>
                  <a:gd name="connsiteX2" fmla="*/ 3282802 w 3286124"/>
                  <a:gd name="connsiteY2" fmla="*/ 2266064 h 2266063"/>
                  <a:gd name="connsiteX3" fmla="*/ 3286125 w 3286124"/>
                  <a:gd name="connsiteY3" fmla="*/ 3323 h 2266063"/>
                  <a:gd name="connsiteX4" fmla="*/ 0 w 3286124"/>
                  <a:gd name="connsiteY4" fmla="*/ 0 h 2266063"/>
                  <a:gd name="connsiteX5" fmla="*/ 0 w 3286124"/>
                  <a:gd name="connsiteY5" fmla="*/ 93035 h 22660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286124" h="2266063">
                    <a:moveTo>
                      <a:pt x="0" y="93035"/>
                    </a:moveTo>
                    <a:lnTo>
                      <a:pt x="0" y="2266064"/>
                    </a:lnTo>
                    <a:lnTo>
                      <a:pt x="3282802" y="2266064"/>
                    </a:lnTo>
                    <a:lnTo>
                      <a:pt x="3286125" y="3323"/>
                    </a:lnTo>
                    <a:lnTo>
                      <a:pt x="0" y="0"/>
                    </a:lnTo>
                    <a:lnTo>
                      <a:pt x="0" y="93035"/>
                    </a:lnTo>
                    <a:close/>
                  </a:path>
                </a:pathLst>
              </a:custGeom>
              <a:solidFill>
                <a:srgbClr val="EAEDFB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" name="任意多边形: 形状 12"/>
              <p:cNvSpPr/>
              <p:nvPr/>
            </p:nvSpPr>
            <p:spPr>
              <a:xfrm>
                <a:off x="4400040" y="2158143"/>
                <a:ext cx="99680" cy="99680"/>
              </a:xfrm>
              <a:custGeom>
                <a:avLst/>
                <a:gdLst>
                  <a:gd name="connsiteX0" fmla="*/ 49840 w 99680"/>
                  <a:gd name="connsiteY0" fmla="*/ 0 h 99680"/>
                  <a:gd name="connsiteX1" fmla="*/ 99680 w 99680"/>
                  <a:gd name="connsiteY1" fmla="*/ 0 h 99680"/>
                  <a:gd name="connsiteX2" fmla="*/ 99680 w 99680"/>
                  <a:gd name="connsiteY2" fmla="*/ 99680 h 99680"/>
                  <a:gd name="connsiteX3" fmla="*/ 49840 w 99680"/>
                  <a:gd name="connsiteY3" fmla="*/ 99680 h 99680"/>
                  <a:gd name="connsiteX4" fmla="*/ 49840 w 99680"/>
                  <a:gd name="connsiteY4" fmla="*/ 99680 h 99680"/>
                  <a:gd name="connsiteX5" fmla="*/ 0 w 99680"/>
                  <a:gd name="connsiteY5" fmla="*/ 99680 h 99680"/>
                  <a:gd name="connsiteX6" fmla="*/ 0 w 99680"/>
                  <a:gd name="connsiteY6" fmla="*/ 0 h 99680"/>
                  <a:gd name="connsiteX7" fmla="*/ 49840 w 99680"/>
                  <a:gd name="connsiteY7" fmla="*/ 0 h 99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9680" h="99680">
                    <a:moveTo>
                      <a:pt x="49840" y="0"/>
                    </a:moveTo>
                    <a:cubicBezTo>
                      <a:pt x="77366" y="0"/>
                      <a:pt x="99680" y="0"/>
                      <a:pt x="99680" y="0"/>
                    </a:cubicBezTo>
                    <a:lnTo>
                      <a:pt x="99680" y="99680"/>
                    </a:lnTo>
                    <a:cubicBezTo>
                      <a:pt x="99680" y="99680"/>
                      <a:pt x="77366" y="99680"/>
                      <a:pt x="49840" y="99680"/>
                    </a:cubicBezTo>
                    <a:lnTo>
                      <a:pt x="49840" y="99680"/>
                    </a:lnTo>
                    <a:cubicBezTo>
                      <a:pt x="22314" y="99680"/>
                      <a:pt x="0" y="99680"/>
                      <a:pt x="0" y="99680"/>
                    </a:cubicBezTo>
                    <a:lnTo>
                      <a:pt x="0" y="0"/>
                    </a:lnTo>
                    <a:cubicBezTo>
                      <a:pt x="0" y="0"/>
                      <a:pt x="22314" y="0"/>
                      <a:pt x="49840" y="0"/>
                    </a:cubicBez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4" name="任意多边形: 形状 13"/>
              <p:cNvSpPr/>
              <p:nvPr/>
            </p:nvSpPr>
            <p:spPr>
              <a:xfrm>
                <a:off x="4552883" y="2158143"/>
                <a:ext cx="99680" cy="99680"/>
              </a:xfrm>
              <a:custGeom>
                <a:avLst/>
                <a:gdLst>
                  <a:gd name="connsiteX0" fmla="*/ 49840 w 99680"/>
                  <a:gd name="connsiteY0" fmla="*/ 0 h 99680"/>
                  <a:gd name="connsiteX1" fmla="*/ 99680 w 99680"/>
                  <a:gd name="connsiteY1" fmla="*/ 0 h 99680"/>
                  <a:gd name="connsiteX2" fmla="*/ 99680 w 99680"/>
                  <a:gd name="connsiteY2" fmla="*/ 99680 h 99680"/>
                  <a:gd name="connsiteX3" fmla="*/ 49840 w 99680"/>
                  <a:gd name="connsiteY3" fmla="*/ 99680 h 99680"/>
                  <a:gd name="connsiteX4" fmla="*/ 49840 w 99680"/>
                  <a:gd name="connsiteY4" fmla="*/ 99680 h 99680"/>
                  <a:gd name="connsiteX5" fmla="*/ 0 w 99680"/>
                  <a:gd name="connsiteY5" fmla="*/ 99680 h 99680"/>
                  <a:gd name="connsiteX6" fmla="*/ 0 w 99680"/>
                  <a:gd name="connsiteY6" fmla="*/ 0 h 99680"/>
                  <a:gd name="connsiteX7" fmla="*/ 49840 w 99680"/>
                  <a:gd name="connsiteY7" fmla="*/ 0 h 99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9680" h="99680">
                    <a:moveTo>
                      <a:pt x="49840" y="0"/>
                    </a:moveTo>
                    <a:cubicBezTo>
                      <a:pt x="77366" y="0"/>
                      <a:pt x="99680" y="0"/>
                      <a:pt x="99680" y="0"/>
                    </a:cubicBezTo>
                    <a:lnTo>
                      <a:pt x="99680" y="99680"/>
                    </a:lnTo>
                    <a:cubicBezTo>
                      <a:pt x="99680" y="99680"/>
                      <a:pt x="77366" y="99680"/>
                      <a:pt x="49840" y="99680"/>
                    </a:cubicBezTo>
                    <a:lnTo>
                      <a:pt x="49840" y="99680"/>
                    </a:lnTo>
                    <a:cubicBezTo>
                      <a:pt x="22314" y="99680"/>
                      <a:pt x="0" y="99680"/>
                      <a:pt x="0" y="99680"/>
                    </a:cubicBezTo>
                    <a:lnTo>
                      <a:pt x="0" y="0"/>
                    </a:lnTo>
                    <a:cubicBezTo>
                      <a:pt x="0" y="0"/>
                      <a:pt x="22314" y="0"/>
                      <a:pt x="49840" y="0"/>
                    </a:cubicBez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5" name="任意多边形: 形状 14"/>
              <p:cNvSpPr/>
              <p:nvPr/>
            </p:nvSpPr>
            <p:spPr>
              <a:xfrm>
                <a:off x="4705726" y="2158143"/>
                <a:ext cx="99680" cy="99680"/>
              </a:xfrm>
              <a:custGeom>
                <a:avLst/>
                <a:gdLst>
                  <a:gd name="connsiteX0" fmla="*/ 49840 w 99680"/>
                  <a:gd name="connsiteY0" fmla="*/ 0 h 99680"/>
                  <a:gd name="connsiteX1" fmla="*/ 99680 w 99680"/>
                  <a:gd name="connsiteY1" fmla="*/ 0 h 99680"/>
                  <a:gd name="connsiteX2" fmla="*/ 99680 w 99680"/>
                  <a:gd name="connsiteY2" fmla="*/ 99680 h 99680"/>
                  <a:gd name="connsiteX3" fmla="*/ 49840 w 99680"/>
                  <a:gd name="connsiteY3" fmla="*/ 99680 h 99680"/>
                  <a:gd name="connsiteX4" fmla="*/ 49840 w 99680"/>
                  <a:gd name="connsiteY4" fmla="*/ 99680 h 99680"/>
                  <a:gd name="connsiteX5" fmla="*/ 0 w 99680"/>
                  <a:gd name="connsiteY5" fmla="*/ 99680 h 99680"/>
                  <a:gd name="connsiteX6" fmla="*/ 0 w 99680"/>
                  <a:gd name="connsiteY6" fmla="*/ 0 h 99680"/>
                  <a:gd name="connsiteX7" fmla="*/ 49840 w 99680"/>
                  <a:gd name="connsiteY7" fmla="*/ 0 h 99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9680" h="99680">
                    <a:moveTo>
                      <a:pt x="49840" y="0"/>
                    </a:moveTo>
                    <a:cubicBezTo>
                      <a:pt x="77366" y="0"/>
                      <a:pt x="99680" y="0"/>
                      <a:pt x="99680" y="0"/>
                    </a:cubicBezTo>
                    <a:lnTo>
                      <a:pt x="99680" y="99680"/>
                    </a:lnTo>
                    <a:cubicBezTo>
                      <a:pt x="99680" y="99680"/>
                      <a:pt x="77366" y="99680"/>
                      <a:pt x="49840" y="99680"/>
                    </a:cubicBezTo>
                    <a:lnTo>
                      <a:pt x="49840" y="99680"/>
                    </a:lnTo>
                    <a:cubicBezTo>
                      <a:pt x="22314" y="99680"/>
                      <a:pt x="0" y="99680"/>
                      <a:pt x="0" y="99680"/>
                    </a:cubicBezTo>
                    <a:lnTo>
                      <a:pt x="0" y="0"/>
                    </a:lnTo>
                    <a:cubicBezTo>
                      <a:pt x="0" y="0"/>
                      <a:pt x="22314" y="0"/>
                      <a:pt x="49840" y="0"/>
                    </a:cubicBez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grpSp>
            <p:nvGrpSpPr>
              <p:cNvPr id="16" name="图形 4"/>
              <p:cNvGrpSpPr/>
              <p:nvPr/>
            </p:nvGrpSpPr>
            <p:grpSpPr>
              <a:xfrm>
                <a:off x="4479784" y="2483765"/>
                <a:ext cx="2272709" cy="1528430"/>
                <a:chOff x="4479784" y="2483765"/>
                <a:chExt cx="2272709" cy="1528430"/>
              </a:xfrm>
              <a:solidFill>
                <a:srgbClr val="FFFFFF"/>
              </a:solidFill>
            </p:grpSpPr>
            <p:grpSp>
              <p:nvGrpSpPr>
                <p:cNvPr id="17" name="图形 4"/>
                <p:cNvGrpSpPr/>
                <p:nvPr/>
              </p:nvGrpSpPr>
              <p:grpSpPr>
                <a:xfrm>
                  <a:off x="4479784" y="2483765"/>
                  <a:ext cx="684470" cy="677825"/>
                  <a:chOff x="4479784" y="2483765"/>
                  <a:chExt cx="684470" cy="677825"/>
                </a:xfrm>
                <a:solidFill>
                  <a:srgbClr val="FFFFFF"/>
                </a:solidFill>
              </p:grpSpPr>
              <p:sp>
                <p:nvSpPr>
                  <p:cNvPr id="18" name="任意多边形: 形状 17"/>
                  <p:cNvSpPr/>
                  <p:nvPr/>
                </p:nvSpPr>
                <p:spPr>
                  <a:xfrm>
                    <a:off x="4479784" y="2483765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9" name="任意多边形: 形状 18"/>
                  <p:cNvSpPr/>
                  <p:nvPr/>
                </p:nvSpPr>
                <p:spPr>
                  <a:xfrm>
                    <a:off x="4539592" y="2483765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0" name="任意多边形: 形状 19"/>
                  <p:cNvSpPr/>
                  <p:nvPr/>
                </p:nvSpPr>
                <p:spPr>
                  <a:xfrm>
                    <a:off x="4592755" y="2483765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1" name="任意多边形: 形状 20"/>
                  <p:cNvSpPr/>
                  <p:nvPr/>
                </p:nvSpPr>
                <p:spPr>
                  <a:xfrm>
                    <a:off x="4652563" y="2483765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2" name="任意多边形: 形状 21"/>
                  <p:cNvSpPr/>
                  <p:nvPr/>
                </p:nvSpPr>
                <p:spPr>
                  <a:xfrm>
                    <a:off x="4705726" y="2483765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3" name="任意多边形: 形状 22"/>
                  <p:cNvSpPr/>
                  <p:nvPr/>
                </p:nvSpPr>
                <p:spPr>
                  <a:xfrm>
                    <a:off x="4765534" y="2483765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4" name="任意多边形: 形状 23"/>
                  <p:cNvSpPr/>
                  <p:nvPr/>
                </p:nvSpPr>
                <p:spPr>
                  <a:xfrm>
                    <a:off x="4818697" y="2483765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5" name="任意多边形: 形状 24"/>
                  <p:cNvSpPr/>
                  <p:nvPr/>
                </p:nvSpPr>
                <p:spPr>
                  <a:xfrm>
                    <a:off x="4871860" y="2483765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6" name="任意多边形: 形状 25"/>
                  <p:cNvSpPr/>
                  <p:nvPr/>
                </p:nvSpPr>
                <p:spPr>
                  <a:xfrm>
                    <a:off x="4925023" y="2483765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7" name="任意多边形: 形状 26"/>
                  <p:cNvSpPr/>
                  <p:nvPr/>
                </p:nvSpPr>
                <p:spPr>
                  <a:xfrm>
                    <a:off x="4984831" y="2483765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8" name="任意多边形: 形状 27"/>
                  <p:cNvSpPr/>
                  <p:nvPr/>
                </p:nvSpPr>
                <p:spPr>
                  <a:xfrm>
                    <a:off x="5037994" y="2483765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9" name="任意多边形: 形状 28"/>
                  <p:cNvSpPr/>
                  <p:nvPr/>
                </p:nvSpPr>
                <p:spPr>
                  <a:xfrm>
                    <a:off x="5097802" y="2483765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0" name="任意多边形: 形状 29"/>
                  <p:cNvSpPr/>
                  <p:nvPr/>
                </p:nvSpPr>
                <p:spPr>
                  <a:xfrm>
                    <a:off x="5150965" y="2483765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1" name="任意多边形: 形状 30"/>
                  <p:cNvSpPr/>
                  <p:nvPr/>
                </p:nvSpPr>
                <p:spPr>
                  <a:xfrm>
                    <a:off x="4479784" y="2483765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2" name="任意多边形: 形状 31"/>
                  <p:cNvSpPr/>
                  <p:nvPr/>
                </p:nvSpPr>
                <p:spPr>
                  <a:xfrm>
                    <a:off x="4479784" y="2550219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3" name="任意多边形: 形状 32"/>
                  <p:cNvSpPr/>
                  <p:nvPr/>
                </p:nvSpPr>
                <p:spPr>
                  <a:xfrm>
                    <a:off x="4479784" y="2616672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4" name="任意多边形: 形状 33"/>
                  <p:cNvSpPr/>
                  <p:nvPr/>
                </p:nvSpPr>
                <p:spPr>
                  <a:xfrm>
                    <a:off x="4479784" y="2683126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5" name="任意多边形: 形状 34"/>
                  <p:cNvSpPr/>
                  <p:nvPr/>
                </p:nvSpPr>
                <p:spPr>
                  <a:xfrm>
                    <a:off x="4479784" y="2749579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6" name="任意多边形: 形状 35"/>
                  <p:cNvSpPr/>
                  <p:nvPr/>
                </p:nvSpPr>
                <p:spPr>
                  <a:xfrm>
                    <a:off x="4479784" y="2816033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7" name="任意多边形: 形状 36"/>
                  <p:cNvSpPr/>
                  <p:nvPr/>
                </p:nvSpPr>
                <p:spPr>
                  <a:xfrm>
                    <a:off x="4479784" y="2882486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8" name="任意多边形: 形状 37"/>
                  <p:cNvSpPr/>
                  <p:nvPr/>
                </p:nvSpPr>
                <p:spPr>
                  <a:xfrm>
                    <a:off x="4479784" y="2948940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9" name="任意多边形: 形状 38"/>
                  <p:cNvSpPr/>
                  <p:nvPr/>
                </p:nvSpPr>
                <p:spPr>
                  <a:xfrm>
                    <a:off x="4479784" y="3015393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0" name="任意多边形: 形状 39"/>
                  <p:cNvSpPr/>
                  <p:nvPr/>
                </p:nvSpPr>
                <p:spPr>
                  <a:xfrm>
                    <a:off x="4479784" y="3081846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1" name="任意多边形: 形状 40"/>
                  <p:cNvSpPr/>
                  <p:nvPr/>
                </p:nvSpPr>
                <p:spPr>
                  <a:xfrm>
                    <a:off x="4479784" y="3148300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</p:grpSp>
            <p:grpSp>
              <p:nvGrpSpPr>
                <p:cNvPr id="42" name="图形 4"/>
                <p:cNvGrpSpPr/>
                <p:nvPr/>
              </p:nvGrpSpPr>
              <p:grpSpPr>
                <a:xfrm>
                  <a:off x="5317098" y="3334370"/>
                  <a:ext cx="684470" cy="677825"/>
                  <a:chOff x="5317098" y="3334370"/>
                  <a:chExt cx="684470" cy="677825"/>
                </a:xfrm>
                <a:solidFill>
                  <a:srgbClr val="FFFFFF"/>
                </a:solidFill>
              </p:grpSpPr>
              <p:sp>
                <p:nvSpPr>
                  <p:cNvPr id="43" name="任意多边形: 形状 42"/>
                  <p:cNvSpPr/>
                  <p:nvPr/>
                </p:nvSpPr>
                <p:spPr>
                  <a:xfrm>
                    <a:off x="5317098" y="3334370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4" name="任意多边形: 形状 43"/>
                  <p:cNvSpPr/>
                  <p:nvPr/>
                </p:nvSpPr>
                <p:spPr>
                  <a:xfrm>
                    <a:off x="5376906" y="3334370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5" name="任意多边形: 形状 44"/>
                  <p:cNvSpPr/>
                  <p:nvPr/>
                </p:nvSpPr>
                <p:spPr>
                  <a:xfrm>
                    <a:off x="5430069" y="3334370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6" name="任意多边形: 形状 45"/>
                  <p:cNvSpPr/>
                  <p:nvPr/>
                </p:nvSpPr>
                <p:spPr>
                  <a:xfrm>
                    <a:off x="5489877" y="3334370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7" name="任意多边形: 形状 46"/>
                  <p:cNvSpPr/>
                  <p:nvPr/>
                </p:nvSpPr>
                <p:spPr>
                  <a:xfrm>
                    <a:off x="5543040" y="3334370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8" name="任意多边形: 形状 47"/>
                  <p:cNvSpPr/>
                  <p:nvPr/>
                </p:nvSpPr>
                <p:spPr>
                  <a:xfrm>
                    <a:off x="5602848" y="3334370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9" name="任意多边形: 形状 48"/>
                  <p:cNvSpPr/>
                  <p:nvPr/>
                </p:nvSpPr>
                <p:spPr>
                  <a:xfrm>
                    <a:off x="5656011" y="3334370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0" name="任意多边形: 形状 49"/>
                  <p:cNvSpPr/>
                  <p:nvPr/>
                </p:nvSpPr>
                <p:spPr>
                  <a:xfrm>
                    <a:off x="5709174" y="3334370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1" name="任意多边形: 形状 50"/>
                  <p:cNvSpPr/>
                  <p:nvPr/>
                </p:nvSpPr>
                <p:spPr>
                  <a:xfrm>
                    <a:off x="5762337" y="3334370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2" name="任意多边形: 形状 51"/>
                  <p:cNvSpPr/>
                  <p:nvPr/>
                </p:nvSpPr>
                <p:spPr>
                  <a:xfrm>
                    <a:off x="5822145" y="3334370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3" name="任意多边形: 形状 52"/>
                  <p:cNvSpPr/>
                  <p:nvPr/>
                </p:nvSpPr>
                <p:spPr>
                  <a:xfrm>
                    <a:off x="5875307" y="3334370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4" name="任意多边形: 形状 53"/>
                  <p:cNvSpPr/>
                  <p:nvPr/>
                </p:nvSpPr>
                <p:spPr>
                  <a:xfrm>
                    <a:off x="5935116" y="3334370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5" name="任意多边形: 形状 54"/>
                  <p:cNvSpPr/>
                  <p:nvPr/>
                </p:nvSpPr>
                <p:spPr>
                  <a:xfrm>
                    <a:off x="5988278" y="3334370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6" name="任意多边形: 形状 55"/>
                  <p:cNvSpPr/>
                  <p:nvPr/>
                </p:nvSpPr>
                <p:spPr>
                  <a:xfrm>
                    <a:off x="5317098" y="3334370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7" name="任意多边形: 形状 56"/>
                  <p:cNvSpPr/>
                  <p:nvPr/>
                </p:nvSpPr>
                <p:spPr>
                  <a:xfrm>
                    <a:off x="5317098" y="3400823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8" name="任意多边形: 形状 57"/>
                  <p:cNvSpPr/>
                  <p:nvPr/>
                </p:nvSpPr>
                <p:spPr>
                  <a:xfrm>
                    <a:off x="5317098" y="3467277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9" name="任意多边形: 形状 58"/>
                  <p:cNvSpPr/>
                  <p:nvPr/>
                </p:nvSpPr>
                <p:spPr>
                  <a:xfrm>
                    <a:off x="5317098" y="3533730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0" name="任意多边形: 形状 59"/>
                  <p:cNvSpPr/>
                  <p:nvPr/>
                </p:nvSpPr>
                <p:spPr>
                  <a:xfrm>
                    <a:off x="5317098" y="3600184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1" name="任意多边形: 形状 60"/>
                  <p:cNvSpPr/>
                  <p:nvPr/>
                </p:nvSpPr>
                <p:spPr>
                  <a:xfrm>
                    <a:off x="5317098" y="3666637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2" name="任意多边形: 形状 61"/>
                  <p:cNvSpPr/>
                  <p:nvPr/>
                </p:nvSpPr>
                <p:spPr>
                  <a:xfrm>
                    <a:off x="5317098" y="3733091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3" name="任意多边形: 形状 62"/>
                  <p:cNvSpPr/>
                  <p:nvPr/>
                </p:nvSpPr>
                <p:spPr>
                  <a:xfrm>
                    <a:off x="5317098" y="3799544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4" name="任意多边形: 形状 63"/>
                  <p:cNvSpPr/>
                  <p:nvPr/>
                </p:nvSpPr>
                <p:spPr>
                  <a:xfrm>
                    <a:off x="5317098" y="3865998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5" name="任意多边形: 形状 64"/>
                  <p:cNvSpPr/>
                  <p:nvPr/>
                </p:nvSpPr>
                <p:spPr>
                  <a:xfrm>
                    <a:off x="5317098" y="3932451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6" name="任意多边形: 形状 65"/>
                  <p:cNvSpPr/>
                  <p:nvPr/>
                </p:nvSpPr>
                <p:spPr>
                  <a:xfrm>
                    <a:off x="5317098" y="3998905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</p:grpSp>
            <p:grpSp>
              <p:nvGrpSpPr>
                <p:cNvPr id="67" name="图形 4"/>
                <p:cNvGrpSpPr/>
                <p:nvPr/>
              </p:nvGrpSpPr>
              <p:grpSpPr>
                <a:xfrm>
                  <a:off x="6068023" y="2556864"/>
                  <a:ext cx="684470" cy="677825"/>
                  <a:chOff x="6068023" y="2556864"/>
                  <a:chExt cx="684470" cy="677825"/>
                </a:xfrm>
                <a:solidFill>
                  <a:srgbClr val="FFFFFF"/>
                </a:solidFill>
              </p:grpSpPr>
              <p:sp>
                <p:nvSpPr>
                  <p:cNvPr id="68" name="任意多边形: 形状 67"/>
                  <p:cNvSpPr/>
                  <p:nvPr/>
                </p:nvSpPr>
                <p:spPr>
                  <a:xfrm>
                    <a:off x="6068023" y="2556864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9" name="任意多边形: 形状 68"/>
                  <p:cNvSpPr/>
                  <p:nvPr/>
                </p:nvSpPr>
                <p:spPr>
                  <a:xfrm>
                    <a:off x="6127831" y="2556864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0" name="任意多边形: 形状 69"/>
                  <p:cNvSpPr/>
                  <p:nvPr/>
                </p:nvSpPr>
                <p:spPr>
                  <a:xfrm>
                    <a:off x="6180994" y="2556864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1" name="任意多边形: 形状 70"/>
                  <p:cNvSpPr/>
                  <p:nvPr/>
                </p:nvSpPr>
                <p:spPr>
                  <a:xfrm>
                    <a:off x="6240802" y="2556864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2" name="任意多边形: 形状 71"/>
                  <p:cNvSpPr/>
                  <p:nvPr/>
                </p:nvSpPr>
                <p:spPr>
                  <a:xfrm>
                    <a:off x="6293964" y="2556864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3" name="任意多边形: 形状 72"/>
                  <p:cNvSpPr/>
                  <p:nvPr/>
                </p:nvSpPr>
                <p:spPr>
                  <a:xfrm>
                    <a:off x="6353773" y="2556864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4" name="任意多边形: 形状 73"/>
                  <p:cNvSpPr/>
                  <p:nvPr/>
                </p:nvSpPr>
                <p:spPr>
                  <a:xfrm>
                    <a:off x="6406935" y="2556864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5" name="任意多边形: 形状 74"/>
                  <p:cNvSpPr/>
                  <p:nvPr/>
                </p:nvSpPr>
                <p:spPr>
                  <a:xfrm>
                    <a:off x="6460098" y="2556864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6" name="任意多边形: 形状 75"/>
                  <p:cNvSpPr/>
                  <p:nvPr/>
                </p:nvSpPr>
                <p:spPr>
                  <a:xfrm>
                    <a:off x="6513261" y="2556864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7" name="任意多边形: 形状 76"/>
                  <p:cNvSpPr/>
                  <p:nvPr/>
                </p:nvSpPr>
                <p:spPr>
                  <a:xfrm>
                    <a:off x="6573069" y="2556864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8" name="任意多边形: 形状 77"/>
                  <p:cNvSpPr/>
                  <p:nvPr/>
                </p:nvSpPr>
                <p:spPr>
                  <a:xfrm>
                    <a:off x="6626232" y="2556864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9" name="任意多边形: 形状 78"/>
                  <p:cNvSpPr/>
                  <p:nvPr/>
                </p:nvSpPr>
                <p:spPr>
                  <a:xfrm>
                    <a:off x="6686040" y="2556864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0" name="任意多边形: 形状 79"/>
                  <p:cNvSpPr/>
                  <p:nvPr/>
                </p:nvSpPr>
                <p:spPr>
                  <a:xfrm>
                    <a:off x="6739203" y="2556864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1" name="任意多边形: 形状 80"/>
                  <p:cNvSpPr/>
                  <p:nvPr/>
                </p:nvSpPr>
                <p:spPr>
                  <a:xfrm>
                    <a:off x="6068023" y="2556864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2" name="任意多边形: 形状 81"/>
                  <p:cNvSpPr/>
                  <p:nvPr/>
                </p:nvSpPr>
                <p:spPr>
                  <a:xfrm>
                    <a:off x="6068023" y="2623317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3" name="任意多边形: 形状 82"/>
                  <p:cNvSpPr/>
                  <p:nvPr/>
                </p:nvSpPr>
                <p:spPr>
                  <a:xfrm>
                    <a:off x="6068023" y="2689771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4" name="任意多边形: 形状 83"/>
                  <p:cNvSpPr/>
                  <p:nvPr/>
                </p:nvSpPr>
                <p:spPr>
                  <a:xfrm>
                    <a:off x="6068023" y="2756224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5" name="任意多边形: 形状 84"/>
                  <p:cNvSpPr/>
                  <p:nvPr/>
                </p:nvSpPr>
                <p:spPr>
                  <a:xfrm>
                    <a:off x="6068023" y="2822678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6" name="任意多边形: 形状 85"/>
                  <p:cNvSpPr/>
                  <p:nvPr/>
                </p:nvSpPr>
                <p:spPr>
                  <a:xfrm>
                    <a:off x="6068023" y="2889131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7" name="任意多边形: 形状 86"/>
                  <p:cNvSpPr/>
                  <p:nvPr/>
                </p:nvSpPr>
                <p:spPr>
                  <a:xfrm>
                    <a:off x="6068023" y="2955585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8" name="任意多边形: 形状 87"/>
                  <p:cNvSpPr/>
                  <p:nvPr/>
                </p:nvSpPr>
                <p:spPr>
                  <a:xfrm>
                    <a:off x="6068023" y="3022038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9" name="任意多边形: 形状 88"/>
                  <p:cNvSpPr/>
                  <p:nvPr/>
                </p:nvSpPr>
                <p:spPr>
                  <a:xfrm>
                    <a:off x="6068023" y="3088492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0" name="任意多边形: 形状 89"/>
                  <p:cNvSpPr/>
                  <p:nvPr/>
                </p:nvSpPr>
                <p:spPr>
                  <a:xfrm>
                    <a:off x="6068023" y="3154945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1" name="任意多边形: 形状 90"/>
                  <p:cNvSpPr/>
                  <p:nvPr/>
                </p:nvSpPr>
                <p:spPr>
                  <a:xfrm>
                    <a:off x="6068023" y="3221399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</p:grpSp>
          </p:grpSp>
          <p:sp>
            <p:nvSpPr>
              <p:cNvPr id="92" name="任意多边形: 形状 91"/>
              <p:cNvSpPr/>
              <p:nvPr/>
            </p:nvSpPr>
            <p:spPr>
              <a:xfrm>
                <a:off x="4805406" y="2696416"/>
                <a:ext cx="976866" cy="677825"/>
              </a:xfrm>
              <a:custGeom>
                <a:avLst/>
                <a:gdLst>
                  <a:gd name="connsiteX0" fmla="*/ 0 w 976866"/>
                  <a:gd name="connsiteY0" fmla="*/ 0 h 677825"/>
                  <a:gd name="connsiteX1" fmla="*/ 976866 w 976866"/>
                  <a:gd name="connsiteY1" fmla="*/ 0 h 677825"/>
                  <a:gd name="connsiteX2" fmla="*/ 976866 w 976866"/>
                  <a:gd name="connsiteY2" fmla="*/ 677826 h 677825"/>
                  <a:gd name="connsiteX3" fmla="*/ 0 w 976866"/>
                  <a:gd name="connsiteY3" fmla="*/ 677826 h 677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76866" h="677825">
                    <a:moveTo>
                      <a:pt x="0" y="0"/>
                    </a:moveTo>
                    <a:lnTo>
                      <a:pt x="976866" y="0"/>
                    </a:lnTo>
                    <a:lnTo>
                      <a:pt x="976866" y="677826"/>
                    </a:lnTo>
                    <a:lnTo>
                      <a:pt x="0" y="677826"/>
                    </a:ln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3" name="任意多边形: 形状 92"/>
              <p:cNvSpPr/>
              <p:nvPr/>
            </p:nvSpPr>
            <p:spPr>
              <a:xfrm>
                <a:off x="4905087" y="2782806"/>
                <a:ext cx="976866" cy="677825"/>
              </a:xfrm>
              <a:custGeom>
                <a:avLst/>
                <a:gdLst>
                  <a:gd name="connsiteX0" fmla="*/ 0 w 976866"/>
                  <a:gd name="connsiteY0" fmla="*/ 0 h 677825"/>
                  <a:gd name="connsiteX1" fmla="*/ 976866 w 976866"/>
                  <a:gd name="connsiteY1" fmla="*/ 0 h 677825"/>
                  <a:gd name="connsiteX2" fmla="*/ 976866 w 976866"/>
                  <a:gd name="connsiteY2" fmla="*/ 677826 h 677825"/>
                  <a:gd name="connsiteX3" fmla="*/ 0 w 976866"/>
                  <a:gd name="connsiteY3" fmla="*/ 677826 h 677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76866" h="677825">
                    <a:moveTo>
                      <a:pt x="0" y="0"/>
                    </a:moveTo>
                    <a:lnTo>
                      <a:pt x="976866" y="0"/>
                    </a:lnTo>
                    <a:lnTo>
                      <a:pt x="976866" y="677826"/>
                    </a:lnTo>
                    <a:lnTo>
                      <a:pt x="0" y="677826"/>
                    </a:lnTo>
                    <a:close/>
                  </a:path>
                </a:pathLst>
              </a:custGeom>
              <a:solidFill>
                <a:srgbClr val="E1E6FB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4" name="任意多边形: 形状 93"/>
              <p:cNvSpPr/>
              <p:nvPr/>
            </p:nvSpPr>
            <p:spPr>
              <a:xfrm>
                <a:off x="5104447" y="2875841"/>
                <a:ext cx="558209" cy="13290"/>
              </a:xfrm>
              <a:custGeom>
                <a:avLst/>
                <a:gdLst>
                  <a:gd name="connsiteX0" fmla="*/ 0 w 558209"/>
                  <a:gd name="connsiteY0" fmla="*/ 0 h 13290"/>
                  <a:gd name="connsiteX1" fmla="*/ 558209 w 558209"/>
                  <a:gd name="connsiteY1" fmla="*/ 0 h 13290"/>
                  <a:gd name="connsiteX2" fmla="*/ 558209 w 558209"/>
                  <a:gd name="connsiteY2" fmla="*/ 13291 h 13290"/>
                  <a:gd name="connsiteX3" fmla="*/ 0 w 558209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58209" h="13290">
                    <a:moveTo>
                      <a:pt x="0" y="0"/>
                    </a:moveTo>
                    <a:lnTo>
                      <a:pt x="558209" y="0"/>
                    </a:lnTo>
                    <a:lnTo>
                      <a:pt x="558209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5" name="任意多边形: 形状 94"/>
              <p:cNvSpPr/>
              <p:nvPr/>
            </p:nvSpPr>
            <p:spPr>
              <a:xfrm>
                <a:off x="5104447" y="2909067"/>
                <a:ext cx="458529" cy="13290"/>
              </a:xfrm>
              <a:custGeom>
                <a:avLst/>
                <a:gdLst>
                  <a:gd name="connsiteX0" fmla="*/ 0 w 458529"/>
                  <a:gd name="connsiteY0" fmla="*/ 0 h 13290"/>
                  <a:gd name="connsiteX1" fmla="*/ 458529 w 458529"/>
                  <a:gd name="connsiteY1" fmla="*/ 0 h 13290"/>
                  <a:gd name="connsiteX2" fmla="*/ 458529 w 458529"/>
                  <a:gd name="connsiteY2" fmla="*/ 13291 h 13290"/>
                  <a:gd name="connsiteX3" fmla="*/ 0 w 458529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58529" h="13290">
                    <a:moveTo>
                      <a:pt x="0" y="0"/>
                    </a:moveTo>
                    <a:lnTo>
                      <a:pt x="458529" y="0"/>
                    </a:lnTo>
                    <a:lnTo>
                      <a:pt x="458529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6" name="任意多边形: 形状 95"/>
              <p:cNvSpPr/>
              <p:nvPr/>
            </p:nvSpPr>
            <p:spPr>
              <a:xfrm>
                <a:off x="5104447" y="2935649"/>
                <a:ext cx="604726" cy="13290"/>
              </a:xfrm>
              <a:custGeom>
                <a:avLst/>
                <a:gdLst>
                  <a:gd name="connsiteX0" fmla="*/ 0 w 604726"/>
                  <a:gd name="connsiteY0" fmla="*/ 0 h 13290"/>
                  <a:gd name="connsiteX1" fmla="*/ 604727 w 604726"/>
                  <a:gd name="connsiteY1" fmla="*/ 0 h 13290"/>
                  <a:gd name="connsiteX2" fmla="*/ 604727 w 604726"/>
                  <a:gd name="connsiteY2" fmla="*/ 13291 h 13290"/>
                  <a:gd name="connsiteX3" fmla="*/ 0 w 604726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04726" h="13290">
                    <a:moveTo>
                      <a:pt x="0" y="0"/>
                    </a:moveTo>
                    <a:lnTo>
                      <a:pt x="604727" y="0"/>
                    </a:lnTo>
                    <a:lnTo>
                      <a:pt x="604727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7" name="任意多边形: 形状 96"/>
              <p:cNvSpPr/>
              <p:nvPr/>
            </p:nvSpPr>
            <p:spPr>
              <a:xfrm>
                <a:off x="5104447" y="3022038"/>
                <a:ext cx="265813" cy="13290"/>
              </a:xfrm>
              <a:custGeom>
                <a:avLst/>
                <a:gdLst>
                  <a:gd name="connsiteX0" fmla="*/ 0 w 265813"/>
                  <a:gd name="connsiteY0" fmla="*/ 0 h 13290"/>
                  <a:gd name="connsiteX1" fmla="*/ 265814 w 265813"/>
                  <a:gd name="connsiteY1" fmla="*/ 0 h 13290"/>
                  <a:gd name="connsiteX2" fmla="*/ 265814 w 265813"/>
                  <a:gd name="connsiteY2" fmla="*/ 13291 h 13290"/>
                  <a:gd name="connsiteX3" fmla="*/ 0 w 265813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5813" h="13290">
                    <a:moveTo>
                      <a:pt x="0" y="0"/>
                    </a:moveTo>
                    <a:lnTo>
                      <a:pt x="265814" y="0"/>
                    </a:lnTo>
                    <a:lnTo>
                      <a:pt x="265814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8" name="任意多边形: 形状 97"/>
              <p:cNvSpPr/>
              <p:nvPr/>
            </p:nvSpPr>
            <p:spPr>
              <a:xfrm>
                <a:off x="5104447" y="3055265"/>
                <a:ext cx="405366" cy="13290"/>
              </a:xfrm>
              <a:custGeom>
                <a:avLst/>
                <a:gdLst>
                  <a:gd name="connsiteX0" fmla="*/ 0 w 405366"/>
                  <a:gd name="connsiteY0" fmla="*/ 0 h 13290"/>
                  <a:gd name="connsiteX1" fmla="*/ 405366 w 405366"/>
                  <a:gd name="connsiteY1" fmla="*/ 0 h 13290"/>
                  <a:gd name="connsiteX2" fmla="*/ 405366 w 405366"/>
                  <a:gd name="connsiteY2" fmla="*/ 13291 h 13290"/>
                  <a:gd name="connsiteX3" fmla="*/ 0 w 405366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05366" h="13290">
                    <a:moveTo>
                      <a:pt x="0" y="0"/>
                    </a:moveTo>
                    <a:lnTo>
                      <a:pt x="405366" y="0"/>
                    </a:lnTo>
                    <a:lnTo>
                      <a:pt x="405366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9" name="任意多边形: 形状 98"/>
              <p:cNvSpPr/>
              <p:nvPr/>
            </p:nvSpPr>
            <p:spPr>
              <a:xfrm>
                <a:off x="5104447" y="3081846"/>
                <a:ext cx="378784" cy="13290"/>
              </a:xfrm>
              <a:custGeom>
                <a:avLst/>
                <a:gdLst>
                  <a:gd name="connsiteX0" fmla="*/ 0 w 378784"/>
                  <a:gd name="connsiteY0" fmla="*/ 0 h 13290"/>
                  <a:gd name="connsiteX1" fmla="*/ 378785 w 378784"/>
                  <a:gd name="connsiteY1" fmla="*/ 0 h 13290"/>
                  <a:gd name="connsiteX2" fmla="*/ 378785 w 378784"/>
                  <a:gd name="connsiteY2" fmla="*/ 13291 h 13290"/>
                  <a:gd name="connsiteX3" fmla="*/ 0 w 378784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8784" h="13290">
                    <a:moveTo>
                      <a:pt x="0" y="0"/>
                    </a:moveTo>
                    <a:lnTo>
                      <a:pt x="378785" y="0"/>
                    </a:lnTo>
                    <a:lnTo>
                      <a:pt x="378785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0" name="任意多边形: 形状 99"/>
              <p:cNvSpPr/>
              <p:nvPr/>
            </p:nvSpPr>
            <p:spPr>
              <a:xfrm>
                <a:off x="5104447" y="3174881"/>
                <a:ext cx="265813" cy="13290"/>
              </a:xfrm>
              <a:custGeom>
                <a:avLst/>
                <a:gdLst>
                  <a:gd name="connsiteX0" fmla="*/ 0 w 265813"/>
                  <a:gd name="connsiteY0" fmla="*/ 0 h 13290"/>
                  <a:gd name="connsiteX1" fmla="*/ 265814 w 265813"/>
                  <a:gd name="connsiteY1" fmla="*/ 0 h 13290"/>
                  <a:gd name="connsiteX2" fmla="*/ 265814 w 265813"/>
                  <a:gd name="connsiteY2" fmla="*/ 13291 h 13290"/>
                  <a:gd name="connsiteX3" fmla="*/ 0 w 265813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5813" h="13290">
                    <a:moveTo>
                      <a:pt x="0" y="0"/>
                    </a:moveTo>
                    <a:lnTo>
                      <a:pt x="265814" y="0"/>
                    </a:lnTo>
                    <a:lnTo>
                      <a:pt x="265814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1" name="任意多边形: 形状 100"/>
              <p:cNvSpPr/>
              <p:nvPr/>
            </p:nvSpPr>
            <p:spPr>
              <a:xfrm>
                <a:off x="5104447" y="3208108"/>
                <a:ext cx="405366" cy="13290"/>
              </a:xfrm>
              <a:custGeom>
                <a:avLst/>
                <a:gdLst>
                  <a:gd name="connsiteX0" fmla="*/ 0 w 405366"/>
                  <a:gd name="connsiteY0" fmla="*/ 0 h 13290"/>
                  <a:gd name="connsiteX1" fmla="*/ 405366 w 405366"/>
                  <a:gd name="connsiteY1" fmla="*/ 0 h 13290"/>
                  <a:gd name="connsiteX2" fmla="*/ 405366 w 405366"/>
                  <a:gd name="connsiteY2" fmla="*/ 13291 h 13290"/>
                  <a:gd name="connsiteX3" fmla="*/ 0 w 405366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05366" h="13290">
                    <a:moveTo>
                      <a:pt x="0" y="0"/>
                    </a:moveTo>
                    <a:lnTo>
                      <a:pt x="405366" y="0"/>
                    </a:lnTo>
                    <a:lnTo>
                      <a:pt x="405366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2" name="任意多边形: 形状 101"/>
              <p:cNvSpPr/>
              <p:nvPr/>
            </p:nvSpPr>
            <p:spPr>
              <a:xfrm>
                <a:off x="5104447" y="3234690"/>
                <a:ext cx="378784" cy="13290"/>
              </a:xfrm>
              <a:custGeom>
                <a:avLst/>
                <a:gdLst>
                  <a:gd name="connsiteX0" fmla="*/ 0 w 378784"/>
                  <a:gd name="connsiteY0" fmla="*/ 0 h 13290"/>
                  <a:gd name="connsiteX1" fmla="*/ 378785 w 378784"/>
                  <a:gd name="connsiteY1" fmla="*/ 0 h 13290"/>
                  <a:gd name="connsiteX2" fmla="*/ 378785 w 378784"/>
                  <a:gd name="connsiteY2" fmla="*/ 13291 h 13290"/>
                  <a:gd name="connsiteX3" fmla="*/ 0 w 378784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8784" h="13290">
                    <a:moveTo>
                      <a:pt x="0" y="0"/>
                    </a:moveTo>
                    <a:lnTo>
                      <a:pt x="378785" y="0"/>
                    </a:lnTo>
                    <a:lnTo>
                      <a:pt x="378785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3" name="任意多边形: 形状 102"/>
              <p:cNvSpPr/>
              <p:nvPr/>
            </p:nvSpPr>
            <p:spPr>
              <a:xfrm>
                <a:off x="4978185" y="2869195"/>
                <a:ext cx="86389" cy="86389"/>
              </a:xfrm>
              <a:custGeom>
                <a:avLst/>
                <a:gdLst>
                  <a:gd name="connsiteX0" fmla="*/ 86390 w 86389"/>
                  <a:gd name="connsiteY0" fmla="*/ 43195 h 86389"/>
                  <a:gd name="connsiteX1" fmla="*/ 43195 w 86389"/>
                  <a:gd name="connsiteY1" fmla="*/ 86390 h 86389"/>
                  <a:gd name="connsiteX2" fmla="*/ 0 w 86389"/>
                  <a:gd name="connsiteY2" fmla="*/ 43195 h 86389"/>
                  <a:gd name="connsiteX3" fmla="*/ 43195 w 86389"/>
                  <a:gd name="connsiteY3" fmla="*/ 0 h 86389"/>
                  <a:gd name="connsiteX4" fmla="*/ 86390 w 86389"/>
                  <a:gd name="connsiteY4" fmla="*/ 43195 h 86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6389" h="86389">
                    <a:moveTo>
                      <a:pt x="86390" y="43195"/>
                    </a:moveTo>
                    <a:cubicBezTo>
                      <a:pt x="86390" y="67051"/>
                      <a:pt x="67051" y="86390"/>
                      <a:pt x="43195" y="86390"/>
                    </a:cubicBezTo>
                    <a:cubicBezTo>
                      <a:pt x="19339" y="86390"/>
                      <a:pt x="0" y="67051"/>
                      <a:pt x="0" y="43195"/>
                    </a:cubicBezTo>
                    <a:cubicBezTo>
                      <a:pt x="0" y="19339"/>
                      <a:pt x="19339" y="0"/>
                      <a:pt x="43195" y="0"/>
                    </a:cubicBezTo>
                    <a:cubicBezTo>
                      <a:pt x="67051" y="0"/>
                      <a:pt x="86390" y="19339"/>
                      <a:pt x="86390" y="43195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4" name="任意多边形: 形状 103"/>
              <p:cNvSpPr/>
              <p:nvPr/>
            </p:nvSpPr>
            <p:spPr>
              <a:xfrm>
                <a:off x="4978185" y="3008748"/>
                <a:ext cx="86389" cy="86389"/>
              </a:xfrm>
              <a:custGeom>
                <a:avLst/>
                <a:gdLst>
                  <a:gd name="connsiteX0" fmla="*/ 86390 w 86389"/>
                  <a:gd name="connsiteY0" fmla="*/ 43195 h 86389"/>
                  <a:gd name="connsiteX1" fmla="*/ 43195 w 86389"/>
                  <a:gd name="connsiteY1" fmla="*/ 86390 h 86389"/>
                  <a:gd name="connsiteX2" fmla="*/ 0 w 86389"/>
                  <a:gd name="connsiteY2" fmla="*/ 43195 h 86389"/>
                  <a:gd name="connsiteX3" fmla="*/ 43195 w 86389"/>
                  <a:gd name="connsiteY3" fmla="*/ 0 h 86389"/>
                  <a:gd name="connsiteX4" fmla="*/ 86390 w 86389"/>
                  <a:gd name="connsiteY4" fmla="*/ 43195 h 86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6389" h="86389">
                    <a:moveTo>
                      <a:pt x="86390" y="43195"/>
                    </a:moveTo>
                    <a:cubicBezTo>
                      <a:pt x="86390" y="67051"/>
                      <a:pt x="67051" y="86390"/>
                      <a:pt x="43195" y="86390"/>
                    </a:cubicBezTo>
                    <a:cubicBezTo>
                      <a:pt x="19339" y="86390"/>
                      <a:pt x="0" y="67051"/>
                      <a:pt x="0" y="43195"/>
                    </a:cubicBezTo>
                    <a:cubicBezTo>
                      <a:pt x="0" y="19339"/>
                      <a:pt x="19339" y="0"/>
                      <a:pt x="43195" y="0"/>
                    </a:cubicBezTo>
                    <a:cubicBezTo>
                      <a:pt x="67051" y="0"/>
                      <a:pt x="86390" y="19339"/>
                      <a:pt x="86390" y="43195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5" name="任意多边形: 形状 104"/>
              <p:cNvSpPr/>
              <p:nvPr/>
            </p:nvSpPr>
            <p:spPr>
              <a:xfrm>
                <a:off x="4984831" y="3168236"/>
                <a:ext cx="86389" cy="86389"/>
              </a:xfrm>
              <a:custGeom>
                <a:avLst/>
                <a:gdLst>
                  <a:gd name="connsiteX0" fmla="*/ 86390 w 86389"/>
                  <a:gd name="connsiteY0" fmla="*/ 43195 h 86389"/>
                  <a:gd name="connsiteX1" fmla="*/ 43195 w 86389"/>
                  <a:gd name="connsiteY1" fmla="*/ 86390 h 86389"/>
                  <a:gd name="connsiteX2" fmla="*/ 0 w 86389"/>
                  <a:gd name="connsiteY2" fmla="*/ 43195 h 86389"/>
                  <a:gd name="connsiteX3" fmla="*/ 43195 w 86389"/>
                  <a:gd name="connsiteY3" fmla="*/ 0 h 86389"/>
                  <a:gd name="connsiteX4" fmla="*/ 86390 w 86389"/>
                  <a:gd name="connsiteY4" fmla="*/ 43195 h 86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6389" h="86389">
                    <a:moveTo>
                      <a:pt x="86390" y="43195"/>
                    </a:moveTo>
                    <a:cubicBezTo>
                      <a:pt x="86390" y="67051"/>
                      <a:pt x="67051" y="86390"/>
                      <a:pt x="43195" y="86390"/>
                    </a:cubicBezTo>
                    <a:cubicBezTo>
                      <a:pt x="19339" y="86390"/>
                      <a:pt x="0" y="67051"/>
                      <a:pt x="0" y="43195"/>
                    </a:cubicBezTo>
                    <a:cubicBezTo>
                      <a:pt x="0" y="19339"/>
                      <a:pt x="19339" y="0"/>
                      <a:pt x="43195" y="0"/>
                    </a:cubicBezTo>
                    <a:cubicBezTo>
                      <a:pt x="67051" y="0"/>
                      <a:pt x="86390" y="19339"/>
                      <a:pt x="86390" y="43195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6" name="任意多边形: 形状 105"/>
              <p:cNvSpPr/>
              <p:nvPr/>
            </p:nvSpPr>
            <p:spPr>
              <a:xfrm>
                <a:off x="6898691" y="2782806"/>
                <a:ext cx="485110" cy="13290"/>
              </a:xfrm>
              <a:custGeom>
                <a:avLst/>
                <a:gdLst>
                  <a:gd name="connsiteX0" fmla="*/ 0 w 485110"/>
                  <a:gd name="connsiteY0" fmla="*/ 0 h 13290"/>
                  <a:gd name="connsiteX1" fmla="*/ 485110 w 485110"/>
                  <a:gd name="connsiteY1" fmla="*/ 0 h 13290"/>
                  <a:gd name="connsiteX2" fmla="*/ 485110 w 485110"/>
                  <a:gd name="connsiteY2" fmla="*/ 13291 h 13290"/>
                  <a:gd name="connsiteX3" fmla="*/ 0 w 485110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5110" h="13290">
                    <a:moveTo>
                      <a:pt x="0" y="0"/>
                    </a:moveTo>
                    <a:lnTo>
                      <a:pt x="485110" y="0"/>
                    </a:lnTo>
                    <a:lnTo>
                      <a:pt x="485110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7" name="任意多边形: 形状 106"/>
              <p:cNvSpPr/>
              <p:nvPr/>
            </p:nvSpPr>
            <p:spPr>
              <a:xfrm>
                <a:off x="6898691" y="2855905"/>
                <a:ext cx="485110" cy="13290"/>
              </a:xfrm>
              <a:custGeom>
                <a:avLst/>
                <a:gdLst>
                  <a:gd name="connsiteX0" fmla="*/ 0 w 485110"/>
                  <a:gd name="connsiteY0" fmla="*/ 0 h 13290"/>
                  <a:gd name="connsiteX1" fmla="*/ 485110 w 485110"/>
                  <a:gd name="connsiteY1" fmla="*/ 0 h 13290"/>
                  <a:gd name="connsiteX2" fmla="*/ 485110 w 485110"/>
                  <a:gd name="connsiteY2" fmla="*/ 13291 h 13290"/>
                  <a:gd name="connsiteX3" fmla="*/ 0 w 485110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5110" h="13290">
                    <a:moveTo>
                      <a:pt x="0" y="0"/>
                    </a:moveTo>
                    <a:lnTo>
                      <a:pt x="485110" y="0"/>
                    </a:lnTo>
                    <a:lnTo>
                      <a:pt x="485110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8" name="任意多边形: 形状 107"/>
              <p:cNvSpPr/>
              <p:nvPr/>
            </p:nvSpPr>
            <p:spPr>
              <a:xfrm>
                <a:off x="6898691" y="2929003"/>
                <a:ext cx="485110" cy="13290"/>
              </a:xfrm>
              <a:custGeom>
                <a:avLst/>
                <a:gdLst>
                  <a:gd name="connsiteX0" fmla="*/ 0 w 485110"/>
                  <a:gd name="connsiteY0" fmla="*/ 0 h 13290"/>
                  <a:gd name="connsiteX1" fmla="*/ 485110 w 485110"/>
                  <a:gd name="connsiteY1" fmla="*/ 0 h 13290"/>
                  <a:gd name="connsiteX2" fmla="*/ 485110 w 485110"/>
                  <a:gd name="connsiteY2" fmla="*/ 13291 h 13290"/>
                  <a:gd name="connsiteX3" fmla="*/ 0 w 485110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5110" h="13290">
                    <a:moveTo>
                      <a:pt x="0" y="0"/>
                    </a:moveTo>
                    <a:lnTo>
                      <a:pt x="485110" y="0"/>
                    </a:lnTo>
                    <a:lnTo>
                      <a:pt x="485110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9" name="任意多边形: 形状 108"/>
              <p:cNvSpPr/>
              <p:nvPr/>
            </p:nvSpPr>
            <p:spPr>
              <a:xfrm>
                <a:off x="6898691" y="3002102"/>
                <a:ext cx="485110" cy="13290"/>
              </a:xfrm>
              <a:custGeom>
                <a:avLst/>
                <a:gdLst>
                  <a:gd name="connsiteX0" fmla="*/ 0 w 485110"/>
                  <a:gd name="connsiteY0" fmla="*/ 0 h 13290"/>
                  <a:gd name="connsiteX1" fmla="*/ 485110 w 485110"/>
                  <a:gd name="connsiteY1" fmla="*/ 0 h 13290"/>
                  <a:gd name="connsiteX2" fmla="*/ 485110 w 485110"/>
                  <a:gd name="connsiteY2" fmla="*/ 13291 h 13290"/>
                  <a:gd name="connsiteX3" fmla="*/ 0 w 485110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5110" h="13290">
                    <a:moveTo>
                      <a:pt x="0" y="0"/>
                    </a:moveTo>
                    <a:lnTo>
                      <a:pt x="485110" y="0"/>
                    </a:lnTo>
                    <a:lnTo>
                      <a:pt x="485110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0" name="任意多边形: 形状 109"/>
              <p:cNvSpPr/>
              <p:nvPr/>
            </p:nvSpPr>
            <p:spPr>
              <a:xfrm>
                <a:off x="6898691" y="3075201"/>
                <a:ext cx="485110" cy="13290"/>
              </a:xfrm>
              <a:custGeom>
                <a:avLst/>
                <a:gdLst>
                  <a:gd name="connsiteX0" fmla="*/ 0 w 485110"/>
                  <a:gd name="connsiteY0" fmla="*/ 0 h 13290"/>
                  <a:gd name="connsiteX1" fmla="*/ 485110 w 485110"/>
                  <a:gd name="connsiteY1" fmla="*/ 0 h 13290"/>
                  <a:gd name="connsiteX2" fmla="*/ 485110 w 485110"/>
                  <a:gd name="connsiteY2" fmla="*/ 13291 h 13290"/>
                  <a:gd name="connsiteX3" fmla="*/ 0 w 485110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5110" h="13290">
                    <a:moveTo>
                      <a:pt x="0" y="0"/>
                    </a:moveTo>
                    <a:lnTo>
                      <a:pt x="485110" y="0"/>
                    </a:lnTo>
                    <a:lnTo>
                      <a:pt x="485110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1" name="任意多边形: 形状 110"/>
              <p:cNvSpPr/>
              <p:nvPr/>
            </p:nvSpPr>
            <p:spPr>
              <a:xfrm>
                <a:off x="6898691" y="3148300"/>
                <a:ext cx="485110" cy="13290"/>
              </a:xfrm>
              <a:custGeom>
                <a:avLst/>
                <a:gdLst>
                  <a:gd name="connsiteX0" fmla="*/ 0 w 485110"/>
                  <a:gd name="connsiteY0" fmla="*/ 0 h 13290"/>
                  <a:gd name="connsiteX1" fmla="*/ 485110 w 485110"/>
                  <a:gd name="connsiteY1" fmla="*/ 0 h 13290"/>
                  <a:gd name="connsiteX2" fmla="*/ 485110 w 485110"/>
                  <a:gd name="connsiteY2" fmla="*/ 13291 h 13290"/>
                  <a:gd name="connsiteX3" fmla="*/ 0 w 485110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5110" h="13290">
                    <a:moveTo>
                      <a:pt x="0" y="0"/>
                    </a:moveTo>
                    <a:lnTo>
                      <a:pt x="485110" y="0"/>
                    </a:lnTo>
                    <a:lnTo>
                      <a:pt x="485110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2" name="任意多边形: 形状 111"/>
              <p:cNvSpPr/>
              <p:nvPr/>
            </p:nvSpPr>
            <p:spPr>
              <a:xfrm>
                <a:off x="6898691" y="3221399"/>
                <a:ext cx="485110" cy="13290"/>
              </a:xfrm>
              <a:custGeom>
                <a:avLst/>
                <a:gdLst>
                  <a:gd name="connsiteX0" fmla="*/ 0 w 485110"/>
                  <a:gd name="connsiteY0" fmla="*/ 0 h 13290"/>
                  <a:gd name="connsiteX1" fmla="*/ 485110 w 485110"/>
                  <a:gd name="connsiteY1" fmla="*/ 0 h 13290"/>
                  <a:gd name="connsiteX2" fmla="*/ 485110 w 485110"/>
                  <a:gd name="connsiteY2" fmla="*/ 13291 h 13290"/>
                  <a:gd name="connsiteX3" fmla="*/ 0 w 485110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5110" h="13290">
                    <a:moveTo>
                      <a:pt x="0" y="0"/>
                    </a:moveTo>
                    <a:lnTo>
                      <a:pt x="485110" y="0"/>
                    </a:lnTo>
                    <a:lnTo>
                      <a:pt x="485110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3" name="任意多边形: 形状 112"/>
              <p:cNvSpPr/>
              <p:nvPr/>
            </p:nvSpPr>
            <p:spPr>
              <a:xfrm>
                <a:off x="6898691" y="3294498"/>
                <a:ext cx="485110" cy="13290"/>
              </a:xfrm>
              <a:custGeom>
                <a:avLst/>
                <a:gdLst>
                  <a:gd name="connsiteX0" fmla="*/ 0 w 485110"/>
                  <a:gd name="connsiteY0" fmla="*/ 0 h 13290"/>
                  <a:gd name="connsiteX1" fmla="*/ 485110 w 485110"/>
                  <a:gd name="connsiteY1" fmla="*/ 0 h 13290"/>
                  <a:gd name="connsiteX2" fmla="*/ 485110 w 485110"/>
                  <a:gd name="connsiteY2" fmla="*/ 13291 h 13290"/>
                  <a:gd name="connsiteX3" fmla="*/ 0 w 485110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5110" h="13290">
                    <a:moveTo>
                      <a:pt x="0" y="0"/>
                    </a:moveTo>
                    <a:lnTo>
                      <a:pt x="485110" y="0"/>
                    </a:lnTo>
                    <a:lnTo>
                      <a:pt x="485110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4" name="任意多边形: 形状 113"/>
              <p:cNvSpPr/>
              <p:nvPr/>
            </p:nvSpPr>
            <p:spPr>
              <a:xfrm>
                <a:off x="6898691" y="3367596"/>
                <a:ext cx="485110" cy="13290"/>
              </a:xfrm>
              <a:custGeom>
                <a:avLst/>
                <a:gdLst>
                  <a:gd name="connsiteX0" fmla="*/ 0 w 485110"/>
                  <a:gd name="connsiteY0" fmla="*/ 0 h 13290"/>
                  <a:gd name="connsiteX1" fmla="*/ 485110 w 485110"/>
                  <a:gd name="connsiteY1" fmla="*/ 0 h 13290"/>
                  <a:gd name="connsiteX2" fmla="*/ 485110 w 485110"/>
                  <a:gd name="connsiteY2" fmla="*/ 13291 h 13290"/>
                  <a:gd name="connsiteX3" fmla="*/ 0 w 485110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5110" h="13290">
                    <a:moveTo>
                      <a:pt x="0" y="0"/>
                    </a:moveTo>
                    <a:lnTo>
                      <a:pt x="485110" y="0"/>
                    </a:lnTo>
                    <a:lnTo>
                      <a:pt x="485110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5" name="任意多边形: 形状 114"/>
              <p:cNvSpPr/>
              <p:nvPr/>
            </p:nvSpPr>
            <p:spPr>
              <a:xfrm>
                <a:off x="4380104" y="2310986"/>
                <a:ext cx="3043569" cy="13290"/>
              </a:xfrm>
              <a:custGeom>
                <a:avLst/>
                <a:gdLst>
                  <a:gd name="connsiteX0" fmla="*/ 0 w 3043569"/>
                  <a:gd name="connsiteY0" fmla="*/ 0 h 13290"/>
                  <a:gd name="connsiteX1" fmla="*/ 3043570 w 3043569"/>
                  <a:gd name="connsiteY1" fmla="*/ 0 h 13290"/>
                  <a:gd name="connsiteX2" fmla="*/ 3043570 w 3043569"/>
                  <a:gd name="connsiteY2" fmla="*/ 13291 h 13290"/>
                  <a:gd name="connsiteX3" fmla="*/ 0 w 3043569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043569" h="13290">
                    <a:moveTo>
                      <a:pt x="0" y="0"/>
                    </a:moveTo>
                    <a:lnTo>
                      <a:pt x="3043570" y="0"/>
                    </a:lnTo>
                    <a:lnTo>
                      <a:pt x="3043570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6" name="任意多边形: 形状 115"/>
              <p:cNvSpPr/>
              <p:nvPr/>
            </p:nvSpPr>
            <p:spPr>
              <a:xfrm>
                <a:off x="6991726" y="2404021"/>
                <a:ext cx="299040" cy="299040"/>
              </a:xfrm>
              <a:custGeom>
                <a:avLst/>
                <a:gdLst>
                  <a:gd name="connsiteX0" fmla="*/ 299041 w 299040"/>
                  <a:gd name="connsiteY0" fmla="*/ 149520 h 299040"/>
                  <a:gd name="connsiteX1" fmla="*/ 149520 w 299040"/>
                  <a:gd name="connsiteY1" fmla="*/ 299041 h 299040"/>
                  <a:gd name="connsiteX2" fmla="*/ 0 w 299040"/>
                  <a:gd name="connsiteY2" fmla="*/ 149520 h 299040"/>
                  <a:gd name="connsiteX3" fmla="*/ 149520 w 299040"/>
                  <a:gd name="connsiteY3" fmla="*/ 0 h 299040"/>
                  <a:gd name="connsiteX4" fmla="*/ 299041 w 299040"/>
                  <a:gd name="connsiteY4" fmla="*/ 149520 h 2990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99040" h="299040">
                    <a:moveTo>
                      <a:pt x="299041" y="149520"/>
                    </a:moveTo>
                    <a:cubicBezTo>
                      <a:pt x="299041" y="232098"/>
                      <a:pt x="232098" y="299041"/>
                      <a:pt x="149520" y="299041"/>
                    </a:cubicBezTo>
                    <a:cubicBezTo>
                      <a:pt x="66942" y="299041"/>
                      <a:pt x="0" y="232098"/>
                      <a:pt x="0" y="149520"/>
                    </a:cubicBezTo>
                    <a:cubicBezTo>
                      <a:pt x="0" y="66943"/>
                      <a:pt x="66942" y="0"/>
                      <a:pt x="149520" y="0"/>
                    </a:cubicBezTo>
                    <a:cubicBezTo>
                      <a:pt x="232098" y="0"/>
                      <a:pt x="299041" y="66943"/>
                      <a:pt x="299041" y="149520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117" name="图形 4"/>
            <p:cNvGrpSpPr/>
            <p:nvPr/>
          </p:nvGrpSpPr>
          <p:grpSpPr>
            <a:xfrm>
              <a:off x="6998177" y="969048"/>
              <a:ext cx="962105" cy="1182450"/>
              <a:chOff x="6998177" y="969048"/>
              <a:chExt cx="962105" cy="1182450"/>
            </a:xfrm>
          </p:grpSpPr>
          <p:sp>
            <p:nvSpPr>
              <p:cNvPr id="118" name="任意多边形: 形状 117"/>
              <p:cNvSpPr/>
              <p:nvPr/>
            </p:nvSpPr>
            <p:spPr>
              <a:xfrm>
                <a:off x="7137626" y="1107402"/>
                <a:ext cx="684948" cy="831444"/>
              </a:xfrm>
              <a:custGeom>
                <a:avLst/>
                <a:gdLst>
                  <a:gd name="connsiteX0" fmla="*/ 206232 w 684948"/>
                  <a:gd name="connsiteY0" fmla="*/ 831406 h 831444"/>
                  <a:gd name="connsiteX1" fmla="*/ 206232 w 684948"/>
                  <a:gd name="connsiteY1" fmla="*/ 698499 h 831444"/>
                  <a:gd name="connsiteX2" fmla="*/ 159715 w 684948"/>
                  <a:gd name="connsiteY2" fmla="*/ 638691 h 831444"/>
                  <a:gd name="connsiteX3" fmla="*/ 227 w 684948"/>
                  <a:gd name="connsiteY3" fmla="*/ 326360 h 831444"/>
                  <a:gd name="connsiteX4" fmla="*/ 359075 w 684948"/>
                  <a:gd name="connsiteY4" fmla="*/ 737 h 831444"/>
                  <a:gd name="connsiteX5" fmla="*/ 684698 w 684948"/>
                  <a:gd name="connsiteY5" fmla="*/ 359586 h 831444"/>
                  <a:gd name="connsiteX6" fmla="*/ 511918 w 684948"/>
                  <a:gd name="connsiteY6" fmla="*/ 638691 h 831444"/>
                  <a:gd name="connsiteX7" fmla="*/ 478692 w 684948"/>
                  <a:gd name="connsiteY7" fmla="*/ 678563 h 831444"/>
                  <a:gd name="connsiteX8" fmla="*/ 478692 w 684948"/>
                  <a:gd name="connsiteY8" fmla="*/ 831406 h 8314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84948" h="831444">
                    <a:moveTo>
                      <a:pt x="206232" y="831406"/>
                    </a:moveTo>
                    <a:lnTo>
                      <a:pt x="206232" y="698499"/>
                    </a:lnTo>
                    <a:cubicBezTo>
                      <a:pt x="206232" y="698499"/>
                      <a:pt x="219523" y="665272"/>
                      <a:pt x="159715" y="638691"/>
                    </a:cubicBezTo>
                    <a:cubicBezTo>
                      <a:pt x="99907" y="612110"/>
                      <a:pt x="-6419" y="505784"/>
                      <a:pt x="227" y="326360"/>
                    </a:cubicBezTo>
                    <a:cubicBezTo>
                      <a:pt x="6872" y="146935"/>
                      <a:pt x="173006" y="-12553"/>
                      <a:pt x="359075" y="737"/>
                    </a:cubicBezTo>
                    <a:cubicBezTo>
                      <a:pt x="545145" y="14028"/>
                      <a:pt x="678052" y="160226"/>
                      <a:pt x="684698" y="359586"/>
                    </a:cubicBezTo>
                    <a:cubicBezTo>
                      <a:pt x="691343" y="558947"/>
                      <a:pt x="511918" y="638691"/>
                      <a:pt x="511918" y="638691"/>
                    </a:cubicBezTo>
                    <a:cubicBezTo>
                      <a:pt x="511918" y="638691"/>
                      <a:pt x="478692" y="645336"/>
                      <a:pt x="478692" y="678563"/>
                    </a:cubicBezTo>
                    <a:lnTo>
                      <a:pt x="478692" y="831406"/>
                    </a:ln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9" name="任意多边形: 形状 118"/>
              <p:cNvSpPr/>
              <p:nvPr/>
            </p:nvSpPr>
            <p:spPr>
              <a:xfrm rot="-3447600">
                <a:off x="7098163" y="1168054"/>
                <a:ext cx="13290" cy="132906"/>
              </a:xfrm>
              <a:custGeom>
                <a:avLst/>
                <a:gdLst>
                  <a:gd name="connsiteX0" fmla="*/ -71 w 13290"/>
                  <a:gd name="connsiteY0" fmla="*/ -38 h 132906"/>
                  <a:gd name="connsiteX1" fmla="*/ 13220 w 13290"/>
                  <a:gd name="connsiteY1" fmla="*/ -38 h 132906"/>
                  <a:gd name="connsiteX2" fmla="*/ 13220 w 13290"/>
                  <a:gd name="connsiteY2" fmla="*/ 132869 h 132906"/>
                  <a:gd name="connsiteX3" fmla="*/ -71 w 13290"/>
                  <a:gd name="connsiteY3" fmla="*/ 132869 h 13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290" h="132906">
                    <a:moveTo>
                      <a:pt x="-71" y="-38"/>
                    </a:moveTo>
                    <a:lnTo>
                      <a:pt x="13220" y="-38"/>
                    </a:lnTo>
                    <a:lnTo>
                      <a:pt x="13220" y="132869"/>
                    </a:lnTo>
                    <a:lnTo>
                      <a:pt x="-71" y="132869"/>
                    </a:ln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0" name="任意多边形: 形状 119"/>
              <p:cNvSpPr/>
              <p:nvPr/>
            </p:nvSpPr>
            <p:spPr>
              <a:xfrm rot="-721200">
                <a:off x="7357203" y="968974"/>
                <a:ext cx="13290" cy="132906"/>
              </a:xfrm>
              <a:custGeom>
                <a:avLst/>
                <a:gdLst>
                  <a:gd name="connsiteX0" fmla="*/ -71 w 13290"/>
                  <a:gd name="connsiteY0" fmla="*/ -38 h 132906"/>
                  <a:gd name="connsiteX1" fmla="*/ 13220 w 13290"/>
                  <a:gd name="connsiteY1" fmla="*/ -38 h 132906"/>
                  <a:gd name="connsiteX2" fmla="*/ 13220 w 13290"/>
                  <a:gd name="connsiteY2" fmla="*/ 132869 h 132906"/>
                  <a:gd name="connsiteX3" fmla="*/ -71 w 13290"/>
                  <a:gd name="connsiteY3" fmla="*/ 132869 h 13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290" h="132906">
                    <a:moveTo>
                      <a:pt x="-71" y="-38"/>
                    </a:moveTo>
                    <a:lnTo>
                      <a:pt x="13220" y="-38"/>
                    </a:lnTo>
                    <a:lnTo>
                      <a:pt x="13220" y="132869"/>
                    </a:lnTo>
                    <a:lnTo>
                      <a:pt x="-71" y="132869"/>
                    </a:ln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1" name="任意多边形: 形状 120"/>
              <p:cNvSpPr/>
              <p:nvPr/>
            </p:nvSpPr>
            <p:spPr>
              <a:xfrm rot="1930800">
                <a:off x="7689406" y="1008601"/>
                <a:ext cx="13290" cy="132906"/>
              </a:xfrm>
              <a:custGeom>
                <a:avLst/>
                <a:gdLst>
                  <a:gd name="connsiteX0" fmla="*/ -71 w 13290"/>
                  <a:gd name="connsiteY0" fmla="*/ -38 h 132906"/>
                  <a:gd name="connsiteX1" fmla="*/ 13220 w 13290"/>
                  <a:gd name="connsiteY1" fmla="*/ -38 h 132906"/>
                  <a:gd name="connsiteX2" fmla="*/ 13220 w 13290"/>
                  <a:gd name="connsiteY2" fmla="*/ 132869 h 132906"/>
                  <a:gd name="connsiteX3" fmla="*/ -71 w 13290"/>
                  <a:gd name="connsiteY3" fmla="*/ 132869 h 13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290" h="132906">
                    <a:moveTo>
                      <a:pt x="-71" y="-38"/>
                    </a:moveTo>
                    <a:lnTo>
                      <a:pt x="13220" y="-38"/>
                    </a:lnTo>
                    <a:lnTo>
                      <a:pt x="13220" y="132869"/>
                    </a:lnTo>
                    <a:lnTo>
                      <a:pt x="-71" y="132869"/>
                    </a:ln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2" name="任意多边形: 形状 121"/>
              <p:cNvSpPr/>
              <p:nvPr/>
            </p:nvSpPr>
            <p:spPr>
              <a:xfrm rot="4318200">
                <a:off x="7888391" y="1267727"/>
                <a:ext cx="13290" cy="132906"/>
              </a:xfrm>
              <a:custGeom>
                <a:avLst/>
                <a:gdLst>
                  <a:gd name="connsiteX0" fmla="*/ -71 w 13290"/>
                  <a:gd name="connsiteY0" fmla="*/ -38 h 132906"/>
                  <a:gd name="connsiteX1" fmla="*/ 13220 w 13290"/>
                  <a:gd name="connsiteY1" fmla="*/ -38 h 132906"/>
                  <a:gd name="connsiteX2" fmla="*/ 13220 w 13290"/>
                  <a:gd name="connsiteY2" fmla="*/ 132869 h 132906"/>
                  <a:gd name="connsiteX3" fmla="*/ -71 w 13290"/>
                  <a:gd name="connsiteY3" fmla="*/ 132869 h 13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290" h="132906">
                    <a:moveTo>
                      <a:pt x="-71" y="-38"/>
                    </a:moveTo>
                    <a:lnTo>
                      <a:pt x="13220" y="-38"/>
                    </a:lnTo>
                    <a:lnTo>
                      <a:pt x="13220" y="132869"/>
                    </a:lnTo>
                    <a:lnTo>
                      <a:pt x="-71" y="132869"/>
                    </a:ln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3" name="任意多边形: 形状 122"/>
              <p:cNvSpPr/>
              <p:nvPr/>
            </p:nvSpPr>
            <p:spPr>
              <a:xfrm rot="7316400">
                <a:off x="7849214" y="1600321"/>
                <a:ext cx="13290" cy="132906"/>
              </a:xfrm>
              <a:custGeom>
                <a:avLst/>
                <a:gdLst>
                  <a:gd name="connsiteX0" fmla="*/ -71 w 13290"/>
                  <a:gd name="connsiteY0" fmla="*/ -38 h 132906"/>
                  <a:gd name="connsiteX1" fmla="*/ 13220 w 13290"/>
                  <a:gd name="connsiteY1" fmla="*/ -38 h 132906"/>
                  <a:gd name="connsiteX2" fmla="*/ 13220 w 13290"/>
                  <a:gd name="connsiteY2" fmla="*/ 132869 h 132906"/>
                  <a:gd name="connsiteX3" fmla="*/ -71 w 13290"/>
                  <a:gd name="connsiteY3" fmla="*/ 132869 h 13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290" h="132906">
                    <a:moveTo>
                      <a:pt x="-71" y="-38"/>
                    </a:moveTo>
                    <a:lnTo>
                      <a:pt x="13220" y="-38"/>
                    </a:lnTo>
                    <a:lnTo>
                      <a:pt x="13220" y="132869"/>
                    </a:lnTo>
                    <a:lnTo>
                      <a:pt x="-71" y="132869"/>
                    </a:ln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4" name="任意多边形: 形状 123"/>
              <p:cNvSpPr/>
              <p:nvPr/>
            </p:nvSpPr>
            <p:spPr>
              <a:xfrm rot="-8867400">
                <a:off x="7250883" y="1759397"/>
                <a:ext cx="13290" cy="132906"/>
              </a:xfrm>
              <a:custGeom>
                <a:avLst/>
                <a:gdLst>
                  <a:gd name="connsiteX0" fmla="*/ -71 w 13290"/>
                  <a:gd name="connsiteY0" fmla="*/ -38 h 132906"/>
                  <a:gd name="connsiteX1" fmla="*/ 13220 w 13290"/>
                  <a:gd name="connsiteY1" fmla="*/ -38 h 132906"/>
                  <a:gd name="connsiteX2" fmla="*/ 13220 w 13290"/>
                  <a:gd name="connsiteY2" fmla="*/ 132869 h 132906"/>
                  <a:gd name="connsiteX3" fmla="*/ -71 w 13290"/>
                  <a:gd name="connsiteY3" fmla="*/ 132869 h 13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290" h="132906">
                    <a:moveTo>
                      <a:pt x="-71" y="-38"/>
                    </a:moveTo>
                    <a:lnTo>
                      <a:pt x="13220" y="-38"/>
                    </a:lnTo>
                    <a:lnTo>
                      <a:pt x="13220" y="132869"/>
                    </a:lnTo>
                    <a:lnTo>
                      <a:pt x="-71" y="132869"/>
                    </a:ln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5" name="任意多边形: 形状 124"/>
              <p:cNvSpPr/>
              <p:nvPr/>
            </p:nvSpPr>
            <p:spPr>
              <a:xfrm rot="-6187800">
                <a:off x="7057758" y="1506828"/>
                <a:ext cx="13290" cy="132906"/>
              </a:xfrm>
              <a:custGeom>
                <a:avLst/>
                <a:gdLst>
                  <a:gd name="connsiteX0" fmla="*/ -71 w 13290"/>
                  <a:gd name="connsiteY0" fmla="*/ -38 h 132906"/>
                  <a:gd name="connsiteX1" fmla="*/ 13220 w 13290"/>
                  <a:gd name="connsiteY1" fmla="*/ -38 h 132906"/>
                  <a:gd name="connsiteX2" fmla="*/ 13220 w 13290"/>
                  <a:gd name="connsiteY2" fmla="*/ 132869 h 132906"/>
                  <a:gd name="connsiteX3" fmla="*/ -71 w 13290"/>
                  <a:gd name="connsiteY3" fmla="*/ 132869 h 13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290" h="132906">
                    <a:moveTo>
                      <a:pt x="-71" y="-38"/>
                    </a:moveTo>
                    <a:lnTo>
                      <a:pt x="13220" y="-38"/>
                    </a:lnTo>
                    <a:lnTo>
                      <a:pt x="13220" y="132869"/>
                    </a:lnTo>
                    <a:lnTo>
                      <a:pt x="-71" y="132869"/>
                    </a:ln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6" name="任意多边形: 形状 125"/>
              <p:cNvSpPr/>
              <p:nvPr/>
            </p:nvSpPr>
            <p:spPr>
              <a:xfrm>
                <a:off x="7317348" y="1938846"/>
                <a:ext cx="325622" cy="46517"/>
              </a:xfrm>
              <a:custGeom>
                <a:avLst/>
                <a:gdLst>
                  <a:gd name="connsiteX0" fmla="*/ 302363 w 325622"/>
                  <a:gd name="connsiteY0" fmla="*/ 0 h 46517"/>
                  <a:gd name="connsiteX1" fmla="*/ 325622 w 325622"/>
                  <a:gd name="connsiteY1" fmla="*/ 0 h 46517"/>
                  <a:gd name="connsiteX2" fmla="*/ 325622 w 325622"/>
                  <a:gd name="connsiteY2" fmla="*/ 46518 h 46517"/>
                  <a:gd name="connsiteX3" fmla="*/ 302363 w 325622"/>
                  <a:gd name="connsiteY3" fmla="*/ 46518 h 46517"/>
                  <a:gd name="connsiteX4" fmla="*/ 23259 w 325622"/>
                  <a:gd name="connsiteY4" fmla="*/ 46518 h 46517"/>
                  <a:gd name="connsiteX5" fmla="*/ 0 w 325622"/>
                  <a:gd name="connsiteY5" fmla="*/ 46518 h 46517"/>
                  <a:gd name="connsiteX6" fmla="*/ 0 w 325622"/>
                  <a:gd name="connsiteY6" fmla="*/ 0 h 46517"/>
                  <a:gd name="connsiteX7" fmla="*/ 23259 w 325622"/>
                  <a:gd name="connsiteY7" fmla="*/ 0 h 465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25622" h="46517">
                    <a:moveTo>
                      <a:pt x="302363" y="0"/>
                    </a:moveTo>
                    <a:cubicBezTo>
                      <a:pt x="315209" y="0"/>
                      <a:pt x="325622" y="0"/>
                      <a:pt x="325622" y="0"/>
                    </a:cubicBezTo>
                    <a:lnTo>
                      <a:pt x="325622" y="46518"/>
                    </a:lnTo>
                    <a:cubicBezTo>
                      <a:pt x="325622" y="46518"/>
                      <a:pt x="315209" y="46518"/>
                      <a:pt x="302363" y="46518"/>
                    </a:cubicBezTo>
                    <a:lnTo>
                      <a:pt x="23259" y="46518"/>
                    </a:lnTo>
                    <a:cubicBezTo>
                      <a:pt x="10413" y="46518"/>
                      <a:pt x="0" y="46518"/>
                      <a:pt x="0" y="46518"/>
                    </a:cubicBezTo>
                    <a:lnTo>
                      <a:pt x="0" y="0"/>
                    </a:lnTo>
                    <a:cubicBezTo>
                      <a:pt x="0" y="0"/>
                      <a:pt x="10413" y="0"/>
                      <a:pt x="23259" y="0"/>
                    </a:cubicBez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7" name="任意多边形: 形状 126"/>
              <p:cNvSpPr/>
              <p:nvPr/>
            </p:nvSpPr>
            <p:spPr>
              <a:xfrm>
                <a:off x="7323993" y="2025236"/>
                <a:ext cx="312331" cy="46517"/>
              </a:xfrm>
              <a:custGeom>
                <a:avLst/>
                <a:gdLst>
                  <a:gd name="connsiteX0" fmla="*/ 289073 w 312331"/>
                  <a:gd name="connsiteY0" fmla="*/ 0 h 46517"/>
                  <a:gd name="connsiteX1" fmla="*/ 312331 w 312331"/>
                  <a:gd name="connsiteY1" fmla="*/ 0 h 46517"/>
                  <a:gd name="connsiteX2" fmla="*/ 312331 w 312331"/>
                  <a:gd name="connsiteY2" fmla="*/ 46518 h 46517"/>
                  <a:gd name="connsiteX3" fmla="*/ 289073 w 312331"/>
                  <a:gd name="connsiteY3" fmla="*/ 46518 h 46517"/>
                  <a:gd name="connsiteX4" fmla="*/ 23259 w 312331"/>
                  <a:gd name="connsiteY4" fmla="*/ 46518 h 46517"/>
                  <a:gd name="connsiteX5" fmla="*/ 0 w 312331"/>
                  <a:gd name="connsiteY5" fmla="*/ 46518 h 46517"/>
                  <a:gd name="connsiteX6" fmla="*/ 0 w 312331"/>
                  <a:gd name="connsiteY6" fmla="*/ 0 h 46517"/>
                  <a:gd name="connsiteX7" fmla="*/ 23259 w 312331"/>
                  <a:gd name="connsiteY7" fmla="*/ 0 h 465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12331" h="46517">
                    <a:moveTo>
                      <a:pt x="289073" y="0"/>
                    </a:moveTo>
                    <a:cubicBezTo>
                      <a:pt x="301918" y="0"/>
                      <a:pt x="312331" y="0"/>
                      <a:pt x="312331" y="0"/>
                    </a:cubicBezTo>
                    <a:lnTo>
                      <a:pt x="312331" y="46518"/>
                    </a:lnTo>
                    <a:cubicBezTo>
                      <a:pt x="312331" y="46518"/>
                      <a:pt x="301918" y="46518"/>
                      <a:pt x="289073" y="46518"/>
                    </a:cubicBezTo>
                    <a:lnTo>
                      <a:pt x="23259" y="46518"/>
                    </a:lnTo>
                    <a:cubicBezTo>
                      <a:pt x="10413" y="46518"/>
                      <a:pt x="0" y="46518"/>
                      <a:pt x="0" y="46518"/>
                    </a:cubicBezTo>
                    <a:lnTo>
                      <a:pt x="0" y="0"/>
                    </a:lnTo>
                    <a:cubicBezTo>
                      <a:pt x="0" y="0"/>
                      <a:pt x="10413" y="0"/>
                      <a:pt x="23259" y="0"/>
                    </a:cubicBez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8" name="任意多边形: 形状 127"/>
              <p:cNvSpPr/>
              <p:nvPr/>
            </p:nvSpPr>
            <p:spPr>
              <a:xfrm>
                <a:off x="7323993" y="1985364"/>
                <a:ext cx="312331" cy="39872"/>
              </a:xfrm>
              <a:custGeom>
                <a:avLst/>
                <a:gdLst>
                  <a:gd name="connsiteX0" fmla="*/ 292395 w 312331"/>
                  <a:gd name="connsiteY0" fmla="*/ 0 h 39872"/>
                  <a:gd name="connsiteX1" fmla="*/ 312331 w 312331"/>
                  <a:gd name="connsiteY1" fmla="*/ 0 h 39872"/>
                  <a:gd name="connsiteX2" fmla="*/ 312331 w 312331"/>
                  <a:gd name="connsiteY2" fmla="*/ 39872 h 39872"/>
                  <a:gd name="connsiteX3" fmla="*/ 292395 w 312331"/>
                  <a:gd name="connsiteY3" fmla="*/ 39872 h 39872"/>
                  <a:gd name="connsiteX4" fmla="*/ 19936 w 312331"/>
                  <a:gd name="connsiteY4" fmla="*/ 39872 h 39872"/>
                  <a:gd name="connsiteX5" fmla="*/ 0 w 312331"/>
                  <a:gd name="connsiteY5" fmla="*/ 39872 h 39872"/>
                  <a:gd name="connsiteX6" fmla="*/ 0 w 312331"/>
                  <a:gd name="connsiteY6" fmla="*/ 0 h 39872"/>
                  <a:gd name="connsiteX7" fmla="*/ 19936 w 312331"/>
                  <a:gd name="connsiteY7" fmla="*/ 0 h 398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12331" h="39872">
                    <a:moveTo>
                      <a:pt x="292395" y="0"/>
                    </a:moveTo>
                    <a:cubicBezTo>
                      <a:pt x="303406" y="0"/>
                      <a:pt x="312331" y="0"/>
                      <a:pt x="312331" y="0"/>
                    </a:cubicBezTo>
                    <a:lnTo>
                      <a:pt x="312331" y="39872"/>
                    </a:lnTo>
                    <a:cubicBezTo>
                      <a:pt x="312331" y="39872"/>
                      <a:pt x="303406" y="39872"/>
                      <a:pt x="292395" y="39872"/>
                    </a:cubicBezTo>
                    <a:lnTo>
                      <a:pt x="19936" y="39872"/>
                    </a:lnTo>
                    <a:cubicBezTo>
                      <a:pt x="8925" y="39872"/>
                      <a:pt x="0" y="39872"/>
                      <a:pt x="0" y="39872"/>
                    </a:cubicBezTo>
                    <a:lnTo>
                      <a:pt x="0" y="0"/>
                    </a:lnTo>
                    <a:cubicBezTo>
                      <a:pt x="0" y="0"/>
                      <a:pt x="8925" y="0"/>
                      <a:pt x="199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9" name="任意多边形: 形状 128"/>
              <p:cNvSpPr/>
              <p:nvPr/>
            </p:nvSpPr>
            <p:spPr>
              <a:xfrm>
                <a:off x="7357220" y="2071753"/>
                <a:ext cx="244150" cy="79744"/>
              </a:xfrm>
              <a:custGeom>
                <a:avLst/>
                <a:gdLst>
                  <a:gd name="connsiteX0" fmla="*/ -71 w 244150"/>
                  <a:gd name="connsiteY0" fmla="*/ -38 h 79744"/>
                  <a:gd name="connsiteX1" fmla="*/ 244080 w 244150"/>
                  <a:gd name="connsiteY1" fmla="*/ -38 h 79744"/>
                  <a:gd name="connsiteX2" fmla="*/ 126191 w 244150"/>
                  <a:gd name="connsiteY2" fmla="*/ 79706 h 79744"/>
                  <a:gd name="connsiteX3" fmla="*/ -71 w 244150"/>
                  <a:gd name="connsiteY3" fmla="*/ -38 h 797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4150" h="79744">
                    <a:moveTo>
                      <a:pt x="-71" y="-38"/>
                    </a:moveTo>
                    <a:lnTo>
                      <a:pt x="244080" y="-38"/>
                    </a:lnTo>
                    <a:cubicBezTo>
                      <a:pt x="244080" y="-38"/>
                      <a:pt x="239162" y="79706"/>
                      <a:pt x="126191" y="79706"/>
                    </a:cubicBezTo>
                    <a:cubicBezTo>
                      <a:pt x="13220" y="79706"/>
                      <a:pt x="19865" y="33189"/>
                      <a:pt x="-71" y="-38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130" name="图形 4"/>
            <p:cNvGrpSpPr/>
            <p:nvPr/>
          </p:nvGrpSpPr>
          <p:grpSpPr>
            <a:xfrm>
              <a:off x="7441272" y="2902422"/>
              <a:ext cx="937948" cy="544918"/>
              <a:chOff x="7441272" y="2902422"/>
              <a:chExt cx="937948" cy="544918"/>
            </a:xfrm>
          </p:grpSpPr>
          <p:sp>
            <p:nvSpPr>
              <p:cNvPr id="131" name="任意多边形: 形状 130"/>
              <p:cNvSpPr/>
              <p:nvPr/>
            </p:nvSpPr>
            <p:spPr>
              <a:xfrm>
                <a:off x="7494435" y="2902422"/>
                <a:ext cx="884785" cy="544918"/>
              </a:xfrm>
              <a:custGeom>
                <a:avLst/>
                <a:gdLst>
                  <a:gd name="connsiteX0" fmla="*/ 78888 w 884785"/>
                  <a:gd name="connsiteY0" fmla="*/ -38 h 544918"/>
                  <a:gd name="connsiteX1" fmla="*/ 860181 w 884785"/>
                  <a:gd name="connsiteY1" fmla="*/ -38 h 544918"/>
                  <a:gd name="connsiteX2" fmla="*/ 884715 w 884785"/>
                  <a:gd name="connsiteY2" fmla="*/ 24472 h 544918"/>
                  <a:gd name="connsiteX3" fmla="*/ 884570 w 884785"/>
                  <a:gd name="connsiteY3" fmla="*/ 27141 h 544918"/>
                  <a:gd name="connsiteX4" fmla="*/ 830144 w 884785"/>
                  <a:gd name="connsiteY4" fmla="*/ 523017 h 544918"/>
                  <a:gd name="connsiteX5" fmla="*/ 805756 w 884785"/>
                  <a:gd name="connsiteY5" fmla="*/ 544880 h 544918"/>
                  <a:gd name="connsiteX6" fmla="*/ 24462 w 884785"/>
                  <a:gd name="connsiteY6" fmla="*/ 544880 h 544918"/>
                  <a:gd name="connsiteX7" fmla="*/ -71 w 884785"/>
                  <a:gd name="connsiteY7" fmla="*/ 520371 h 544918"/>
                  <a:gd name="connsiteX8" fmla="*/ 74 w 884785"/>
                  <a:gd name="connsiteY8" fmla="*/ 517701 h 544918"/>
                  <a:gd name="connsiteX9" fmla="*/ 54499 w 884785"/>
                  <a:gd name="connsiteY9" fmla="*/ 21825 h 544918"/>
                  <a:gd name="connsiteX10" fmla="*/ 78888 w 884785"/>
                  <a:gd name="connsiteY10" fmla="*/ -38 h 5449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84785" h="544918">
                    <a:moveTo>
                      <a:pt x="78888" y="-38"/>
                    </a:moveTo>
                    <a:lnTo>
                      <a:pt x="860181" y="-38"/>
                    </a:lnTo>
                    <a:cubicBezTo>
                      <a:pt x="873724" y="-45"/>
                      <a:pt x="884708" y="10929"/>
                      <a:pt x="884715" y="24472"/>
                    </a:cubicBezTo>
                    <a:cubicBezTo>
                      <a:pt x="884715" y="25363"/>
                      <a:pt x="884667" y="26255"/>
                      <a:pt x="884570" y="27141"/>
                    </a:cubicBezTo>
                    <a:lnTo>
                      <a:pt x="830144" y="523017"/>
                    </a:lnTo>
                    <a:cubicBezTo>
                      <a:pt x="828758" y="535447"/>
                      <a:pt x="818263" y="544856"/>
                      <a:pt x="805756" y="544880"/>
                    </a:cubicBezTo>
                    <a:lnTo>
                      <a:pt x="24462" y="544880"/>
                    </a:lnTo>
                    <a:cubicBezTo>
                      <a:pt x="10920" y="544887"/>
                      <a:pt x="-64" y="533913"/>
                      <a:pt x="-71" y="520371"/>
                    </a:cubicBezTo>
                    <a:cubicBezTo>
                      <a:pt x="-71" y="519479"/>
                      <a:pt x="-23" y="518588"/>
                      <a:pt x="74" y="517701"/>
                    </a:cubicBezTo>
                    <a:lnTo>
                      <a:pt x="54499" y="21825"/>
                    </a:lnTo>
                    <a:cubicBezTo>
                      <a:pt x="55857" y="9380"/>
                      <a:pt x="66369" y="-44"/>
                      <a:pt x="78888" y="-38"/>
                    </a:cubicBezTo>
                    <a:close/>
                  </a:path>
                </a:pathLst>
              </a:custGeom>
              <a:solidFill>
                <a:srgbClr val="E1E6FB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2" name="任意多边形: 形状 131"/>
              <p:cNvSpPr/>
              <p:nvPr/>
            </p:nvSpPr>
            <p:spPr>
              <a:xfrm>
                <a:off x="7441272" y="2902422"/>
                <a:ext cx="884785" cy="544918"/>
              </a:xfrm>
              <a:custGeom>
                <a:avLst/>
                <a:gdLst>
                  <a:gd name="connsiteX0" fmla="*/ 78888 w 884785"/>
                  <a:gd name="connsiteY0" fmla="*/ -38 h 544918"/>
                  <a:gd name="connsiteX1" fmla="*/ 860181 w 884785"/>
                  <a:gd name="connsiteY1" fmla="*/ -38 h 544918"/>
                  <a:gd name="connsiteX2" fmla="*/ 884715 w 884785"/>
                  <a:gd name="connsiteY2" fmla="*/ 24472 h 544918"/>
                  <a:gd name="connsiteX3" fmla="*/ 884570 w 884785"/>
                  <a:gd name="connsiteY3" fmla="*/ 27141 h 544918"/>
                  <a:gd name="connsiteX4" fmla="*/ 830144 w 884785"/>
                  <a:gd name="connsiteY4" fmla="*/ 523017 h 544918"/>
                  <a:gd name="connsiteX5" fmla="*/ 805756 w 884785"/>
                  <a:gd name="connsiteY5" fmla="*/ 544880 h 544918"/>
                  <a:gd name="connsiteX6" fmla="*/ 24462 w 884785"/>
                  <a:gd name="connsiteY6" fmla="*/ 544880 h 544918"/>
                  <a:gd name="connsiteX7" fmla="*/ -71 w 884785"/>
                  <a:gd name="connsiteY7" fmla="*/ 520371 h 544918"/>
                  <a:gd name="connsiteX8" fmla="*/ 74 w 884785"/>
                  <a:gd name="connsiteY8" fmla="*/ 517701 h 544918"/>
                  <a:gd name="connsiteX9" fmla="*/ 54499 w 884785"/>
                  <a:gd name="connsiteY9" fmla="*/ 21825 h 544918"/>
                  <a:gd name="connsiteX10" fmla="*/ 78888 w 884785"/>
                  <a:gd name="connsiteY10" fmla="*/ -38 h 5449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84785" h="544918">
                    <a:moveTo>
                      <a:pt x="78888" y="-38"/>
                    </a:moveTo>
                    <a:lnTo>
                      <a:pt x="860181" y="-38"/>
                    </a:lnTo>
                    <a:cubicBezTo>
                      <a:pt x="873724" y="-45"/>
                      <a:pt x="884708" y="10929"/>
                      <a:pt x="884715" y="24472"/>
                    </a:cubicBezTo>
                    <a:cubicBezTo>
                      <a:pt x="884715" y="25363"/>
                      <a:pt x="884667" y="26255"/>
                      <a:pt x="884570" y="27141"/>
                    </a:cubicBezTo>
                    <a:lnTo>
                      <a:pt x="830144" y="523017"/>
                    </a:lnTo>
                    <a:cubicBezTo>
                      <a:pt x="828758" y="535447"/>
                      <a:pt x="818263" y="544856"/>
                      <a:pt x="805756" y="544880"/>
                    </a:cubicBezTo>
                    <a:lnTo>
                      <a:pt x="24462" y="544880"/>
                    </a:lnTo>
                    <a:cubicBezTo>
                      <a:pt x="10920" y="544887"/>
                      <a:pt x="-64" y="533913"/>
                      <a:pt x="-71" y="520371"/>
                    </a:cubicBezTo>
                    <a:cubicBezTo>
                      <a:pt x="-71" y="519479"/>
                      <a:pt x="-23" y="518588"/>
                      <a:pt x="74" y="517701"/>
                    </a:cubicBezTo>
                    <a:lnTo>
                      <a:pt x="54499" y="21825"/>
                    </a:lnTo>
                    <a:cubicBezTo>
                      <a:pt x="55857" y="9380"/>
                      <a:pt x="66369" y="-44"/>
                      <a:pt x="78888" y="-38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3" name="任意多边形: 形状 132"/>
              <p:cNvSpPr/>
              <p:nvPr/>
            </p:nvSpPr>
            <p:spPr>
              <a:xfrm>
                <a:off x="7510063" y="2904615"/>
                <a:ext cx="801694" cy="296847"/>
              </a:xfrm>
              <a:custGeom>
                <a:avLst/>
                <a:gdLst>
                  <a:gd name="connsiteX0" fmla="*/ 0 w 801694"/>
                  <a:gd name="connsiteY0" fmla="*/ 0 h 296847"/>
                  <a:gd name="connsiteX1" fmla="*/ 320439 w 801694"/>
                  <a:gd name="connsiteY1" fmla="*/ 296848 h 296847"/>
                  <a:gd name="connsiteX2" fmla="*/ 801695 w 801694"/>
                  <a:gd name="connsiteY2" fmla="*/ 0 h 296847"/>
                  <a:gd name="connsiteX3" fmla="*/ 0 w 801694"/>
                  <a:gd name="connsiteY3" fmla="*/ 0 h 296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01694" h="296847">
                    <a:moveTo>
                      <a:pt x="0" y="0"/>
                    </a:moveTo>
                    <a:lnTo>
                      <a:pt x="320439" y="296848"/>
                    </a:lnTo>
                    <a:lnTo>
                      <a:pt x="80169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134" name="图形 4"/>
            <p:cNvGrpSpPr/>
            <p:nvPr/>
          </p:nvGrpSpPr>
          <p:grpSpPr>
            <a:xfrm>
              <a:off x="5888186" y="4407461"/>
              <a:ext cx="1170345" cy="518337"/>
              <a:chOff x="5888186" y="4407461"/>
              <a:chExt cx="1170345" cy="518337"/>
            </a:xfrm>
          </p:grpSpPr>
          <p:sp>
            <p:nvSpPr>
              <p:cNvPr id="135" name="任意多边形: 形状 134"/>
              <p:cNvSpPr/>
              <p:nvPr/>
            </p:nvSpPr>
            <p:spPr>
              <a:xfrm>
                <a:off x="5968076" y="4738109"/>
                <a:ext cx="1090455" cy="187688"/>
              </a:xfrm>
              <a:custGeom>
                <a:avLst/>
                <a:gdLst>
                  <a:gd name="connsiteX0" fmla="*/ 990020 w 1090455"/>
                  <a:gd name="connsiteY0" fmla="*/ 187650 h 187688"/>
                  <a:gd name="connsiteX1" fmla="*/ 44586 w 1090455"/>
                  <a:gd name="connsiteY1" fmla="*/ 184461 h 187688"/>
                  <a:gd name="connsiteX2" fmla="*/ -71 w 1090455"/>
                  <a:gd name="connsiteY2" fmla="*/ 158544 h 187688"/>
                  <a:gd name="connsiteX3" fmla="*/ 395 w 1090455"/>
                  <a:gd name="connsiteY3" fmla="*/ 32282 h 187688"/>
                  <a:gd name="connsiteX4" fmla="*/ 44652 w 1090455"/>
                  <a:gd name="connsiteY4" fmla="*/ 11150 h 187688"/>
                  <a:gd name="connsiteX5" fmla="*/ 983973 w 1090455"/>
                  <a:gd name="connsiteY5" fmla="*/ 1714 h 187688"/>
                  <a:gd name="connsiteX6" fmla="*/ 1047967 w 1090455"/>
                  <a:gd name="connsiteY6" fmla="*/ 8359 h 187688"/>
                  <a:gd name="connsiteX7" fmla="*/ 1029892 w 1090455"/>
                  <a:gd name="connsiteY7" fmla="*/ 181537 h 187688"/>
                  <a:gd name="connsiteX8" fmla="*/ 990020 w 1090455"/>
                  <a:gd name="connsiteY8" fmla="*/ 187650 h 187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90455" h="187688">
                    <a:moveTo>
                      <a:pt x="990020" y="187650"/>
                    </a:moveTo>
                    <a:lnTo>
                      <a:pt x="44586" y="184461"/>
                    </a:lnTo>
                    <a:cubicBezTo>
                      <a:pt x="19865" y="184461"/>
                      <a:pt x="-137" y="183265"/>
                      <a:pt x="-71" y="158544"/>
                    </a:cubicBezTo>
                    <a:lnTo>
                      <a:pt x="395" y="32282"/>
                    </a:lnTo>
                    <a:cubicBezTo>
                      <a:pt x="395" y="7827"/>
                      <a:pt x="20331" y="11416"/>
                      <a:pt x="44652" y="11150"/>
                    </a:cubicBezTo>
                    <a:lnTo>
                      <a:pt x="983973" y="1714"/>
                    </a:lnTo>
                    <a:cubicBezTo>
                      <a:pt x="995735" y="2378"/>
                      <a:pt x="1015472" y="-5796"/>
                      <a:pt x="1047967" y="8359"/>
                    </a:cubicBezTo>
                    <a:cubicBezTo>
                      <a:pt x="1091694" y="27099"/>
                      <a:pt x="1123060" y="141997"/>
                      <a:pt x="1029892" y="181537"/>
                    </a:cubicBezTo>
                    <a:cubicBezTo>
                      <a:pt x="1016881" y="185101"/>
                      <a:pt x="1003502" y="187153"/>
                      <a:pt x="990020" y="187650"/>
                    </a:cubicBez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6" name="任意多边形: 形状 135"/>
              <p:cNvSpPr/>
              <p:nvPr/>
            </p:nvSpPr>
            <p:spPr>
              <a:xfrm>
                <a:off x="5968077" y="4765089"/>
                <a:ext cx="284155" cy="132399"/>
              </a:xfrm>
              <a:custGeom>
                <a:avLst/>
                <a:gdLst>
                  <a:gd name="connsiteX0" fmla="*/ 15480 w 284155"/>
                  <a:gd name="connsiteY0" fmla="*/ 131431 h 132399"/>
                  <a:gd name="connsiteX1" fmla="*/ 268468 w 284155"/>
                  <a:gd name="connsiteY1" fmla="*/ 132361 h 132399"/>
                  <a:gd name="connsiteX2" fmla="*/ 284084 w 284155"/>
                  <a:gd name="connsiteY2" fmla="*/ 116811 h 132399"/>
                  <a:gd name="connsiteX3" fmla="*/ 284084 w 284155"/>
                  <a:gd name="connsiteY3" fmla="*/ 16732 h 132399"/>
                  <a:gd name="connsiteX4" fmla="*/ 268534 w 284155"/>
                  <a:gd name="connsiteY4" fmla="*/ 1116 h 132399"/>
                  <a:gd name="connsiteX5" fmla="*/ 15612 w 284155"/>
                  <a:gd name="connsiteY5" fmla="*/ 252 h 132399"/>
                  <a:gd name="connsiteX6" fmla="*/ 62 w 284155"/>
                  <a:gd name="connsiteY6" fmla="*/ 983 h 132399"/>
                  <a:gd name="connsiteX7" fmla="*/ -71 w 284155"/>
                  <a:gd name="connsiteY7" fmla="*/ 130899 h 132399"/>
                  <a:gd name="connsiteX8" fmla="*/ 15480 w 284155"/>
                  <a:gd name="connsiteY8" fmla="*/ 131431 h 132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84155" h="132399">
                    <a:moveTo>
                      <a:pt x="15480" y="131431"/>
                    </a:moveTo>
                    <a:lnTo>
                      <a:pt x="268468" y="132361"/>
                    </a:lnTo>
                    <a:cubicBezTo>
                      <a:pt x="277066" y="132361"/>
                      <a:pt x="284048" y="125410"/>
                      <a:pt x="284084" y="116811"/>
                    </a:cubicBezTo>
                    <a:lnTo>
                      <a:pt x="284084" y="16732"/>
                    </a:lnTo>
                    <a:cubicBezTo>
                      <a:pt x="284084" y="8134"/>
                      <a:pt x="277133" y="1152"/>
                      <a:pt x="268534" y="1116"/>
                    </a:cubicBezTo>
                    <a:lnTo>
                      <a:pt x="15612" y="252"/>
                    </a:lnTo>
                    <a:cubicBezTo>
                      <a:pt x="10422" y="-305"/>
                      <a:pt x="5177" y="-59"/>
                      <a:pt x="62" y="983"/>
                    </a:cubicBezTo>
                    <a:lnTo>
                      <a:pt x="-71" y="130899"/>
                    </a:lnTo>
                    <a:cubicBezTo>
                      <a:pt x="5095" y="131431"/>
                      <a:pt x="10290" y="131608"/>
                      <a:pt x="15480" y="131431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7" name="任意多边形: 形状 136"/>
              <p:cNvSpPr/>
              <p:nvPr/>
            </p:nvSpPr>
            <p:spPr>
              <a:xfrm>
                <a:off x="5968196" y="4564424"/>
                <a:ext cx="1089717" cy="186069"/>
              </a:xfrm>
              <a:custGeom>
                <a:avLst/>
                <a:gdLst>
                  <a:gd name="connsiteX0" fmla="*/ 99490 w 1089717"/>
                  <a:gd name="connsiteY0" fmla="*/ -38 h 186069"/>
                  <a:gd name="connsiteX1" fmla="*/ 1044857 w 1089717"/>
                  <a:gd name="connsiteY1" fmla="*/ -38 h 186069"/>
                  <a:gd name="connsiteX2" fmla="*/ 1089647 w 1089717"/>
                  <a:gd name="connsiteY2" fmla="*/ 25746 h 186069"/>
                  <a:gd name="connsiteX3" fmla="*/ 1089647 w 1089717"/>
                  <a:gd name="connsiteY3" fmla="*/ 152007 h 186069"/>
                  <a:gd name="connsiteX4" fmla="*/ 1045455 w 1089717"/>
                  <a:gd name="connsiteY4" fmla="*/ 173273 h 186069"/>
                  <a:gd name="connsiteX5" fmla="*/ 106135 w 1089717"/>
                  <a:gd name="connsiteY5" fmla="*/ 186032 h 186069"/>
                  <a:gd name="connsiteX6" fmla="*/ 44201 w 1089717"/>
                  <a:gd name="connsiteY6" fmla="*/ 170282 h 186069"/>
                  <a:gd name="connsiteX7" fmla="*/ 59618 w 1089717"/>
                  <a:gd name="connsiteY7" fmla="*/ 6607 h 186069"/>
                  <a:gd name="connsiteX8" fmla="*/ 99490 w 1089717"/>
                  <a:gd name="connsiteY8" fmla="*/ -38 h 186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89717" h="186069">
                    <a:moveTo>
                      <a:pt x="99490" y="-38"/>
                    </a:moveTo>
                    <a:lnTo>
                      <a:pt x="1044857" y="-38"/>
                    </a:lnTo>
                    <a:cubicBezTo>
                      <a:pt x="1069578" y="-38"/>
                      <a:pt x="1089647" y="1025"/>
                      <a:pt x="1089647" y="25746"/>
                    </a:cubicBezTo>
                    <a:lnTo>
                      <a:pt x="1089647" y="152007"/>
                    </a:lnTo>
                    <a:cubicBezTo>
                      <a:pt x="1089647" y="176462"/>
                      <a:pt x="1069711" y="172940"/>
                      <a:pt x="1045455" y="173273"/>
                    </a:cubicBezTo>
                    <a:lnTo>
                      <a:pt x="106135" y="186032"/>
                    </a:lnTo>
                    <a:cubicBezTo>
                      <a:pt x="94440" y="185500"/>
                      <a:pt x="74637" y="180649"/>
                      <a:pt x="44201" y="170282"/>
                    </a:cubicBezTo>
                    <a:cubicBezTo>
                      <a:pt x="-855" y="154998"/>
                      <a:pt x="-33417" y="46479"/>
                      <a:pt x="59618" y="6607"/>
                    </a:cubicBezTo>
                    <a:cubicBezTo>
                      <a:pt x="72609" y="2864"/>
                      <a:pt x="85988" y="634"/>
                      <a:pt x="99490" y="-38"/>
                    </a:cubicBezTo>
                    <a:close/>
                  </a:path>
                </a:pathLst>
              </a:custGeom>
              <a:solidFill>
                <a:srgbClr val="EAEDFB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8" name="任意多边形: 形状 137"/>
              <p:cNvSpPr/>
              <p:nvPr/>
            </p:nvSpPr>
            <p:spPr>
              <a:xfrm>
                <a:off x="6773825" y="4590188"/>
                <a:ext cx="284088" cy="131653"/>
              </a:xfrm>
              <a:custGeom>
                <a:avLst/>
                <a:gdLst>
                  <a:gd name="connsiteX0" fmla="*/ 268468 w 284088"/>
                  <a:gd name="connsiteY0" fmla="*/ 115 h 131653"/>
                  <a:gd name="connsiteX1" fmla="*/ 15546 w 284088"/>
                  <a:gd name="connsiteY1" fmla="*/ 115 h 131653"/>
                  <a:gd name="connsiteX2" fmla="*/ -71 w 284088"/>
                  <a:gd name="connsiteY2" fmla="*/ 15665 h 131653"/>
                  <a:gd name="connsiteX3" fmla="*/ -71 w 284088"/>
                  <a:gd name="connsiteY3" fmla="*/ 115810 h 131653"/>
                  <a:gd name="connsiteX4" fmla="*/ 15546 w 284088"/>
                  <a:gd name="connsiteY4" fmla="*/ 131360 h 131653"/>
                  <a:gd name="connsiteX5" fmla="*/ 268468 w 284088"/>
                  <a:gd name="connsiteY5" fmla="*/ 131360 h 131653"/>
                  <a:gd name="connsiteX6" fmla="*/ 284018 w 284088"/>
                  <a:gd name="connsiteY6" fmla="*/ 130563 h 131653"/>
                  <a:gd name="connsiteX7" fmla="*/ 284018 w 284088"/>
                  <a:gd name="connsiteY7" fmla="*/ 447 h 131653"/>
                  <a:gd name="connsiteX8" fmla="*/ 268468 w 284088"/>
                  <a:gd name="connsiteY8" fmla="*/ 115 h 131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84088" h="131653">
                    <a:moveTo>
                      <a:pt x="268468" y="115"/>
                    </a:moveTo>
                    <a:lnTo>
                      <a:pt x="15546" y="115"/>
                    </a:lnTo>
                    <a:cubicBezTo>
                      <a:pt x="6947" y="115"/>
                      <a:pt x="-34" y="7066"/>
                      <a:pt x="-71" y="15665"/>
                    </a:cubicBezTo>
                    <a:lnTo>
                      <a:pt x="-71" y="115810"/>
                    </a:lnTo>
                    <a:cubicBezTo>
                      <a:pt x="-34" y="124409"/>
                      <a:pt x="6947" y="131360"/>
                      <a:pt x="15546" y="131360"/>
                    </a:cubicBezTo>
                    <a:lnTo>
                      <a:pt x="268468" y="131360"/>
                    </a:lnTo>
                    <a:cubicBezTo>
                      <a:pt x="273662" y="131877"/>
                      <a:pt x="278904" y="131608"/>
                      <a:pt x="284018" y="130563"/>
                    </a:cubicBezTo>
                    <a:lnTo>
                      <a:pt x="284018" y="447"/>
                    </a:lnTo>
                    <a:cubicBezTo>
                      <a:pt x="278851" y="-58"/>
                      <a:pt x="273652" y="-169"/>
                      <a:pt x="268468" y="115"/>
                    </a:cubicBezTo>
                    <a:close/>
                  </a:path>
                </a:pathLst>
              </a:custGeom>
              <a:solidFill>
                <a:srgbClr val="B0C0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9" name="任意多边形: 形状 138"/>
              <p:cNvSpPr/>
              <p:nvPr/>
            </p:nvSpPr>
            <p:spPr>
              <a:xfrm>
                <a:off x="5888186" y="4407461"/>
                <a:ext cx="1089717" cy="186003"/>
              </a:xfrm>
              <a:custGeom>
                <a:avLst/>
                <a:gdLst>
                  <a:gd name="connsiteX0" fmla="*/ 99490 w 1089717"/>
                  <a:gd name="connsiteY0" fmla="*/ -38 h 186003"/>
                  <a:gd name="connsiteX1" fmla="*/ 1044857 w 1089717"/>
                  <a:gd name="connsiteY1" fmla="*/ -38 h 186003"/>
                  <a:gd name="connsiteX2" fmla="*/ 1089647 w 1089717"/>
                  <a:gd name="connsiteY2" fmla="*/ 25679 h 186003"/>
                  <a:gd name="connsiteX3" fmla="*/ 1089647 w 1089717"/>
                  <a:gd name="connsiteY3" fmla="*/ 151941 h 186003"/>
                  <a:gd name="connsiteX4" fmla="*/ 1045455 w 1089717"/>
                  <a:gd name="connsiteY4" fmla="*/ 173206 h 186003"/>
                  <a:gd name="connsiteX5" fmla="*/ 106136 w 1089717"/>
                  <a:gd name="connsiteY5" fmla="*/ 185965 h 186003"/>
                  <a:gd name="connsiteX6" fmla="*/ 44201 w 1089717"/>
                  <a:gd name="connsiteY6" fmla="*/ 170149 h 186003"/>
                  <a:gd name="connsiteX7" fmla="*/ 59618 w 1089717"/>
                  <a:gd name="connsiteY7" fmla="*/ 6541 h 186003"/>
                  <a:gd name="connsiteX8" fmla="*/ 99490 w 1089717"/>
                  <a:gd name="connsiteY8" fmla="*/ -38 h 1860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89717" h="186003">
                    <a:moveTo>
                      <a:pt x="99490" y="-38"/>
                    </a:moveTo>
                    <a:lnTo>
                      <a:pt x="1044857" y="-38"/>
                    </a:lnTo>
                    <a:cubicBezTo>
                      <a:pt x="1069645" y="-38"/>
                      <a:pt x="1089647" y="959"/>
                      <a:pt x="1089647" y="25679"/>
                    </a:cubicBezTo>
                    <a:lnTo>
                      <a:pt x="1089647" y="151941"/>
                    </a:lnTo>
                    <a:cubicBezTo>
                      <a:pt x="1089647" y="176462"/>
                      <a:pt x="1069711" y="172874"/>
                      <a:pt x="1045455" y="173206"/>
                    </a:cubicBezTo>
                    <a:lnTo>
                      <a:pt x="106136" y="185965"/>
                    </a:lnTo>
                    <a:cubicBezTo>
                      <a:pt x="94440" y="185367"/>
                      <a:pt x="74636" y="180516"/>
                      <a:pt x="44201" y="170149"/>
                    </a:cubicBezTo>
                    <a:cubicBezTo>
                      <a:pt x="-855" y="154931"/>
                      <a:pt x="-33417" y="46413"/>
                      <a:pt x="59618" y="6541"/>
                    </a:cubicBezTo>
                    <a:cubicBezTo>
                      <a:pt x="72604" y="2788"/>
                      <a:pt x="85987" y="579"/>
                      <a:pt x="99490" y="-38"/>
                    </a:cubicBez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40" name="任意多边形: 形状 139"/>
              <p:cNvSpPr/>
              <p:nvPr/>
            </p:nvSpPr>
            <p:spPr>
              <a:xfrm>
                <a:off x="6693881" y="4433094"/>
                <a:ext cx="284022" cy="131566"/>
              </a:xfrm>
              <a:custGeom>
                <a:avLst/>
                <a:gdLst>
                  <a:gd name="connsiteX0" fmla="*/ 268402 w 284022"/>
                  <a:gd name="connsiteY0" fmla="*/ 46 h 131566"/>
                  <a:gd name="connsiteX1" fmla="*/ 15480 w 284022"/>
                  <a:gd name="connsiteY1" fmla="*/ 46 h 131566"/>
                  <a:gd name="connsiteX2" fmla="*/ -71 w 284022"/>
                  <a:gd name="connsiteY2" fmla="*/ 15596 h 131566"/>
                  <a:gd name="connsiteX3" fmla="*/ -71 w 284022"/>
                  <a:gd name="connsiteY3" fmla="*/ 15662 h 131566"/>
                  <a:gd name="connsiteX4" fmla="*/ -71 w 284022"/>
                  <a:gd name="connsiteY4" fmla="*/ 115742 h 131566"/>
                  <a:gd name="connsiteX5" fmla="*/ 15346 w 284022"/>
                  <a:gd name="connsiteY5" fmla="*/ 131292 h 131566"/>
                  <a:gd name="connsiteX6" fmla="*/ 15479 w 284022"/>
                  <a:gd name="connsiteY6" fmla="*/ 131292 h 131566"/>
                  <a:gd name="connsiteX7" fmla="*/ 268402 w 284022"/>
                  <a:gd name="connsiteY7" fmla="*/ 131292 h 131566"/>
                  <a:gd name="connsiteX8" fmla="*/ 283952 w 284022"/>
                  <a:gd name="connsiteY8" fmla="*/ 130561 h 131566"/>
                  <a:gd name="connsiteX9" fmla="*/ 283952 w 284022"/>
                  <a:gd name="connsiteY9" fmla="*/ 511 h 131566"/>
                  <a:gd name="connsiteX10" fmla="*/ 268402 w 284022"/>
                  <a:gd name="connsiteY10" fmla="*/ 46 h 1315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84022" h="131566">
                    <a:moveTo>
                      <a:pt x="268402" y="46"/>
                    </a:moveTo>
                    <a:lnTo>
                      <a:pt x="15480" y="46"/>
                    </a:lnTo>
                    <a:cubicBezTo>
                      <a:pt x="6892" y="46"/>
                      <a:pt x="-71" y="7008"/>
                      <a:pt x="-71" y="15596"/>
                    </a:cubicBezTo>
                    <a:cubicBezTo>
                      <a:pt x="-71" y="15618"/>
                      <a:pt x="-71" y="15640"/>
                      <a:pt x="-71" y="15662"/>
                    </a:cubicBezTo>
                    <a:lnTo>
                      <a:pt x="-71" y="115742"/>
                    </a:lnTo>
                    <a:cubicBezTo>
                      <a:pt x="-108" y="124293"/>
                      <a:pt x="6795" y="131255"/>
                      <a:pt x="15346" y="131292"/>
                    </a:cubicBezTo>
                    <a:cubicBezTo>
                      <a:pt x="15390" y="131292"/>
                      <a:pt x="15435" y="131292"/>
                      <a:pt x="15479" y="131292"/>
                    </a:cubicBezTo>
                    <a:lnTo>
                      <a:pt x="268402" y="131292"/>
                    </a:lnTo>
                    <a:cubicBezTo>
                      <a:pt x="273594" y="131769"/>
                      <a:pt x="278827" y="131523"/>
                      <a:pt x="283952" y="130561"/>
                    </a:cubicBezTo>
                    <a:lnTo>
                      <a:pt x="283952" y="511"/>
                    </a:lnTo>
                    <a:cubicBezTo>
                      <a:pt x="278785" y="2"/>
                      <a:pt x="273590" y="-154"/>
                      <a:pt x="268402" y="46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141" name="图形 4"/>
            <p:cNvGrpSpPr/>
            <p:nvPr/>
          </p:nvGrpSpPr>
          <p:grpSpPr>
            <a:xfrm>
              <a:off x="3801959" y="3726844"/>
              <a:ext cx="1145262" cy="2865009"/>
              <a:chOff x="3801959" y="3726844"/>
              <a:chExt cx="1145262" cy="2865009"/>
            </a:xfrm>
          </p:grpSpPr>
          <p:sp>
            <p:nvSpPr>
              <p:cNvPr id="142" name="任意多边形: 形状 141"/>
              <p:cNvSpPr/>
              <p:nvPr/>
            </p:nvSpPr>
            <p:spPr>
              <a:xfrm>
                <a:off x="3801959" y="3726844"/>
                <a:ext cx="892204" cy="892204"/>
              </a:xfrm>
              <a:custGeom>
                <a:avLst/>
                <a:gdLst>
                  <a:gd name="connsiteX0" fmla="*/ 892204 w 892204"/>
                  <a:gd name="connsiteY0" fmla="*/ 446102 h 892204"/>
                  <a:gd name="connsiteX1" fmla="*/ 446102 w 892204"/>
                  <a:gd name="connsiteY1" fmla="*/ 892205 h 892204"/>
                  <a:gd name="connsiteX2" fmla="*/ 0 w 892204"/>
                  <a:gd name="connsiteY2" fmla="*/ 446102 h 892204"/>
                  <a:gd name="connsiteX3" fmla="*/ 446102 w 892204"/>
                  <a:gd name="connsiteY3" fmla="*/ 0 h 892204"/>
                  <a:gd name="connsiteX4" fmla="*/ 892204 w 892204"/>
                  <a:gd name="connsiteY4" fmla="*/ 446102 h 892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2204" h="892204">
                    <a:moveTo>
                      <a:pt x="892204" y="446102"/>
                    </a:moveTo>
                    <a:cubicBezTo>
                      <a:pt x="892204" y="692478"/>
                      <a:pt x="692478" y="892205"/>
                      <a:pt x="446102" y="892205"/>
                    </a:cubicBezTo>
                    <a:cubicBezTo>
                      <a:pt x="199727" y="892205"/>
                      <a:pt x="0" y="692478"/>
                      <a:pt x="0" y="446102"/>
                    </a:cubicBezTo>
                    <a:cubicBezTo>
                      <a:pt x="0" y="199727"/>
                      <a:pt x="199727" y="0"/>
                      <a:pt x="446102" y="0"/>
                    </a:cubicBezTo>
                    <a:cubicBezTo>
                      <a:pt x="692478" y="0"/>
                      <a:pt x="892204" y="199727"/>
                      <a:pt x="892204" y="446102"/>
                    </a:cubicBezTo>
                    <a:close/>
                  </a:path>
                </a:pathLst>
              </a:custGeom>
              <a:noFill/>
              <a:ln w="26545" cap="flat">
                <a:solidFill>
                  <a:srgbClr val="E1E6FB"/>
                </a:solidFill>
                <a:custDash>
                  <a:ds d="879000" sp="879000"/>
                </a:custDash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43" name="任意多边形: 形状 142"/>
              <p:cNvSpPr/>
              <p:nvPr/>
            </p:nvSpPr>
            <p:spPr>
              <a:xfrm>
                <a:off x="4169247" y="4585955"/>
                <a:ext cx="157561" cy="49441"/>
              </a:xfrm>
              <a:custGeom>
                <a:avLst/>
                <a:gdLst>
                  <a:gd name="connsiteX0" fmla="*/ 132841 w 157561"/>
                  <a:gd name="connsiteY0" fmla="*/ 0 h 49441"/>
                  <a:gd name="connsiteX1" fmla="*/ 157561 w 157561"/>
                  <a:gd name="connsiteY1" fmla="*/ 0 h 49441"/>
                  <a:gd name="connsiteX2" fmla="*/ 157561 w 157561"/>
                  <a:gd name="connsiteY2" fmla="*/ 49441 h 49441"/>
                  <a:gd name="connsiteX3" fmla="*/ 132841 w 157561"/>
                  <a:gd name="connsiteY3" fmla="*/ 49441 h 49441"/>
                  <a:gd name="connsiteX4" fmla="*/ 24721 w 157561"/>
                  <a:gd name="connsiteY4" fmla="*/ 49441 h 49441"/>
                  <a:gd name="connsiteX5" fmla="*/ 0 w 157561"/>
                  <a:gd name="connsiteY5" fmla="*/ 49441 h 49441"/>
                  <a:gd name="connsiteX6" fmla="*/ 0 w 157561"/>
                  <a:gd name="connsiteY6" fmla="*/ 0 h 49441"/>
                  <a:gd name="connsiteX7" fmla="*/ 24721 w 157561"/>
                  <a:gd name="connsiteY7" fmla="*/ 0 h 494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57561" h="49441">
                    <a:moveTo>
                      <a:pt x="132841" y="0"/>
                    </a:moveTo>
                    <a:cubicBezTo>
                      <a:pt x="146493" y="0"/>
                      <a:pt x="157561" y="0"/>
                      <a:pt x="157561" y="0"/>
                    </a:cubicBezTo>
                    <a:lnTo>
                      <a:pt x="157561" y="49441"/>
                    </a:lnTo>
                    <a:cubicBezTo>
                      <a:pt x="157561" y="49441"/>
                      <a:pt x="146493" y="49441"/>
                      <a:pt x="132841" y="49441"/>
                    </a:cubicBezTo>
                    <a:lnTo>
                      <a:pt x="24721" y="49441"/>
                    </a:lnTo>
                    <a:cubicBezTo>
                      <a:pt x="11068" y="49441"/>
                      <a:pt x="0" y="49441"/>
                      <a:pt x="0" y="49441"/>
                    </a:cubicBezTo>
                    <a:lnTo>
                      <a:pt x="0" y="0"/>
                    </a:lnTo>
                    <a:cubicBezTo>
                      <a:pt x="0" y="0"/>
                      <a:pt x="11068" y="0"/>
                      <a:pt x="24721" y="0"/>
                    </a:cubicBezTo>
                    <a:close/>
                  </a:path>
                </a:pathLst>
              </a:custGeom>
              <a:solidFill>
                <a:srgbClr val="E1E6FB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44" name="任意多边形: 形状 143"/>
              <p:cNvSpPr/>
              <p:nvPr/>
            </p:nvSpPr>
            <p:spPr>
              <a:xfrm>
                <a:off x="3854989" y="3775222"/>
                <a:ext cx="790796" cy="790796"/>
              </a:xfrm>
              <a:custGeom>
                <a:avLst/>
                <a:gdLst>
                  <a:gd name="connsiteX0" fmla="*/ 790796 w 790796"/>
                  <a:gd name="connsiteY0" fmla="*/ 395398 h 790796"/>
                  <a:gd name="connsiteX1" fmla="*/ 395398 w 790796"/>
                  <a:gd name="connsiteY1" fmla="*/ 790796 h 790796"/>
                  <a:gd name="connsiteX2" fmla="*/ 0 w 790796"/>
                  <a:gd name="connsiteY2" fmla="*/ 395398 h 790796"/>
                  <a:gd name="connsiteX3" fmla="*/ 395398 w 790796"/>
                  <a:gd name="connsiteY3" fmla="*/ 0 h 790796"/>
                  <a:gd name="connsiteX4" fmla="*/ 790796 w 790796"/>
                  <a:gd name="connsiteY4" fmla="*/ 395398 h 7907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90796" h="790796">
                    <a:moveTo>
                      <a:pt x="790796" y="395398"/>
                    </a:moveTo>
                    <a:cubicBezTo>
                      <a:pt x="790796" y="613771"/>
                      <a:pt x="613771" y="790796"/>
                      <a:pt x="395398" y="790796"/>
                    </a:cubicBezTo>
                    <a:cubicBezTo>
                      <a:pt x="177026" y="790796"/>
                      <a:pt x="0" y="613771"/>
                      <a:pt x="0" y="395398"/>
                    </a:cubicBezTo>
                    <a:cubicBezTo>
                      <a:pt x="0" y="177026"/>
                      <a:pt x="177026" y="0"/>
                      <a:pt x="395398" y="0"/>
                    </a:cubicBezTo>
                    <a:cubicBezTo>
                      <a:pt x="613771" y="0"/>
                      <a:pt x="790796" y="177026"/>
                      <a:pt x="790796" y="395398"/>
                    </a:cubicBezTo>
                    <a:close/>
                  </a:path>
                </a:pathLst>
              </a:custGeom>
              <a:solidFill>
                <a:srgbClr val="E1E6FB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45" name="任意多边形: 形状 144"/>
              <p:cNvSpPr/>
              <p:nvPr/>
            </p:nvSpPr>
            <p:spPr>
              <a:xfrm>
                <a:off x="4234305" y="4619049"/>
                <a:ext cx="32030" cy="1901633"/>
              </a:xfrm>
              <a:custGeom>
                <a:avLst/>
                <a:gdLst>
                  <a:gd name="connsiteX0" fmla="*/ 0 w 32030"/>
                  <a:gd name="connsiteY0" fmla="*/ 0 h 1901633"/>
                  <a:gd name="connsiteX1" fmla="*/ 32031 w 32030"/>
                  <a:gd name="connsiteY1" fmla="*/ 0 h 1901633"/>
                  <a:gd name="connsiteX2" fmla="*/ 32031 w 32030"/>
                  <a:gd name="connsiteY2" fmla="*/ 1901633 h 1901633"/>
                  <a:gd name="connsiteX3" fmla="*/ 0 w 32030"/>
                  <a:gd name="connsiteY3" fmla="*/ 1901633 h 1901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030" h="1901633">
                    <a:moveTo>
                      <a:pt x="0" y="0"/>
                    </a:moveTo>
                    <a:lnTo>
                      <a:pt x="32031" y="0"/>
                    </a:lnTo>
                    <a:lnTo>
                      <a:pt x="32031" y="1901633"/>
                    </a:lnTo>
                    <a:lnTo>
                      <a:pt x="0" y="1901633"/>
                    </a:lnTo>
                    <a:close/>
                  </a:path>
                </a:pathLst>
              </a:custGeom>
              <a:solidFill>
                <a:srgbClr val="E1E6FB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46" name="任意多边形: 形状 145"/>
              <p:cNvSpPr/>
              <p:nvPr/>
            </p:nvSpPr>
            <p:spPr>
              <a:xfrm rot="-2700000">
                <a:off x="4120029" y="4864376"/>
                <a:ext cx="685268" cy="685268"/>
              </a:xfrm>
              <a:custGeom>
                <a:avLst/>
                <a:gdLst>
                  <a:gd name="connsiteX0" fmla="*/ 685198 w 685268"/>
                  <a:gd name="connsiteY0" fmla="*/ 342596 h 685268"/>
                  <a:gd name="connsiteX1" fmla="*/ 342563 w 685268"/>
                  <a:gd name="connsiteY1" fmla="*/ 685230 h 685268"/>
                  <a:gd name="connsiteX2" fmla="*/ -71 w 685268"/>
                  <a:gd name="connsiteY2" fmla="*/ 342596 h 685268"/>
                  <a:gd name="connsiteX3" fmla="*/ 342563 w 685268"/>
                  <a:gd name="connsiteY3" fmla="*/ -38 h 685268"/>
                  <a:gd name="connsiteX4" fmla="*/ 685198 w 685268"/>
                  <a:gd name="connsiteY4" fmla="*/ 342596 h 6852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85268" h="685268">
                    <a:moveTo>
                      <a:pt x="685198" y="342596"/>
                    </a:moveTo>
                    <a:cubicBezTo>
                      <a:pt x="685198" y="531828"/>
                      <a:pt x="531795" y="685230"/>
                      <a:pt x="342563" y="685230"/>
                    </a:cubicBezTo>
                    <a:cubicBezTo>
                      <a:pt x="153332" y="685230"/>
                      <a:pt x="-71" y="531827"/>
                      <a:pt x="-71" y="342596"/>
                    </a:cubicBezTo>
                    <a:cubicBezTo>
                      <a:pt x="-71" y="153364"/>
                      <a:pt x="153332" y="-38"/>
                      <a:pt x="342563" y="-38"/>
                    </a:cubicBezTo>
                    <a:cubicBezTo>
                      <a:pt x="531795" y="-38"/>
                      <a:pt x="685198" y="153364"/>
                      <a:pt x="685198" y="342596"/>
                    </a:cubicBezTo>
                    <a:close/>
                  </a:path>
                </a:pathLst>
              </a:custGeom>
              <a:noFill/>
              <a:ln w="26545" cap="flat">
                <a:solidFill>
                  <a:srgbClr val="E1E6FB"/>
                </a:solidFill>
                <a:custDash>
                  <a:ds d="867750" sp="867750"/>
                </a:custDash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47" name="任意多边形: 形状 146"/>
              <p:cNvSpPr/>
              <p:nvPr/>
            </p:nvSpPr>
            <p:spPr>
              <a:xfrm>
                <a:off x="4402167" y="5524278"/>
                <a:ext cx="121011" cy="37944"/>
              </a:xfrm>
              <a:custGeom>
                <a:avLst/>
                <a:gdLst>
                  <a:gd name="connsiteX0" fmla="*/ 103069 w 121011"/>
                  <a:gd name="connsiteY0" fmla="*/ 0 h 37944"/>
                  <a:gd name="connsiteX1" fmla="*/ 121012 w 121011"/>
                  <a:gd name="connsiteY1" fmla="*/ 0 h 37944"/>
                  <a:gd name="connsiteX2" fmla="*/ 121012 w 121011"/>
                  <a:gd name="connsiteY2" fmla="*/ 37945 h 37944"/>
                  <a:gd name="connsiteX3" fmla="*/ 103069 w 121011"/>
                  <a:gd name="connsiteY3" fmla="*/ 37945 h 37944"/>
                  <a:gd name="connsiteX4" fmla="*/ 17942 w 121011"/>
                  <a:gd name="connsiteY4" fmla="*/ 37945 h 37944"/>
                  <a:gd name="connsiteX5" fmla="*/ 0 w 121011"/>
                  <a:gd name="connsiteY5" fmla="*/ 37945 h 37944"/>
                  <a:gd name="connsiteX6" fmla="*/ 0 w 121011"/>
                  <a:gd name="connsiteY6" fmla="*/ 0 h 37944"/>
                  <a:gd name="connsiteX7" fmla="*/ 17942 w 121011"/>
                  <a:gd name="connsiteY7" fmla="*/ 0 h 379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011" h="37944">
                    <a:moveTo>
                      <a:pt x="103069" y="0"/>
                    </a:moveTo>
                    <a:cubicBezTo>
                      <a:pt x="112979" y="0"/>
                      <a:pt x="121012" y="0"/>
                      <a:pt x="121012" y="0"/>
                    </a:cubicBezTo>
                    <a:lnTo>
                      <a:pt x="121012" y="37945"/>
                    </a:lnTo>
                    <a:cubicBezTo>
                      <a:pt x="121012" y="37945"/>
                      <a:pt x="112979" y="37945"/>
                      <a:pt x="103069" y="37945"/>
                    </a:cubicBezTo>
                    <a:lnTo>
                      <a:pt x="17942" y="37945"/>
                    </a:lnTo>
                    <a:cubicBezTo>
                      <a:pt x="8033" y="37945"/>
                      <a:pt x="0" y="37945"/>
                      <a:pt x="0" y="37945"/>
                    </a:cubicBezTo>
                    <a:lnTo>
                      <a:pt x="0" y="0"/>
                    </a:lnTo>
                    <a:cubicBezTo>
                      <a:pt x="0" y="0"/>
                      <a:pt x="8033" y="0"/>
                      <a:pt x="17942" y="0"/>
                    </a:cubicBezTo>
                    <a:close/>
                  </a:path>
                </a:pathLst>
              </a:custGeom>
              <a:solidFill>
                <a:srgbClr val="E1E6FB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48" name="任意多边形: 形状 147"/>
              <p:cNvSpPr/>
              <p:nvPr/>
            </p:nvSpPr>
            <p:spPr>
              <a:xfrm>
                <a:off x="4173766" y="6520682"/>
                <a:ext cx="362304" cy="37944"/>
              </a:xfrm>
              <a:custGeom>
                <a:avLst/>
                <a:gdLst>
                  <a:gd name="connsiteX0" fmla="*/ 344362 w 362304"/>
                  <a:gd name="connsiteY0" fmla="*/ 0 h 37944"/>
                  <a:gd name="connsiteX1" fmla="*/ 362304 w 362304"/>
                  <a:gd name="connsiteY1" fmla="*/ 0 h 37944"/>
                  <a:gd name="connsiteX2" fmla="*/ 362304 w 362304"/>
                  <a:gd name="connsiteY2" fmla="*/ 37945 h 37944"/>
                  <a:gd name="connsiteX3" fmla="*/ 344362 w 362304"/>
                  <a:gd name="connsiteY3" fmla="*/ 37945 h 37944"/>
                  <a:gd name="connsiteX4" fmla="*/ 17942 w 362304"/>
                  <a:gd name="connsiteY4" fmla="*/ 37945 h 37944"/>
                  <a:gd name="connsiteX5" fmla="*/ 0 w 362304"/>
                  <a:gd name="connsiteY5" fmla="*/ 37945 h 37944"/>
                  <a:gd name="connsiteX6" fmla="*/ 0 w 362304"/>
                  <a:gd name="connsiteY6" fmla="*/ 0 h 37944"/>
                  <a:gd name="connsiteX7" fmla="*/ 17942 w 362304"/>
                  <a:gd name="connsiteY7" fmla="*/ 0 h 379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62304" h="37944">
                    <a:moveTo>
                      <a:pt x="344362" y="0"/>
                    </a:moveTo>
                    <a:cubicBezTo>
                      <a:pt x="354271" y="0"/>
                      <a:pt x="362304" y="0"/>
                      <a:pt x="362304" y="0"/>
                    </a:cubicBezTo>
                    <a:lnTo>
                      <a:pt x="362304" y="37945"/>
                    </a:lnTo>
                    <a:cubicBezTo>
                      <a:pt x="362304" y="37945"/>
                      <a:pt x="354271" y="37945"/>
                      <a:pt x="344362" y="37945"/>
                    </a:cubicBezTo>
                    <a:lnTo>
                      <a:pt x="17942" y="37945"/>
                    </a:lnTo>
                    <a:cubicBezTo>
                      <a:pt x="8033" y="37945"/>
                      <a:pt x="0" y="37945"/>
                      <a:pt x="0" y="37945"/>
                    </a:cubicBezTo>
                    <a:lnTo>
                      <a:pt x="0" y="0"/>
                    </a:lnTo>
                    <a:cubicBezTo>
                      <a:pt x="0" y="0"/>
                      <a:pt x="8033" y="0"/>
                      <a:pt x="17942" y="0"/>
                    </a:cubicBezTo>
                    <a:close/>
                  </a:path>
                </a:pathLst>
              </a:custGeom>
              <a:solidFill>
                <a:srgbClr val="E1E6FB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49" name="任意多边形: 形状 148"/>
              <p:cNvSpPr/>
              <p:nvPr/>
            </p:nvSpPr>
            <p:spPr>
              <a:xfrm>
                <a:off x="4082924" y="6553908"/>
                <a:ext cx="537276" cy="37944"/>
              </a:xfrm>
              <a:custGeom>
                <a:avLst/>
                <a:gdLst>
                  <a:gd name="connsiteX0" fmla="*/ 519334 w 537276"/>
                  <a:gd name="connsiteY0" fmla="*/ 0 h 37944"/>
                  <a:gd name="connsiteX1" fmla="*/ 537277 w 537276"/>
                  <a:gd name="connsiteY1" fmla="*/ 0 h 37944"/>
                  <a:gd name="connsiteX2" fmla="*/ 537277 w 537276"/>
                  <a:gd name="connsiteY2" fmla="*/ 37945 h 37944"/>
                  <a:gd name="connsiteX3" fmla="*/ 519334 w 537276"/>
                  <a:gd name="connsiteY3" fmla="*/ 37945 h 37944"/>
                  <a:gd name="connsiteX4" fmla="*/ 17942 w 537276"/>
                  <a:gd name="connsiteY4" fmla="*/ 37945 h 37944"/>
                  <a:gd name="connsiteX5" fmla="*/ 0 w 537276"/>
                  <a:gd name="connsiteY5" fmla="*/ 37945 h 37944"/>
                  <a:gd name="connsiteX6" fmla="*/ 0 w 537276"/>
                  <a:gd name="connsiteY6" fmla="*/ 0 h 37944"/>
                  <a:gd name="connsiteX7" fmla="*/ 17942 w 537276"/>
                  <a:gd name="connsiteY7" fmla="*/ 0 h 379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37276" h="37944">
                    <a:moveTo>
                      <a:pt x="519334" y="0"/>
                    </a:moveTo>
                    <a:cubicBezTo>
                      <a:pt x="529243" y="0"/>
                      <a:pt x="537277" y="0"/>
                      <a:pt x="537277" y="0"/>
                    </a:cubicBezTo>
                    <a:lnTo>
                      <a:pt x="537277" y="37945"/>
                    </a:lnTo>
                    <a:cubicBezTo>
                      <a:pt x="537277" y="37945"/>
                      <a:pt x="529243" y="37945"/>
                      <a:pt x="519334" y="37945"/>
                    </a:cubicBezTo>
                    <a:lnTo>
                      <a:pt x="17942" y="37945"/>
                    </a:lnTo>
                    <a:cubicBezTo>
                      <a:pt x="8033" y="37945"/>
                      <a:pt x="0" y="37945"/>
                      <a:pt x="0" y="37945"/>
                    </a:cubicBezTo>
                    <a:lnTo>
                      <a:pt x="0" y="0"/>
                    </a:lnTo>
                    <a:cubicBezTo>
                      <a:pt x="0" y="0"/>
                      <a:pt x="8033" y="0"/>
                      <a:pt x="17942" y="0"/>
                    </a:cubicBezTo>
                    <a:close/>
                  </a:path>
                </a:pathLst>
              </a:custGeom>
              <a:solidFill>
                <a:srgbClr val="E1E6FB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50" name="任意多边形: 形状 149"/>
              <p:cNvSpPr/>
              <p:nvPr/>
            </p:nvSpPr>
            <p:spPr>
              <a:xfrm>
                <a:off x="4160808" y="4901542"/>
                <a:ext cx="607384" cy="607384"/>
              </a:xfrm>
              <a:custGeom>
                <a:avLst/>
                <a:gdLst>
                  <a:gd name="connsiteX0" fmla="*/ 607385 w 607384"/>
                  <a:gd name="connsiteY0" fmla="*/ 303692 h 607384"/>
                  <a:gd name="connsiteX1" fmla="*/ 303692 w 607384"/>
                  <a:gd name="connsiteY1" fmla="*/ 607385 h 607384"/>
                  <a:gd name="connsiteX2" fmla="*/ 0 w 607384"/>
                  <a:gd name="connsiteY2" fmla="*/ 303692 h 607384"/>
                  <a:gd name="connsiteX3" fmla="*/ 303692 w 607384"/>
                  <a:gd name="connsiteY3" fmla="*/ 0 h 607384"/>
                  <a:gd name="connsiteX4" fmla="*/ 607385 w 607384"/>
                  <a:gd name="connsiteY4" fmla="*/ 303692 h 607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7384" h="607384">
                    <a:moveTo>
                      <a:pt x="607385" y="303692"/>
                    </a:moveTo>
                    <a:cubicBezTo>
                      <a:pt x="607385" y="471417"/>
                      <a:pt x="471417" y="607385"/>
                      <a:pt x="303692" y="607385"/>
                    </a:cubicBezTo>
                    <a:cubicBezTo>
                      <a:pt x="135968" y="607385"/>
                      <a:pt x="0" y="471417"/>
                      <a:pt x="0" y="303692"/>
                    </a:cubicBezTo>
                    <a:cubicBezTo>
                      <a:pt x="0" y="135967"/>
                      <a:pt x="135968" y="0"/>
                      <a:pt x="303692" y="0"/>
                    </a:cubicBezTo>
                    <a:cubicBezTo>
                      <a:pt x="471417" y="0"/>
                      <a:pt x="607385" y="135967"/>
                      <a:pt x="607385" y="303692"/>
                    </a:cubicBezTo>
                    <a:close/>
                  </a:path>
                </a:pathLst>
              </a:custGeom>
              <a:solidFill>
                <a:srgbClr val="E1E6FB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51" name="任意多边形: 形状 150"/>
              <p:cNvSpPr/>
              <p:nvPr/>
            </p:nvSpPr>
            <p:spPr>
              <a:xfrm>
                <a:off x="4447421" y="4619049"/>
                <a:ext cx="32030" cy="1901633"/>
              </a:xfrm>
              <a:custGeom>
                <a:avLst/>
                <a:gdLst>
                  <a:gd name="connsiteX0" fmla="*/ 0 w 32030"/>
                  <a:gd name="connsiteY0" fmla="*/ 0 h 1901633"/>
                  <a:gd name="connsiteX1" fmla="*/ 32031 w 32030"/>
                  <a:gd name="connsiteY1" fmla="*/ 0 h 1901633"/>
                  <a:gd name="connsiteX2" fmla="*/ 32031 w 32030"/>
                  <a:gd name="connsiteY2" fmla="*/ 1901633 h 1901633"/>
                  <a:gd name="connsiteX3" fmla="*/ 0 w 32030"/>
                  <a:gd name="connsiteY3" fmla="*/ 1901633 h 1901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030" h="1901633">
                    <a:moveTo>
                      <a:pt x="0" y="0"/>
                    </a:moveTo>
                    <a:lnTo>
                      <a:pt x="32031" y="0"/>
                    </a:lnTo>
                    <a:lnTo>
                      <a:pt x="32031" y="1901633"/>
                    </a:lnTo>
                    <a:lnTo>
                      <a:pt x="0" y="1901633"/>
                    </a:lnTo>
                    <a:close/>
                  </a:path>
                </a:pathLst>
              </a:custGeom>
              <a:solidFill>
                <a:srgbClr val="E1E6FB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152" name="图形 4"/>
            <p:cNvGrpSpPr/>
            <p:nvPr/>
          </p:nvGrpSpPr>
          <p:grpSpPr>
            <a:xfrm>
              <a:off x="6727507" y="4396323"/>
              <a:ext cx="2609122" cy="2175261"/>
              <a:chOff x="6727507" y="4396323"/>
              <a:chExt cx="2609122" cy="2175261"/>
            </a:xfrm>
          </p:grpSpPr>
          <p:sp>
            <p:nvSpPr>
              <p:cNvPr id="153" name="任意多边形: 形状 152"/>
              <p:cNvSpPr/>
              <p:nvPr/>
            </p:nvSpPr>
            <p:spPr>
              <a:xfrm>
                <a:off x="6744093" y="4396323"/>
                <a:ext cx="2592535" cy="1857959"/>
              </a:xfrm>
              <a:custGeom>
                <a:avLst/>
                <a:gdLst>
                  <a:gd name="connsiteX0" fmla="*/ 16835 w 2592535"/>
                  <a:gd name="connsiteY0" fmla="*/ 1408682 h 1857959"/>
                  <a:gd name="connsiteX1" fmla="*/ 24591 w 2592535"/>
                  <a:gd name="connsiteY1" fmla="*/ 1507998 h 1857959"/>
                  <a:gd name="connsiteX2" fmla="*/ 32120 w 2592535"/>
                  <a:gd name="connsiteY2" fmla="*/ 1513613 h 1857959"/>
                  <a:gd name="connsiteX3" fmla="*/ 1587131 w 2592535"/>
                  <a:gd name="connsiteY3" fmla="*/ 1722675 h 1857959"/>
                  <a:gd name="connsiteX4" fmla="*/ 2591775 w 2592535"/>
                  <a:gd name="connsiteY4" fmla="*/ 109583 h 1857959"/>
                  <a:gd name="connsiteX5" fmla="*/ 1621554 w 2592535"/>
                  <a:gd name="connsiteY5" fmla="*/ 7710 h 1857959"/>
                  <a:gd name="connsiteX6" fmla="*/ 1012840 w 2592535"/>
                  <a:gd name="connsiteY6" fmla="*/ 1171576 h 1857959"/>
                  <a:gd name="connsiteX7" fmla="*/ 289494 w 2592535"/>
                  <a:gd name="connsiteY7" fmla="*/ 1154365 h 1857959"/>
                  <a:gd name="connsiteX8" fmla="*/ 16835 w 2592535"/>
                  <a:gd name="connsiteY8" fmla="*/ 1408683 h 18579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592535" h="1857959">
                    <a:moveTo>
                      <a:pt x="16835" y="1408682"/>
                    </a:moveTo>
                    <a:cubicBezTo>
                      <a:pt x="-8448" y="1438249"/>
                      <a:pt x="-4976" y="1482714"/>
                      <a:pt x="24591" y="1507998"/>
                    </a:cubicBezTo>
                    <a:cubicBezTo>
                      <a:pt x="26973" y="1510035"/>
                      <a:pt x="29488" y="1511911"/>
                      <a:pt x="32120" y="1513613"/>
                    </a:cubicBezTo>
                    <a:cubicBezTo>
                      <a:pt x="250220" y="1654693"/>
                      <a:pt x="983468" y="2070227"/>
                      <a:pt x="1587131" y="1722675"/>
                    </a:cubicBezTo>
                    <a:cubicBezTo>
                      <a:pt x="2304829" y="1309335"/>
                      <a:pt x="2608987" y="212918"/>
                      <a:pt x="2591775" y="109583"/>
                    </a:cubicBezTo>
                    <a:cubicBezTo>
                      <a:pt x="2574563" y="6248"/>
                      <a:pt x="2218639" y="-13821"/>
                      <a:pt x="1621554" y="7710"/>
                    </a:cubicBezTo>
                    <a:cubicBezTo>
                      <a:pt x="1024470" y="29241"/>
                      <a:pt x="1695982" y="1074023"/>
                      <a:pt x="1012840" y="1171576"/>
                    </a:cubicBezTo>
                    <a:cubicBezTo>
                      <a:pt x="329699" y="1269130"/>
                      <a:pt x="507794" y="987899"/>
                      <a:pt x="289494" y="1154365"/>
                    </a:cubicBezTo>
                    <a:cubicBezTo>
                      <a:pt x="190036" y="1229455"/>
                      <a:pt x="98658" y="1314686"/>
                      <a:pt x="16835" y="1408683"/>
                    </a:cubicBez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54" name="任意多边形: 形状 153"/>
              <p:cNvSpPr/>
              <p:nvPr/>
            </p:nvSpPr>
            <p:spPr>
              <a:xfrm>
                <a:off x="7157527" y="4669154"/>
                <a:ext cx="1102868" cy="1007236"/>
              </a:xfrm>
              <a:custGeom>
                <a:avLst/>
                <a:gdLst>
                  <a:gd name="connsiteX0" fmla="*/ -71 w 1102868"/>
                  <a:gd name="connsiteY0" fmla="*/ 830432 h 1007236"/>
                  <a:gd name="connsiteX1" fmla="*/ 927022 w 1102868"/>
                  <a:gd name="connsiteY1" fmla="*/ 548137 h 1007236"/>
                  <a:gd name="connsiteX2" fmla="*/ 1102193 w 1102868"/>
                  <a:gd name="connsiteY2" fmla="*/ 345521 h 1007236"/>
                  <a:gd name="connsiteX3" fmla="*/ 882897 w 1102868"/>
                  <a:gd name="connsiteY3" fmla="*/ 935296 h 1007236"/>
                  <a:gd name="connsiteX4" fmla="*/ 293322 w 1102868"/>
                  <a:gd name="connsiteY4" fmla="*/ 977826 h 1007236"/>
                  <a:gd name="connsiteX5" fmla="*/ -71 w 1102868"/>
                  <a:gd name="connsiteY5" fmla="*/ 830432 h 10072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02868" h="1007236">
                    <a:moveTo>
                      <a:pt x="-71" y="830432"/>
                    </a:moveTo>
                    <a:cubicBezTo>
                      <a:pt x="-71" y="830432"/>
                      <a:pt x="900972" y="1068136"/>
                      <a:pt x="927022" y="548137"/>
                    </a:cubicBezTo>
                    <a:cubicBezTo>
                      <a:pt x="963106" y="-176737"/>
                      <a:pt x="1113490" y="-116929"/>
                      <a:pt x="1102193" y="345521"/>
                    </a:cubicBezTo>
                    <a:cubicBezTo>
                      <a:pt x="1090896" y="807971"/>
                      <a:pt x="1097874" y="843922"/>
                      <a:pt x="882897" y="935296"/>
                    </a:cubicBezTo>
                    <a:cubicBezTo>
                      <a:pt x="697691" y="1014043"/>
                      <a:pt x="542389" y="1027932"/>
                      <a:pt x="293322" y="977826"/>
                    </a:cubicBezTo>
                    <a:cubicBezTo>
                      <a:pt x="89708" y="936890"/>
                      <a:pt x="-71" y="830432"/>
                      <a:pt x="-71" y="830432"/>
                    </a:cubicBezTo>
                    <a:close/>
                  </a:path>
                </a:pathLst>
              </a:custGeom>
              <a:solidFill>
                <a:srgbClr val="B0C0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55" name="任意多边形: 形状 154"/>
              <p:cNvSpPr/>
              <p:nvPr/>
            </p:nvSpPr>
            <p:spPr>
              <a:xfrm rot="2257800">
                <a:off x="6898168" y="5950993"/>
                <a:ext cx="48577" cy="355924"/>
              </a:xfrm>
              <a:custGeom>
                <a:avLst/>
                <a:gdLst>
                  <a:gd name="connsiteX0" fmla="*/ -71 w 48577"/>
                  <a:gd name="connsiteY0" fmla="*/ -38 h 355924"/>
                  <a:gd name="connsiteX1" fmla="*/ 48507 w 48577"/>
                  <a:gd name="connsiteY1" fmla="*/ -38 h 355924"/>
                  <a:gd name="connsiteX2" fmla="*/ 48507 w 48577"/>
                  <a:gd name="connsiteY2" fmla="*/ 355887 h 355924"/>
                  <a:gd name="connsiteX3" fmla="*/ -71 w 48577"/>
                  <a:gd name="connsiteY3" fmla="*/ 355887 h 3559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577" h="355924">
                    <a:moveTo>
                      <a:pt x="-71" y="-38"/>
                    </a:moveTo>
                    <a:lnTo>
                      <a:pt x="48507" y="-38"/>
                    </a:lnTo>
                    <a:lnTo>
                      <a:pt x="48507" y="355887"/>
                    </a:lnTo>
                    <a:lnTo>
                      <a:pt x="-71" y="355887"/>
                    </a:ln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56" name="任意多边形: 形状 155"/>
              <p:cNvSpPr/>
              <p:nvPr/>
            </p:nvSpPr>
            <p:spPr>
              <a:xfrm>
                <a:off x="6727507" y="6230413"/>
                <a:ext cx="135830" cy="135830"/>
              </a:xfrm>
              <a:custGeom>
                <a:avLst/>
                <a:gdLst>
                  <a:gd name="connsiteX0" fmla="*/ 135831 w 135830"/>
                  <a:gd name="connsiteY0" fmla="*/ 67916 h 135830"/>
                  <a:gd name="connsiteX1" fmla="*/ 67915 w 135830"/>
                  <a:gd name="connsiteY1" fmla="*/ 135831 h 135830"/>
                  <a:gd name="connsiteX2" fmla="*/ 0 w 135830"/>
                  <a:gd name="connsiteY2" fmla="*/ 67916 h 135830"/>
                  <a:gd name="connsiteX3" fmla="*/ 67915 w 135830"/>
                  <a:gd name="connsiteY3" fmla="*/ 0 h 135830"/>
                  <a:gd name="connsiteX4" fmla="*/ 135831 w 135830"/>
                  <a:gd name="connsiteY4" fmla="*/ 67916 h 1358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5830" h="135830">
                    <a:moveTo>
                      <a:pt x="135831" y="67916"/>
                    </a:moveTo>
                    <a:cubicBezTo>
                      <a:pt x="135831" y="105424"/>
                      <a:pt x="105424" y="135831"/>
                      <a:pt x="67915" y="135831"/>
                    </a:cubicBezTo>
                    <a:cubicBezTo>
                      <a:pt x="30407" y="135831"/>
                      <a:pt x="0" y="105424"/>
                      <a:pt x="0" y="67916"/>
                    </a:cubicBezTo>
                    <a:cubicBezTo>
                      <a:pt x="0" y="30407"/>
                      <a:pt x="30407" y="0"/>
                      <a:pt x="67915" y="0"/>
                    </a:cubicBezTo>
                    <a:cubicBezTo>
                      <a:pt x="105424" y="0"/>
                      <a:pt x="135831" y="30407"/>
                      <a:pt x="135831" y="67916"/>
                    </a:cubicBezTo>
                    <a:close/>
                  </a:path>
                </a:pathLst>
              </a:custGeom>
              <a:solidFill>
                <a:srgbClr val="B0C0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57" name="任意多边形: 形状 156"/>
              <p:cNvSpPr/>
              <p:nvPr/>
            </p:nvSpPr>
            <p:spPr>
              <a:xfrm rot="1800000">
                <a:off x="7380807" y="6139883"/>
                <a:ext cx="48577" cy="355924"/>
              </a:xfrm>
              <a:custGeom>
                <a:avLst/>
                <a:gdLst>
                  <a:gd name="connsiteX0" fmla="*/ -71 w 48577"/>
                  <a:gd name="connsiteY0" fmla="*/ -38 h 355924"/>
                  <a:gd name="connsiteX1" fmla="*/ 48507 w 48577"/>
                  <a:gd name="connsiteY1" fmla="*/ -38 h 355924"/>
                  <a:gd name="connsiteX2" fmla="*/ 48507 w 48577"/>
                  <a:gd name="connsiteY2" fmla="*/ 355887 h 355924"/>
                  <a:gd name="connsiteX3" fmla="*/ -71 w 48577"/>
                  <a:gd name="connsiteY3" fmla="*/ 355887 h 3559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577" h="355924">
                    <a:moveTo>
                      <a:pt x="-71" y="-38"/>
                    </a:moveTo>
                    <a:lnTo>
                      <a:pt x="48507" y="-38"/>
                    </a:lnTo>
                    <a:lnTo>
                      <a:pt x="48507" y="355887"/>
                    </a:lnTo>
                    <a:lnTo>
                      <a:pt x="-71" y="355887"/>
                    </a:ln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58" name="任意多边形: 形状 157"/>
              <p:cNvSpPr/>
              <p:nvPr/>
            </p:nvSpPr>
            <p:spPr>
              <a:xfrm>
                <a:off x="7237272" y="6435754"/>
                <a:ext cx="135830" cy="135830"/>
              </a:xfrm>
              <a:custGeom>
                <a:avLst/>
                <a:gdLst>
                  <a:gd name="connsiteX0" fmla="*/ 135831 w 135830"/>
                  <a:gd name="connsiteY0" fmla="*/ 67915 h 135830"/>
                  <a:gd name="connsiteX1" fmla="*/ 67916 w 135830"/>
                  <a:gd name="connsiteY1" fmla="*/ 135831 h 135830"/>
                  <a:gd name="connsiteX2" fmla="*/ 0 w 135830"/>
                  <a:gd name="connsiteY2" fmla="*/ 67915 h 135830"/>
                  <a:gd name="connsiteX3" fmla="*/ 67916 w 135830"/>
                  <a:gd name="connsiteY3" fmla="*/ 0 h 135830"/>
                  <a:gd name="connsiteX4" fmla="*/ 135831 w 135830"/>
                  <a:gd name="connsiteY4" fmla="*/ 67915 h 1358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5830" h="135830">
                    <a:moveTo>
                      <a:pt x="135831" y="67915"/>
                    </a:moveTo>
                    <a:cubicBezTo>
                      <a:pt x="135831" y="105424"/>
                      <a:pt x="105424" y="135831"/>
                      <a:pt x="67916" y="135831"/>
                    </a:cubicBezTo>
                    <a:cubicBezTo>
                      <a:pt x="30407" y="135831"/>
                      <a:pt x="0" y="105424"/>
                      <a:pt x="0" y="67915"/>
                    </a:cubicBezTo>
                    <a:cubicBezTo>
                      <a:pt x="0" y="30407"/>
                      <a:pt x="30407" y="0"/>
                      <a:pt x="67916" y="0"/>
                    </a:cubicBezTo>
                    <a:cubicBezTo>
                      <a:pt x="105424" y="0"/>
                      <a:pt x="135831" y="30407"/>
                      <a:pt x="135831" y="67915"/>
                    </a:cubicBezTo>
                    <a:close/>
                  </a:path>
                </a:pathLst>
              </a:custGeom>
              <a:solidFill>
                <a:srgbClr val="B0C0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59" name="任意多边形: 形状 158"/>
              <p:cNvSpPr/>
              <p:nvPr/>
            </p:nvSpPr>
            <p:spPr>
              <a:xfrm rot="-2385000">
                <a:off x="8417000" y="6051030"/>
                <a:ext cx="48577" cy="432811"/>
              </a:xfrm>
              <a:custGeom>
                <a:avLst/>
                <a:gdLst>
                  <a:gd name="connsiteX0" fmla="*/ -71 w 48577"/>
                  <a:gd name="connsiteY0" fmla="*/ -39 h 432811"/>
                  <a:gd name="connsiteX1" fmla="*/ 48507 w 48577"/>
                  <a:gd name="connsiteY1" fmla="*/ -39 h 432811"/>
                  <a:gd name="connsiteX2" fmla="*/ 48507 w 48577"/>
                  <a:gd name="connsiteY2" fmla="*/ 432773 h 432811"/>
                  <a:gd name="connsiteX3" fmla="*/ -71 w 48577"/>
                  <a:gd name="connsiteY3" fmla="*/ 432773 h 4328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577" h="432811">
                    <a:moveTo>
                      <a:pt x="-71" y="-39"/>
                    </a:moveTo>
                    <a:lnTo>
                      <a:pt x="48507" y="-39"/>
                    </a:lnTo>
                    <a:lnTo>
                      <a:pt x="48507" y="432773"/>
                    </a:lnTo>
                    <a:lnTo>
                      <a:pt x="-71" y="432773"/>
                    </a:ln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60" name="任意多边形: 形状 159"/>
              <p:cNvSpPr/>
              <p:nvPr/>
            </p:nvSpPr>
            <p:spPr>
              <a:xfrm>
                <a:off x="8530324" y="6397543"/>
                <a:ext cx="135830" cy="135830"/>
              </a:xfrm>
              <a:custGeom>
                <a:avLst/>
                <a:gdLst>
                  <a:gd name="connsiteX0" fmla="*/ 135831 w 135830"/>
                  <a:gd name="connsiteY0" fmla="*/ 67915 h 135830"/>
                  <a:gd name="connsiteX1" fmla="*/ 67916 w 135830"/>
                  <a:gd name="connsiteY1" fmla="*/ 135831 h 135830"/>
                  <a:gd name="connsiteX2" fmla="*/ 0 w 135830"/>
                  <a:gd name="connsiteY2" fmla="*/ 67915 h 135830"/>
                  <a:gd name="connsiteX3" fmla="*/ 67916 w 135830"/>
                  <a:gd name="connsiteY3" fmla="*/ 0 h 135830"/>
                  <a:gd name="connsiteX4" fmla="*/ 135831 w 135830"/>
                  <a:gd name="connsiteY4" fmla="*/ 67915 h 1358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5830" h="135830">
                    <a:moveTo>
                      <a:pt x="135831" y="67915"/>
                    </a:moveTo>
                    <a:cubicBezTo>
                      <a:pt x="135831" y="105424"/>
                      <a:pt x="105424" y="135831"/>
                      <a:pt x="67916" y="135831"/>
                    </a:cubicBezTo>
                    <a:cubicBezTo>
                      <a:pt x="30407" y="135831"/>
                      <a:pt x="0" y="105424"/>
                      <a:pt x="0" y="67915"/>
                    </a:cubicBezTo>
                    <a:cubicBezTo>
                      <a:pt x="0" y="30407"/>
                      <a:pt x="30407" y="0"/>
                      <a:pt x="67916" y="0"/>
                    </a:cubicBezTo>
                    <a:cubicBezTo>
                      <a:pt x="105424" y="0"/>
                      <a:pt x="135831" y="30407"/>
                      <a:pt x="135831" y="67915"/>
                    </a:cubicBezTo>
                    <a:close/>
                  </a:path>
                </a:pathLst>
              </a:custGeom>
              <a:solidFill>
                <a:srgbClr val="B0C0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61" name="任意多边形: 形状 160"/>
              <p:cNvSpPr/>
              <p:nvPr/>
            </p:nvSpPr>
            <p:spPr>
              <a:xfrm rot="-2385000">
                <a:off x="7900566" y="5894884"/>
                <a:ext cx="48577" cy="432811"/>
              </a:xfrm>
              <a:custGeom>
                <a:avLst/>
                <a:gdLst>
                  <a:gd name="connsiteX0" fmla="*/ -71 w 48577"/>
                  <a:gd name="connsiteY0" fmla="*/ -39 h 432811"/>
                  <a:gd name="connsiteX1" fmla="*/ 48507 w 48577"/>
                  <a:gd name="connsiteY1" fmla="*/ -39 h 432811"/>
                  <a:gd name="connsiteX2" fmla="*/ 48507 w 48577"/>
                  <a:gd name="connsiteY2" fmla="*/ 432773 h 432811"/>
                  <a:gd name="connsiteX3" fmla="*/ -71 w 48577"/>
                  <a:gd name="connsiteY3" fmla="*/ 432773 h 4328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577" h="432811">
                    <a:moveTo>
                      <a:pt x="-71" y="-39"/>
                    </a:moveTo>
                    <a:lnTo>
                      <a:pt x="48507" y="-39"/>
                    </a:lnTo>
                    <a:lnTo>
                      <a:pt x="48507" y="432773"/>
                    </a:lnTo>
                    <a:lnTo>
                      <a:pt x="-71" y="432773"/>
                    </a:ln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62" name="任意多边形: 形状 161"/>
              <p:cNvSpPr/>
              <p:nvPr/>
            </p:nvSpPr>
            <p:spPr>
              <a:xfrm>
                <a:off x="8013913" y="6241444"/>
                <a:ext cx="135830" cy="135830"/>
              </a:xfrm>
              <a:custGeom>
                <a:avLst/>
                <a:gdLst>
                  <a:gd name="connsiteX0" fmla="*/ 135831 w 135830"/>
                  <a:gd name="connsiteY0" fmla="*/ 67915 h 135830"/>
                  <a:gd name="connsiteX1" fmla="*/ 67916 w 135830"/>
                  <a:gd name="connsiteY1" fmla="*/ 135831 h 135830"/>
                  <a:gd name="connsiteX2" fmla="*/ 0 w 135830"/>
                  <a:gd name="connsiteY2" fmla="*/ 67915 h 135830"/>
                  <a:gd name="connsiteX3" fmla="*/ 67916 w 135830"/>
                  <a:gd name="connsiteY3" fmla="*/ 0 h 135830"/>
                  <a:gd name="connsiteX4" fmla="*/ 135831 w 135830"/>
                  <a:gd name="connsiteY4" fmla="*/ 67915 h 1358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5830" h="135830">
                    <a:moveTo>
                      <a:pt x="135831" y="67915"/>
                    </a:moveTo>
                    <a:cubicBezTo>
                      <a:pt x="135831" y="105424"/>
                      <a:pt x="105424" y="135831"/>
                      <a:pt x="67916" y="135831"/>
                    </a:cubicBezTo>
                    <a:cubicBezTo>
                      <a:pt x="30407" y="135831"/>
                      <a:pt x="0" y="105424"/>
                      <a:pt x="0" y="67915"/>
                    </a:cubicBezTo>
                    <a:cubicBezTo>
                      <a:pt x="0" y="30407"/>
                      <a:pt x="30407" y="0"/>
                      <a:pt x="67916" y="0"/>
                    </a:cubicBezTo>
                    <a:cubicBezTo>
                      <a:pt x="105424" y="0"/>
                      <a:pt x="135831" y="30407"/>
                      <a:pt x="135831" y="67915"/>
                    </a:cubicBezTo>
                    <a:close/>
                  </a:path>
                </a:pathLst>
              </a:custGeom>
              <a:solidFill>
                <a:srgbClr val="B0C0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p:sp>
        <p:nvSpPr>
          <p:cNvPr id="207" name="任意多边形: 形状 206"/>
          <p:cNvSpPr/>
          <p:nvPr/>
        </p:nvSpPr>
        <p:spPr>
          <a:xfrm>
            <a:off x="10623564" y="0"/>
            <a:ext cx="1568436" cy="1346746"/>
          </a:xfrm>
          <a:custGeom>
            <a:avLst/>
            <a:gdLst>
              <a:gd name="connsiteX0" fmla="*/ 0 w 1568436"/>
              <a:gd name="connsiteY0" fmla="*/ 0 h 1346746"/>
              <a:gd name="connsiteX1" fmla="*/ 1568436 w 1568436"/>
              <a:gd name="connsiteY1" fmla="*/ 0 h 1346746"/>
              <a:gd name="connsiteX2" fmla="*/ 1568436 w 1568436"/>
              <a:gd name="connsiteY2" fmla="*/ 1322686 h 1346746"/>
              <a:gd name="connsiteX3" fmla="*/ 1460104 w 1568436"/>
              <a:gd name="connsiteY3" fmla="*/ 1342634 h 1346746"/>
              <a:gd name="connsiteX4" fmla="*/ 569146 w 1568436"/>
              <a:gd name="connsiteY4" fmla="*/ 590244 h 1346746"/>
              <a:gd name="connsiteX5" fmla="*/ 19559 w 1568436"/>
              <a:gd name="connsiteY5" fmla="*/ 53592 h 13467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8436" h="1346746">
                <a:moveTo>
                  <a:pt x="0" y="0"/>
                </a:moveTo>
                <a:lnTo>
                  <a:pt x="1568436" y="0"/>
                </a:lnTo>
                <a:lnTo>
                  <a:pt x="1568436" y="1322686"/>
                </a:lnTo>
                <a:lnTo>
                  <a:pt x="1460104" y="1342634"/>
                </a:lnTo>
                <a:cubicBezTo>
                  <a:pt x="987440" y="1396727"/>
                  <a:pt x="1043059" y="904962"/>
                  <a:pt x="569146" y="590244"/>
                </a:cubicBezTo>
                <a:cubicBezTo>
                  <a:pt x="264488" y="387925"/>
                  <a:pt x="141153" y="356313"/>
                  <a:pt x="19559" y="53592"/>
                </a:cubicBezTo>
                <a:close/>
              </a:path>
            </a:pathLst>
          </a:custGeom>
          <a:solidFill>
            <a:srgbClr val="BAC5F4">
              <a:alpha val="15000"/>
            </a:srgbClr>
          </a:solidFill>
          <a:ln w="663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05" name="任意多边形: 形状 204"/>
          <p:cNvSpPr/>
          <p:nvPr/>
        </p:nvSpPr>
        <p:spPr>
          <a:xfrm rot="7957286">
            <a:off x="10280787" y="5745697"/>
            <a:ext cx="2039760" cy="1680324"/>
          </a:xfrm>
          <a:custGeom>
            <a:avLst/>
            <a:gdLst>
              <a:gd name="connsiteX0" fmla="*/ 35493 w 2039760"/>
              <a:gd name="connsiteY0" fmla="*/ 615884 h 1680324"/>
              <a:gd name="connsiteX1" fmla="*/ 0 w 2039760"/>
              <a:gd name="connsiteY1" fmla="*/ 567387 h 1680324"/>
              <a:gd name="connsiteX2" fmla="*/ 616566 w 2039760"/>
              <a:gd name="connsiteY2" fmla="*/ 0 h 1680324"/>
              <a:gd name="connsiteX3" fmla="*/ 2039760 w 2039760"/>
              <a:gd name="connsiteY3" fmla="*/ 1546550 h 1680324"/>
              <a:gd name="connsiteX4" fmla="*/ 2012855 w 2039760"/>
              <a:gd name="connsiteY4" fmla="*/ 1546602 h 1680324"/>
              <a:gd name="connsiteX5" fmla="*/ 1585210 w 2039760"/>
              <a:gd name="connsiteY5" fmla="*/ 1617501 h 1680324"/>
              <a:gd name="connsiteX6" fmla="*/ 456254 w 2039760"/>
              <a:gd name="connsiteY6" fmla="*/ 923821 h 1680324"/>
              <a:gd name="connsiteX7" fmla="*/ 35493 w 2039760"/>
              <a:gd name="connsiteY7" fmla="*/ 615884 h 1680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39760" h="1680324">
                <a:moveTo>
                  <a:pt x="35493" y="615884"/>
                </a:moveTo>
                <a:lnTo>
                  <a:pt x="0" y="567387"/>
                </a:lnTo>
                <a:lnTo>
                  <a:pt x="616566" y="0"/>
                </a:lnTo>
                <a:lnTo>
                  <a:pt x="2039760" y="1546550"/>
                </a:lnTo>
                <a:lnTo>
                  <a:pt x="2012855" y="1546602"/>
                </a:lnTo>
                <a:cubicBezTo>
                  <a:pt x="1867793" y="1550965"/>
                  <a:pt x="1723465" y="1569328"/>
                  <a:pt x="1585210" y="1617501"/>
                </a:cubicBezTo>
                <a:cubicBezTo>
                  <a:pt x="847850" y="1874422"/>
                  <a:pt x="997869" y="1283500"/>
                  <a:pt x="456254" y="923821"/>
                </a:cubicBezTo>
                <a:cubicBezTo>
                  <a:pt x="253149" y="788942"/>
                  <a:pt x="130632" y="729932"/>
                  <a:pt x="35493" y="615884"/>
                </a:cubicBezTo>
                <a:close/>
              </a:path>
            </a:pathLst>
          </a:custGeom>
          <a:solidFill>
            <a:srgbClr val="BAC5F4">
              <a:alpha val="15000"/>
            </a:srgbClr>
          </a:solidFill>
          <a:ln w="663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17" name="任意多边形: 形状 216" descr="D:\51PPT模板网\51pptmoban.com\图片.jpg"/>
          <p:cNvSpPr/>
          <p:nvPr/>
        </p:nvSpPr>
        <p:spPr>
          <a:xfrm rot="16542789">
            <a:off x="-250926" y="118551"/>
            <a:ext cx="1629309" cy="1272091"/>
          </a:xfrm>
          <a:custGeom>
            <a:avLst/>
            <a:gdLst>
              <a:gd name="connsiteX0" fmla="*/ 1509385 w 1629309"/>
              <a:gd name="connsiteY0" fmla="*/ 0 h 1272091"/>
              <a:gd name="connsiteX1" fmla="*/ 1629309 w 1629309"/>
              <a:gd name="connsiteY1" fmla="*/ 1198700 h 1272091"/>
              <a:gd name="connsiteX2" fmla="*/ 1591174 w 1629309"/>
              <a:gd name="connsiteY2" fmla="*/ 1209269 h 1272091"/>
              <a:gd name="connsiteX3" fmla="*/ 462218 w 1629309"/>
              <a:gd name="connsiteY3" fmla="*/ 515589 h 1272091"/>
              <a:gd name="connsiteX4" fmla="*/ 41457 w 1629309"/>
              <a:gd name="connsiteY4" fmla="*/ 207652 h 1272091"/>
              <a:gd name="connsiteX5" fmla="*/ 0 w 1629309"/>
              <a:gd name="connsiteY5" fmla="*/ 151007 h 1272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29309" h="1272091">
                <a:moveTo>
                  <a:pt x="1509385" y="0"/>
                </a:moveTo>
                <a:lnTo>
                  <a:pt x="1629309" y="1198700"/>
                </a:lnTo>
                <a:lnTo>
                  <a:pt x="1591174" y="1209269"/>
                </a:lnTo>
                <a:cubicBezTo>
                  <a:pt x="853814" y="1466189"/>
                  <a:pt x="1003833" y="875267"/>
                  <a:pt x="462218" y="515589"/>
                </a:cubicBezTo>
                <a:cubicBezTo>
                  <a:pt x="259113" y="380709"/>
                  <a:pt x="136596" y="321700"/>
                  <a:pt x="41457" y="207652"/>
                </a:cubicBezTo>
                <a:lnTo>
                  <a:pt x="0" y="151007"/>
                </a:lnTo>
                <a:close/>
              </a:path>
            </a:pathLst>
          </a:custGeom>
          <a:solidFill>
            <a:srgbClr val="BAC5F4">
              <a:alpha val="15000"/>
            </a:srgbClr>
          </a:solidFill>
          <a:ln w="663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15" name="任意多边形: 形状 214"/>
          <p:cNvSpPr/>
          <p:nvPr/>
        </p:nvSpPr>
        <p:spPr>
          <a:xfrm rot="3513166">
            <a:off x="45786" y="5448181"/>
            <a:ext cx="2080441" cy="2184401"/>
          </a:xfrm>
          <a:custGeom>
            <a:avLst/>
            <a:gdLst>
              <a:gd name="connsiteX0" fmla="*/ 252666 w 2080441"/>
              <a:gd name="connsiteY0" fmla="*/ 1071377 h 2184401"/>
              <a:gd name="connsiteX1" fmla="*/ 1448320 w 2080441"/>
              <a:gd name="connsiteY1" fmla="*/ 346956 h 2184401"/>
              <a:gd name="connsiteX2" fmla="*/ 1922327 w 2080441"/>
              <a:gd name="connsiteY2" fmla="*/ 33587 h 2184401"/>
              <a:gd name="connsiteX3" fmla="*/ 2080441 w 2080441"/>
              <a:gd name="connsiteY3" fmla="*/ 0 h 2184401"/>
              <a:gd name="connsiteX4" fmla="*/ 744605 w 2080441"/>
              <a:gd name="connsiteY4" fmla="*/ 2184401 h 2184401"/>
              <a:gd name="connsiteX5" fmla="*/ 0 w 2080441"/>
              <a:gd name="connsiteY5" fmla="*/ 1729049 h 2184401"/>
              <a:gd name="connsiteX6" fmla="*/ 2517 w 2080441"/>
              <a:gd name="connsiteY6" fmla="*/ 1708531 h 2184401"/>
              <a:gd name="connsiteX7" fmla="*/ 252666 w 2080441"/>
              <a:gd name="connsiteY7" fmla="*/ 1071377 h 2184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80441" h="2184401">
                <a:moveTo>
                  <a:pt x="252666" y="1071377"/>
                </a:moveTo>
                <a:cubicBezTo>
                  <a:pt x="608406" y="519379"/>
                  <a:pt x="885786" y="912048"/>
                  <a:pt x="1448320" y="346956"/>
                </a:cubicBezTo>
                <a:cubicBezTo>
                  <a:pt x="1619221" y="175250"/>
                  <a:pt x="1765407" y="81808"/>
                  <a:pt x="1922327" y="33587"/>
                </a:cubicBezTo>
                <a:lnTo>
                  <a:pt x="2080441" y="0"/>
                </a:lnTo>
                <a:lnTo>
                  <a:pt x="744605" y="2184401"/>
                </a:lnTo>
                <a:lnTo>
                  <a:pt x="0" y="1729049"/>
                </a:lnTo>
                <a:lnTo>
                  <a:pt x="2517" y="1708531"/>
                </a:lnTo>
                <a:cubicBezTo>
                  <a:pt x="46357" y="1460913"/>
                  <a:pt x="137582" y="1249835"/>
                  <a:pt x="252666" y="1071377"/>
                </a:cubicBezTo>
                <a:close/>
              </a:path>
            </a:pathLst>
          </a:custGeom>
          <a:solidFill>
            <a:srgbClr val="BAC5F4">
              <a:alpha val="15000"/>
            </a:srgbClr>
          </a:solidFill>
          <a:ln w="663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19" name="任意多边形: 形状 218" descr="D:\51PPT模板网\51pptmoban.com\图片.jpg"/>
          <p:cNvSpPr/>
          <p:nvPr/>
        </p:nvSpPr>
        <p:spPr>
          <a:xfrm rot="14984251" flipH="1">
            <a:off x="4375877" y="-983498"/>
            <a:ext cx="1109497" cy="2234110"/>
          </a:xfrm>
          <a:custGeom>
            <a:avLst/>
            <a:gdLst>
              <a:gd name="connsiteX0" fmla="*/ 0 w 1109497"/>
              <a:gd name="connsiteY0" fmla="*/ 0 h 2234110"/>
              <a:gd name="connsiteX1" fmla="*/ 824760 w 1109497"/>
              <a:gd name="connsiteY1" fmla="*/ 2234110 h 2234110"/>
              <a:gd name="connsiteX2" fmla="*/ 859904 w 1109497"/>
              <a:gd name="connsiteY2" fmla="*/ 2190409 h 2234110"/>
              <a:gd name="connsiteX3" fmla="*/ 101111 w 1109497"/>
              <a:gd name="connsiteY3" fmla="*/ 23487 h 2234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09497" h="2234110">
                <a:moveTo>
                  <a:pt x="0" y="0"/>
                </a:moveTo>
                <a:lnTo>
                  <a:pt x="824760" y="2234110"/>
                </a:lnTo>
                <a:lnTo>
                  <a:pt x="859904" y="2190409"/>
                </a:lnTo>
                <a:cubicBezTo>
                  <a:pt x="1327241" y="1710093"/>
                  <a:pt x="1172987" y="318457"/>
                  <a:pt x="101111" y="23487"/>
                </a:cubicBezTo>
                <a:close/>
              </a:path>
            </a:pathLst>
          </a:custGeom>
          <a:solidFill>
            <a:srgbClr val="BAC5F4">
              <a:alpha val="10000"/>
            </a:srgbClr>
          </a:solidFill>
          <a:ln w="663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21" name="任意多边形: 形状 220"/>
          <p:cNvSpPr/>
          <p:nvPr/>
        </p:nvSpPr>
        <p:spPr>
          <a:xfrm rot="14984251" flipH="1">
            <a:off x="5057476" y="4840333"/>
            <a:ext cx="1588854" cy="3893052"/>
          </a:xfrm>
          <a:custGeom>
            <a:avLst/>
            <a:gdLst>
              <a:gd name="connsiteX0" fmla="*/ 427626 w 1588854"/>
              <a:gd name="connsiteY0" fmla="*/ 2661154 h 3893052"/>
              <a:gd name="connsiteX1" fmla="*/ 977213 w 1588854"/>
              <a:gd name="connsiteY1" fmla="*/ 3197805 h 3893052"/>
              <a:gd name="connsiteX2" fmla="*/ 1567732 w 1588854"/>
              <a:gd name="connsiteY2" fmla="*/ 3879743 h 3893052"/>
              <a:gd name="connsiteX3" fmla="*/ 1588854 w 1588854"/>
              <a:gd name="connsiteY3" fmla="*/ 3893052 h 3893052"/>
              <a:gd name="connsiteX4" fmla="*/ 151668 w 1588854"/>
              <a:gd name="connsiteY4" fmla="*/ 0 h 3893052"/>
              <a:gd name="connsiteX5" fmla="*/ 126780 w 1588854"/>
              <a:gd name="connsiteY5" fmla="*/ 54016 h 3893052"/>
              <a:gd name="connsiteX6" fmla="*/ 62570 w 1588854"/>
              <a:gd name="connsiteY6" fmla="*/ 1254919 h 3893052"/>
              <a:gd name="connsiteX7" fmla="*/ 427626 w 1588854"/>
              <a:gd name="connsiteY7" fmla="*/ 2661154 h 3893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88854" h="3893052">
                <a:moveTo>
                  <a:pt x="427626" y="2661154"/>
                </a:moveTo>
                <a:cubicBezTo>
                  <a:pt x="549219" y="2963875"/>
                  <a:pt x="672554" y="2995487"/>
                  <a:pt x="977213" y="3197805"/>
                </a:cubicBezTo>
                <a:cubicBezTo>
                  <a:pt x="1315722" y="3422604"/>
                  <a:pt x="1384061" y="3737733"/>
                  <a:pt x="1567732" y="3879743"/>
                </a:cubicBezTo>
                <a:lnTo>
                  <a:pt x="1588854" y="3893052"/>
                </a:lnTo>
                <a:lnTo>
                  <a:pt x="151668" y="0"/>
                </a:lnTo>
                <a:lnTo>
                  <a:pt x="126780" y="54016"/>
                </a:lnTo>
                <a:cubicBezTo>
                  <a:pt x="-1235" y="372103"/>
                  <a:pt x="-49101" y="767995"/>
                  <a:pt x="62570" y="1254919"/>
                </a:cubicBezTo>
                <a:cubicBezTo>
                  <a:pt x="239532" y="2026253"/>
                  <a:pt x="333052" y="2425705"/>
                  <a:pt x="427626" y="2661154"/>
                </a:cubicBezTo>
                <a:close/>
              </a:path>
            </a:pathLst>
          </a:custGeom>
          <a:solidFill>
            <a:srgbClr val="BAC5F4">
              <a:alpha val="10000"/>
            </a:srgbClr>
          </a:solidFill>
          <a:ln w="663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grpSp>
        <p:nvGrpSpPr>
          <p:cNvPr id="164" name="组合 163"/>
          <p:cNvGrpSpPr/>
          <p:nvPr/>
        </p:nvGrpSpPr>
        <p:grpSpPr>
          <a:xfrm>
            <a:off x="902835" y="2302830"/>
            <a:ext cx="5196889" cy="616350"/>
            <a:chOff x="902835" y="1974450"/>
            <a:chExt cx="5196889" cy="616350"/>
          </a:xfrm>
        </p:grpSpPr>
        <p:sp>
          <p:nvSpPr>
            <p:cNvPr id="3" name="椭圆 2"/>
            <p:cNvSpPr/>
            <p:nvPr/>
          </p:nvSpPr>
          <p:spPr>
            <a:xfrm>
              <a:off x="902835" y="1974450"/>
              <a:ext cx="5196889" cy="597932"/>
            </a:xfrm>
            <a:custGeom>
              <a:avLst/>
              <a:gdLst>
                <a:gd name="connsiteX0" fmla="*/ 0 w 5082540"/>
                <a:gd name="connsiteY0" fmla="*/ 395730 h 791459"/>
                <a:gd name="connsiteX1" fmla="*/ 2541270 w 5082540"/>
                <a:gd name="connsiteY1" fmla="*/ 0 h 791459"/>
                <a:gd name="connsiteX2" fmla="*/ 5082540 w 5082540"/>
                <a:gd name="connsiteY2" fmla="*/ 395730 h 791459"/>
                <a:gd name="connsiteX3" fmla="*/ 2541270 w 5082540"/>
                <a:gd name="connsiteY3" fmla="*/ 791460 h 791459"/>
                <a:gd name="connsiteX4" fmla="*/ 0 w 5082540"/>
                <a:gd name="connsiteY4" fmla="*/ 395730 h 791459"/>
                <a:gd name="connsiteX0-1" fmla="*/ 145828 w 5228368"/>
                <a:gd name="connsiteY0-2" fmla="*/ 395730 h 715260"/>
                <a:gd name="connsiteX1-3" fmla="*/ 2687098 w 5228368"/>
                <a:gd name="connsiteY1-4" fmla="*/ 0 h 715260"/>
                <a:gd name="connsiteX2-5" fmla="*/ 5228368 w 5228368"/>
                <a:gd name="connsiteY2-6" fmla="*/ 395730 h 715260"/>
                <a:gd name="connsiteX3-7" fmla="*/ 1208818 w 5228368"/>
                <a:gd name="connsiteY3-8" fmla="*/ 715260 h 715260"/>
                <a:gd name="connsiteX4-9" fmla="*/ 145828 w 5228368"/>
                <a:gd name="connsiteY4-10" fmla="*/ 395730 h 715260"/>
                <a:gd name="connsiteX0-11" fmla="*/ 220894 w 5303434"/>
                <a:gd name="connsiteY0-12" fmla="*/ 334770 h 654300"/>
                <a:gd name="connsiteX1-13" fmla="*/ 3775624 w 5303434"/>
                <a:gd name="connsiteY1-14" fmla="*/ 0 h 654300"/>
                <a:gd name="connsiteX2-15" fmla="*/ 5303434 w 5303434"/>
                <a:gd name="connsiteY2-16" fmla="*/ 334770 h 654300"/>
                <a:gd name="connsiteX3-17" fmla="*/ 1283884 w 5303434"/>
                <a:gd name="connsiteY3-18" fmla="*/ 654300 h 654300"/>
                <a:gd name="connsiteX4-19" fmla="*/ 220894 w 5303434"/>
                <a:gd name="connsiteY4-20" fmla="*/ 334770 h 654300"/>
                <a:gd name="connsiteX0-21" fmla="*/ 131008 w 5213548"/>
                <a:gd name="connsiteY0-22" fmla="*/ 165594 h 664455"/>
                <a:gd name="connsiteX1-23" fmla="*/ 3685738 w 5213548"/>
                <a:gd name="connsiteY1-24" fmla="*/ 6084 h 664455"/>
                <a:gd name="connsiteX2-25" fmla="*/ 5213548 w 5213548"/>
                <a:gd name="connsiteY2-26" fmla="*/ 340854 h 664455"/>
                <a:gd name="connsiteX3-27" fmla="*/ 1193998 w 5213548"/>
                <a:gd name="connsiteY3-28" fmla="*/ 660384 h 664455"/>
                <a:gd name="connsiteX4-29" fmla="*/ 131008 w 5213548"/>
                <a:gd name="connsiteY4-30" fmla="*/ 165594 h 664455"/>
                <a:gd name="connsiteX0-31" fmla="*/ 106935 w 5189475"/>
                <a:gd name="connsiteY0-32" fmla="*/ 217356 h 716217"/>
                <a:gd name="connsiteX1-33" fmla="*/ 3661665 w 5189475"/>
                <a:gd name="connsiteY1-34" fmla="*/ 57846 h 716217"/>
                <a:gd name="connsiteX2-35" fmla="*/ 5189475 w 5189475"/>
                <a:gd name="connsiteY2-36" fmla="*/ 392616 h 716217"/>
                <a:gd name="connsiteX3-37" fmla="*/ 1169925 w 5189475"/>
                <a:gd name="connsiteY3-38" fmla="*/ 712146 h 716217"/>
                <a:gd name="connsiteX4-39" fmla="*/ 106935 w 5189475"/>
                <a:gd name="connsiteY4-40" fmla="*/ 217356 h 716217"/>
                <a:gd name="connsiteX0-41" fmla="*/ 106935 w 5189475"/>
                <a:gd name="connsiteY0-42" fmla="*/ 217356 h 743830"/>
                <a:gd name="connsiteX1-43" fmla="*/ 3661665 w 5189475"/>
                <a:gd name="connsiteY1-44" fmla="*/ 57846 h 743830"/>
                <a:gd name="connsiteX2-45" fmla="*/ 5189475 w 5189475"/>
                <a:gd name="connsiteY2-46" fmla="*/ 392616 h 743830"/>
                <a:gd name="connsiteX3-47" fmla="*/ 1169925 w 5189475"/>
                <a:gd name="connsiteY3-48" fmla="*/ 712146 h 743830"/>
                <a:gd name="connsiteX4-49" fmla="*/ 106935 w 5189475"/>
                <a:gd name="connsiteY4-50" fmla="*/ 217356 h 743830"/>
                <a:gd name="connsiteX0-51" fmla="*/ 106935 w 5194775"/>
                <a:gd name="connsiteY0-52" fmla="*/ 217356 h 743830"/>
                <a:gd name="connsiteX1-53" fmla="*/ 3661665 w 5194775"/>
                <a:gd name="connsiteY1-54" fmla="*/ 57846 h 743830"/>
                <a:gd name="connsiteX2-55" fmla="*/ 5189475 w 5194775"/>
                <a:gd name="connsiteY2-56" fmla="*/ 392616 h 743830"/>
                <a:gd name="connsiteX3-57" fmla="*/ 1169925 w 5194775"/>
                <a:gd name="connsiteY3-58" fmla="*/ 712146 h 743830"/>
                <a:gd name="connsiteX4-59" fmla="*/ 106935 w 5194775"/>
                <a:gd name="connsiteY4-60" fmla="*/ 217356 h 743830"/>
                <a:gd name="connsiteX0-61" fmla="*/ 107430 w 5193674"/>
                <a:gd name="connsiteY0-62" fmla="*/ 187556 h 714030"/>
                <a:gd name="connsiteX1-63" fmla="*/ 3304020 w 5193674"/>
                <a:gd name="connsiteY1-64" fmla="*/ 5186 h 714030"/>
                <a:gd name="connsiteX2-65" fmla="*/ 5189970 w 5193674"/>
                <a:gd name="connsiteY2-66" fmla="*/ 362816 h 714030"/>
                <a:gd name="connsiteX3-67" fmla="*/ 1170420 w 5193674"/>
                <a:gd name="connsiteY3-68" fmla="*/ 682346 h 714030"/>
                <a:gd name="connsiteX4-69" fmla="*/ 107430 w 5193674"/>
                <a:gd name="connsiteY4-70" fmla="*/ 187556 h 714030"/>
                <a:gd name="connsiteX0-71" fmla="*/ 89779 w 5176023"/>
                <a:gd name="connsiteY0-72" fmla="*/ 218381 h 744855"/>
                <a:gd name="connsiteX1-73" fmla="*/ 3286369 w 5176023"/>
                <a:gd name="connsiteY1-74" fmla="*/ 36011 h 744855"/>
                <a:gd name="connsiteX2-75" fmla="*/ 5172319 w 5176023"/>
                <a:gd name="connsiteY2-76" fmla="*/ 393641 h 744855"/>
                <a:gd name="connsiteX3-77" fmla="*/ 1152769 w 5176023"/>
                <a:gd name="connsiteY3-78" fmla="*/ 713171 h 744855"/>
                <a:gd name="connsiteX4-79" fmla="*/ 89779 w 5176023"/>
                <a:gd name="connsiteY4-80" fmla="*/ 218381 h 744855"/>
                <a:gd name="connsiteX0-81" fmla="*/ 86611 w 5210975"/>
                <a:gd name="connsiteY0-82" fmla="*/ 245965 h 723357"/>
                <a:gd name="connsiteX1-83" fmla="*/ 3321301 w 5210975"/>
                <a:gd name="connsiteY1-84" fmla="*/ 17875 h 723357"/>
                <a:gd name="connsiteX2-85" fmla="*/ 5207251 w 5210975"/>
                <a:gd name="connsiteY2-86" fmla="*/ 375505 h 723357"/>
                <a:gd name="connsiteX3-87" fmla="*/ 1187701 w 5210975"/>
                <a:gd name="connsiteY3-88" fmla="*/ 695035 h 723357"/>
                <a:gd name="connsiteX4-89" fmla="*/ 86611 w 5210975"/>
                <a:gd name="connsiteY4-90" fmla="*/ 245965 h 723357"/>
                <a:gd name="connsiteX0-91" fmla="*/ 43224 w 5167588"/>
                <a:gd name="connsiteY0-92" fmla="*/ 255515 h 732907"/>
                <a:gd name="connsiteX1-93" fmla="*/ 3277914 w 5167588"/>
                <a:gd name="connsiteY1-94" fmla="*/ 27425 h 732907"/>
                <a:gd name="connsiteX2-95" fmla="*/ 5163864 w 5167588"/>
                <a:gd name="connsiteY2-96" fmla="*/ 385055 h 732907"/>
                <a:gd name="connsiteX3-97" fmla="*/ 1144314 w 5167588"/>
                <a:gd name="connsiteY3-98" fmla="*/ 704585 h 732907"/>
                <a:gd name="connsiteX4-99" fmla="*/ 43224 w 5167588"/>
                <a:gd name="connsiteY4-100" fmla="*/ 255515 h 732907"/>
                <a:gd name="connsiteX0-101" fmla="*/ 28682 w 5153046"/>
                <a:gd name="connsiteY0-102" fmla="*/ 257665 h 735057"/>
                <a:gd name="connsiteX1-103" fmla="*/ 3263372 w 5153046"/>
                <a:gd name="connsiteY1-104" fmla="*/ 29575 h 735057"/>
                <a:gd name="connsiteX2-105" fmla="*/ 5149322 w 5153046"/>
                <a:gd name="connsiteY2-106" fmla="*/ 387205 h 735057"/>
                <a:gd name="connsiteX3-107" fmla="*/ 1129772 w 5153046"/>
                <a:gd name="connsiteY3-108" fmla="*/ 706735 h 735057"/>
                <a:gd name="connsiteX4-109" fmla="*/ 28682 w 5153046"/>
                <a:gd name="connsiteY4-110" fmla="*/ 257665 h 735057"/>
                <a:gd name="connsiteX0-111" fmla="*/ 45765 w 5170129"/>
                <a:gd name="connsiteY0-112" fmla="*/ 259882 h 737274"/>
                <a:gd name="connsiteX1-113" fmla="*/ 3280455 w 5170129"/>
                <a:gd name="connsiteY1-114" fmla="*/ 31792 h 737274"/>
                <a:gd name="connsiteX2-115" fmla="*/ 5166405 w 5170129"/>
                <a:gd name="connsiteY2-116" fmla="*/ 389422 h 737274"/>
                <a:gd name="connsiteX3-117" fmla="*/ 1146855 w 5170129"/>
                <a:gd name="connsiteY3-118" fmla="*/ 708952 h 737274"/>
                <a:gd name="connsiteX4-119" fmla="*/ 45765 w 5170129"/>
                <a:gd name="connsiteY4-120" fmla="*/ 259882 h 737274"/>
                <a:gd name="connsiteX0-121" fmla="*/ 72525 w 5196889"/>
                <a:gd name="connsiteY0-122" fmla="*/ 266896 h 744288"/>
                <a:gd name="connsiteX1-123" fmla="*/ 3307215 w 5196889"/>
                <a:gd name="connsiteY1-124" fmla="*/ 38806 h 744288"/>
                <a:gd name="connsiteX2-125" fmla="*/ 5193165 w 5196889"/>
                <a:gd name="connsiteY2-126" fmla="*/ 396436 h 744288"/>
                <a:gd name="connsiteX3-127" fmla="*/ 1173615 w 5196889"/>
                <a:gd name="connsiteY3-128" fmla="*/ 715966 h 744288"/>
                <a:gd name="connsiteX4-129" fmla="*/ 72525 w 5196889"/>
                <a:gd name="connsiteY4-130" fmla="*/ 266896 h 74428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5196889" h="744288">
                  <a:moveTo>
                    <a:pt x="72525" y="266896"/>
                  </a:moveTo>
                  <a:cubicBezTo>
                    <a:pt x="344305" y="-112664"/>
                    <a:pt x="2453775" y="17216"/>
                    <a:pt x="3307215" y="38806"/>
                  </a:cubicBezTo>
                  <a:cubicBezTo>
                    <a:pt x="4160655" y="60396"/>
                    <a:pt x="5269365" y="25480"/>
                    <a:pt x="5193165" y="396436"/>
                  </a:cubicBezTo>
                  <a:cubicBezTo>
                    <a:pt x="5155065" y="851212"/>
                    <a:pt x="2027055" y="737556"/>
                    <a:pt x="1173615" y="715966"/>
                  </a:cubicBezTo>
                  <a:cubicBezTo>
                    <a:pt x="320175" y="694376"/>
                    <a:pt x="-199255" y="646456"/>
                    <a:pt x="72525" y="266896"/>
                  </a:cubicBezTo>
                  <a:close/>
                </a:path>
              </a:pathLst>
            </a:custGeom>
            <a:solidFill>
              <a:srgbClr val="B0C0F4"/>
            </a:solidFill>
            <a:ln w="66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4" name="椭圆 3"/>
            <p:cNvSpPr/>
            <p:nvPr/>
          </p:nvSpPr>
          <p:spPr>
            <a:xfrm>
              <a:off x="1544273" y="1974450"/>
              <a:ext cx="616350" cy="616350"/>
            </a:xfrm>
            <a:prstGeom prst="ellipse">
              <a:avLst/>
            </a:prstGeom>
            <a:solidFill>
              <a:srgbClr val="6887EA"/>
            </a:solidFill>
            <a:ln w="66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2557990" y="2111161"/>
              <a:ext cx="269250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solidFill>
                    <a:schemeClr val="bg1"/>
                  </a:solidFill>
                </a:rPr>
                <a:t>单击此处添加标题文本</a:t>
              </a:r>
              <a:endParaRPr lang="zh-CN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601045" y="2050707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solidFill>
                    <a:schemeClr val="bg1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rPr>
                <a:t>03</a:t>
              </a:r>
              <a:endParaRPr lang="zh-CN" altLang="en-US" sz="2400" dirty="0">
                <a:solidFill>
                  <a:schemeClr val="bg1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</a:endParaRPr>
            </a:p>
          </p:txBody>
        </p:sp>
      </p:grpSp>
      <p:sp>
        <p:nvSpPr>
          <p:cNvPr id="165" name="文本框 164"/>
          <p:cNvSpPr txBox="1"/>
          <p:nvPr/>
        </p:nvSpPr>
        <p:spPr>
          <a:xfrm>
            <a:off x="916881" y="3234399"/>
            <a:ext cx="5730662" cy="1174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此处添加详细文本描述，建议与标题相关并符合整体语言风格，语言描述尽量简洁生动。尽量将每页幻灯片的字数控制在200字以内，据统计每页幻灯片的最好控制在5分钟之内。此处添加详细文本描述，建议与标题相关并符合整体语言风格，语言描述尽量简洁生动。</a:t>
            </a:r>
            <a:endParaRPr lang="zh-CN" altLang="en-US" sz="1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497555" y="249084"/>
            <a:ext cx="5196889" cy="616350"/>
            <a:chOff x="902835" y="1974450"/>
            <a:chExt cx="5196889" cy="616350"/>
          </a:xfrm>
        </p:grpSpPr>
        <p:sp>
          <p:nvSpPr>
            <p:cNvPr id="166" name="椭圆 2"/>
            <p:cNvSpPr/>
            <p:nvPr/>
          </p:nvSpPr>
          <p:spPr>
            <a:xfrm>
              <a:off x="902835" y="1974450"/>
              <a:ext cx="5196889" cy="597932"/>
            </a:xfrm>
            <a:custGeom>
              <a:avLst/>
              <a:gdLst>
                <a:gd name="connsiteX0" fmla="*/ 0 w 5082540"/>
                <a:gd name="connsiteY0" fmla="*/ 395730 h 791459"/>
                <a:gd name="connsiteX1" fmla="*/ 2541270 w 5082540"/>
                <a:gd name="connsiteY1" fmla="*/ 0 h 791459"/>
                <a:gd name="connsiteX2" fmla="*/ 5082540 w 5082540"/>
                <a:gd name="connsiteY2" fmla="*/ 395730 h 791459"/>
                <a:gd name="connsiteX3" fmla="*/ 2541270 w 5082540"/>
                <a:gd name="connsiteY3" fmla="*/ 791460 h 791459"/>
                <a:gd name="connsiteX4" fmla="*/ 0 w 5082540"/>
                <a:gd name="connsiteY4" fmla="*/ 395730 h 791459"/>
                <a:gd name="connsiteX0-1" fmla="*/ 145828 w 5228368"/>
                <a:gd name="connsiteY0-2" fmla="*/ 395730 h 715260"/>
                <a:gd name="connsiteX1-3" fmla="*/ 2687098 w 5228368"/>
                <a:gd name="connsiteY1-4" fmla="*/ 0 h 715260"/>
                <a:gd name="connsiteX2-5" fmla="*/ 5228368 w 5228368"/>
                <a:gd name="connsiteY2-6" fmla="*/ 395730 h 715260"/>
                <a:gd name="connsiteX3-7" fmla="*/ 1208818 w 5228368"/>
                <a:gd name="connsiteY3-8" fmla="*/ 715260 h 715260"/>
                <a:gd name="connsiteX4-9" fmla="*/ 145828 w 5228368"/>
                <a:gd name="connsiteY4-10" fmla="*/ 395730 h 715260"/>
                <a:gd name="connsiteX0-11" fmla="*/ 220894 w 5303434"/>
                <a:gd name="connsiteY0-12" fmla="*/ 334770 h 654300"/>
                <a:gd name="connsiteX1-13" fmla="*/ 3775624 w 5303434"/>
                <a:gd name="connsiteY1-14" fmla="*/ 0 h 654300"/>
                <a:gd name="connsiteX2-15" fmla="*/ 5303434 w 5303434"/>
                <a:gd name="connsiteY2-16" fmla="*/ 334770 h 654300"/>
                <a:gd name="connsiteX3-17" fmla="*/ 1283884 w 5303434"/>
                <a:gd name="connsiteY3-18" fmla="*/ 654300 h 654300"/>
                <a:gd name="connsiteX4-19" fmla="*/ 220894 w 5303434"/>
                <a:gd name="connsiteY4-20" fmla="*/ 334770 h 654300"/>
                <a:gd name="connsiteX0-21" fmla="*/ 131008 w 5213548"/>
                <a:gd name="connsiteY0-22" fmla="*/ 165594 h 664455"/>
                <a:gd name="connsiteX1-23" fmla="*/ 3685738 w 5213548"/>
                <a:gd name="connsiteY1-24" fmla="*/ 6084 h 664455"/>
                <a:gd name="connsiteX2-25" fmla="*/ 5213548 w 5213548"/>
                <a:gd name="connsiteY2-26" fmla="*/ 340854 h 664455"/>
                <a:gd name="connsiteX3-27" fmla="*/ 1193998 w 5213548"/>
                <a:gd name="connsiteY3-28" fmla="*/ 660384 h 664455"/>
                <a:gd name="connsiteX4-29" fmla="*/ 131008 w 5213548"/>
                <a:gd name="connsiteY4-30" fmla="*/ 165594 h 664455"/>
                <a:gd name="connsiteX0-31" fmla="*/ 106935 w 5189475"/>
                <a:gd name="connsiteY0-32" fmla="*/ 217356 h 716217"/>
                <a:gd name="connsiteX1-33" fmla="*/ 3661665 w 5189475"/>
                <a:gd name="connsiteY1-34" fmla="*/ 57846 h 716217"/>
                <a:gd name="connsiteX2-35" fmla="*/ 5189475 w 5189475"/>
                <a:gd name="connsiteY2-36" fmla="*/ 392616 h 716217"/>
                <a:gd name="connsiteX3-37" fmla="*/ 1169925 w 5189475"/>
                <a:gd name="connsiteY3-38" fmla="*/ 712146 h 716217"/>
                <a:gd name="connsiteX4-39" fmla="*/ 106935 w 5189475"/>
                <a:gd name="connsiteY4-40" fmla="*/ 217356 h 716217"/>
                <a:gd name="connsiteX0-41" fmla="*/ 106935 w 5189475"/>
                <a:gd name="connsiteY0-42" fmla="*/ 217356 h 743830"/>
                <a:gd name="connsiteX1-43" fmla="*/ 3661665 w 5189475"/>
                <a:gd name="connsiteY1-44" fmla="*/ 57846 h 743830"/>
                <a:gd name="connsiteX2-45" fmla="*/ 5189475 w 5189475"/>
                <a:gd name="connsiteY2-46" fmla="*/ 392616 h 743830"/>
                <a:gd name="connsiteX3-47" fmla="*/ 1169925 w 5189475"/>
                <a:gd name="connsiteY3-48" fmla="*/ 712146 h 743830"/>
                <a:gd name="connsiteX4-49" fmla="*/ 106935 w 5189475"/>
                <a:gd name="connsiteY4-50" fmla="*/ 217356 h 743830"/>
                <a:gd name="connsiteX0-51" fmla="*/ 106935 w 5194775"/>
                <a:gd name="connsiteY0-52" fmla="*/ 217356 h 743830"/>
                <a:gd name="connsiteX1-53" fmla="*/ 3661665 w 5194775"/>
                <a:gd name="connsiteY1-54" fmla="*/ 57846 h 743830"/>
                <a:gd name="connsiteX2-55" fmla="*/ 5189475 w 5194775"/>
                <a:gd name="connsiteY2-56" fmla="*/ 392616 h 743830"/>
                <a:gd name="connsiteX3-57" fmla="*/ 1169925 w 5194775"/>
                <a:gd name="connsiteY3-58" fmla="*/ 712146 h 743830"/>
                <a:gd name="connsiteX4-59" fmla="*/ 106935 w 5194775"/>
                <a:gd name="connsiteY4-60" fmla="*/ 217356 h 743830"/>
                <a:gd name="connsiteX0-61" fmla="*/ 107430 w 5193674"/>
                <a:gd name="connsiteY0-62" fmla="*/ 187556 h 714030"/>
                <a:gd name="connsiteX1-63" fmla="*/ 3304020 w 5193674"/>
                <a:gd name="connsiteY1-64" fmla="*/ 5186 h 714030"/>
                <a:gd name="connsiteX2-65" fmla="*/ 5189970 w 5193674"/>
                <a:gd name="connsiteY2-66" fmla="*/ 362816 h 714030"/>
                <a:gd name="connsiteX3-67" fmla="*/ 1170420 w 5193674"/>
                <a:gd name="connsiteY3-68" fmla="*/ 682346 h 714030"/>
                <a:gd name="connsiteX4-69" fmla="*/ 107430 w 5193674"/>
                <a:gd name="connsiteY4-70" fmla="*/ 187556 h 714030"/>
                <a:gd name="connsiteX0-71" fmla="*/ 89779 w 5176023"/>
                <a:gd name="connsiteY0-72" fmla="*/ 218381 h 744855"/>
                <a:gd name="connsiteX1-73" fmla="*/ 3286369 w 5176023"/>
                <a:gd name="connsiteY1-74" fmla="*/ 36011 h 744855"/>
                <a:gd name="connsiteX2-75" fmla="*/ 5172319 w 5176023"/>
                <a:gd name="connsiteY2-76" fmla="*/ 393641 h 744855"/>
                <a:gd name="connsiteX3-77" fmla="*/ 1152769 w 5176023"/>
                <a:gd name="connsiteY3-78" fmla="*/ 713171 h 744855"/>
                <a:gd name="connsiteX4-79" fmla="*/ 89779 w 5176023"/>
                <a:gd name="connsiteY4-80" fmla="*/ 218381 h 744855"/>
                <a:gd name="connsiteX0-81" fmla="*/ 86611 w 5210975"/>
                <a:gd name="connsiteY0-82" fmla="*/ 245965 h 723357"/>
                <a:gd name="connsiteX1-83" fmla="*/ 3321301 w 5210975"/>
                <a:gd name="connsiteY1-84" fmla="*/ 17875 h 723357"/>
                <a:gd name="connsiteX2-85" fmla="*/ 5207251 w 5210975"/>
                <a:gd name="connsiteY2-86" fmla="*/ 375505 h 723357"/>
                <a:gd name="connsiteX3-87" fmla="*/ 1187701 w 5210975"/>
                <a:gd name="connsiteY3-88" fmla="*/ 695035 h 723357"/>
                <a:gd name="connsiteX4-89" fmla="*/ 86611 w 5210975"/>
                <a:gd name="connsiteY4-90" fmla="*/ 245965 h 723357"/>
                <a:gd name="connsiteX0-91" fmla="*/ 43224 w 5167588"/>
                <a:gd name="connsiteY0-92" fmla="*/ 255515 h 732907"/>
                <a:gd name="connsiteX1-93" fmla="*/ 3277914 w 5167588"/>
                <a:gd name="connsiteY1-94" fmla="*/ 27425 h 732907"/>
                <a:gd name="connsiteX2-95" fmla="*/ 5163864 w 5167588"/>
                <a:gd name="connsiteY2-96" fmla="*/ 385055 h 732907"/>
                <a:gd name="connsiteX3-97" fmla="*/ 1144314 w 5167588"/>
                <a:gd name="connsiteY3-98" fmla="*/ 704585 h 732907"/>
                <a:gd name="connsiteX4-99" fmla="*/ 43224 w 5167588"/>
                <a:gd name="connsiteY4-100" fmla="*/ 255515 h 732907"/>
                <a:gd name="connsiteX0-101" fmla="*/ 28682 w 5153046"/>
                <a:gd name="connsiteY0-102" fmla="*/ 257665 h 735057"/>
                <a:gd name="connsiteX1-103" fmla="*/ 3263372 w 5153046"/>
                <a:gd name="connsiteY1-104" fmla="*/ 29575 h 735057"/>
                <a:gd name="connsiteX2-105" fmla="*/ 5149322 w 5153046"/>
                <a:gd name="connsiteY2-106" fmla="*/ 387205 h 735057"/>
                <a:gd name="connsiteX3-107" fmla="*/ 1129772 w 5153046"/>
                <a:gd name="connsiteY3-108" fmla="*/ 706735 h 735057"/>
                <a:gd name="connsiteX4-109" fmla="*/ 28682 w 5153046"/>
                <a:gd name="connsiteY4-110" fmla="*/ 257665 h 735057"/>
                <a:gd name="connsiteX0-111" fmla="*/ 45765 w 5170129"/>
                <a:gd name="connsiteY0-112" fmla="*/ 259882 h 737274"/>
                <a:gd name="connsiteX1-113" fmla="*/ 3280455 w 5170129"/>
                <a:gd name="connsiteY1-114" fmla="*/ 31792 h 737274"/>
                <a:gd name="connsiteX2-115" fmla="*/ 5166405 w 5170129"/>
                <a:gd name="connsiteY2-116" fmla="*/ 389422 h 737274"/>
                <a:gd name="connsiteX3-117" fmla="*/ 1146855 w 5170129"/>
                <a:gd name="connsiteY3-118" fmla="*/ 708952 h 737274"/>
                <a:gd name="connsiteX4-119" fmla="*/ 45765 w 5170129"/>
                <a:gd name="connsiteY4-120" fmla="*/ 259882 h 737274"/>
                <a:gd name="connsiteX0-121" fmla="*/ 72525 w 5196889"/>
                <a:gd name="connsiteY0-122" fmla="*/ 266896 h 744288"/>
                <a:gd name="connsiteX1-123" fmla="*/ 3307215 w 5196889"/>
                <a:gd name="connsiteY1-124" fmla="*/ 38806 h 744288"/>
                <a:gd name="connsiteX2-125" fmla="*/ 5193165 w 5196889"/>
                <a:gd name="connsiteY2-126" fmla="*/ 396436 h 744288"/>
                <a:gd name="connsiteX3-127" fmla="*/ 1173615 w 5196889"/>
                <a:gd name="connsiteY3-128" fmla="*/ 715966 h 744288"/>
                <a:gd name="connsiteX4-129" fmla="*/ 72525 w 5196889"/>
                <a:gd name="connsiteY4-130" fmla="*/ 266896 h 74428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5196889" h="744288">
                  <a:moveTo>
                    <a:pt x="72525" y="266896"/>
                  </a:moveTo>
                  <a:cubicBezTo>
                    <a:pt x="344305" y="-112664"/>
                    <a:pt x="2453775" y="17216"/>
                    <a:pt x="3307215" y="38806"/>
                  </a:cubicBezTo>
                  <a:cubicBezTo>
                    <a:pt x="4160655" y="60396"/>
                    <a:pt x="5269365" y="25480"/>
                    <a:pt x="5193165" y="396436"/>
                  </a:cubicBezTo>
                  <a:cubicBezTo>
                    <a:pt x="5155065" y="851212"/>
                    <a:pt x="2027055" y="737556"/>
                    <a:pt x="1173615" y="715966"/>
                  </a:cubicBezTo>
                  <a:cubicBezTo>
                    <a:pt x="320175" y="694376"/>
                    <a:pt x="-199255" y="646456"/>
                    <a:pt x="72525" y="266896"/>
                  </a:cubicBezTo>
                  <a:close/>
                </a:path>
              </a:pathLst>
            </a:custGeom>
            <a:solidFill>
              <a:srgbClr val="B0C0F4"/>
            </a:solidFill>
            <a:ln w="66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167" name="椭圆 166"/>
            <p:cNvSpPr/>
            <p:nvPr/>
          </p:nvSpPr>
          <p:spPr>
            <a:xfrm>
              <a:off x="1544273" y="1974450"/>
              <a:ext cx="616350" cy="616350"/>
            </a:xfrm>
            <a:prstGeom prst="ellipse">
              <a:avLst/>
            </a:prstGeom>
            <a:solidFill>
              <a:srgbClr val="6887EA"/>
            </a:solidFill>
            <a:ln w="66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168" name="文本框 167"/>
            <p:cNvSpPr txBox="1"/>
            <p:nvPr/>
          </p:nvSpPr>
          <p:spPr>
            <a:xfrm>
              <a:off x="2557990" y="2111161"/>
              <a:ext cx="269250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solidFill>
                    <a:schemeClr val="bg1"/>
                  </a:solidFill>
                </a:rPr>
                <a:t>单击此处添加标题文本</a:t>
              </a:r>
              <a:endParaRPr lang="zh-CN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169" name="文本框 168"/>
            <p:cNvSpPr txBox="1"/>
            <p:nvPr/>
          </p:nvSpPr>
          <p:spPr>
            <a:xfrm>
              <a:off x="1601045" y="2050707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solidFill>
                    <a:schemeClr val="bg1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rPr>
                <a:t>03</a:t>
              </a:r>
              <a:endParaRPr lang="zh-CN" altLang="en-US" sz="2400" dirty="0">
                <a:solidFill>
                  <a:schemeClr val="bg1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</a:endParaRPr>
            </a:p>
          </p:txBody>
        </p:sp>
      </p:grpSp>
      <p:sp>
        <p:nvSpPr>
          <p:cNvPr id="21" name="Freeform 5" descr="D:\51PPT模板网\51pptmoban.com\图片.jpg"/>
          <p:cNvSpPr/>
          <p:nvPr/>
        </p:nvSpPr>
        <p:spPr bwMode="auto">
          <a:xfrm rot="2700000">
            <a:off x="5612775" y="2075514"/>
            <a:ext cx="1917046" cy="702160"/>
          </a:xfrm>
          <a:custGeom>
            <a:avLst/>
            <a:gdLst>
              <a:gd name="T0" fmla="*/ 2147483647 w 821"/>
              <a:gd name="T1" fmla="*/ 2147483647 h 301"/>
              <a:gd name="T2" fmla="*/ 0 w 821"/>
              <a:gd name="T3" fmla="*/ 2147483647 h 301"/>
              <a:gd name="T4" fmla="*/ 2147483647 w 821"/>
              <a:gd name="T5" fmla="*/ 2147483647 h 301"/>
              <a:gd name="T6" fmla="*/ 2147483647 w 821"/>
              <a:gd name="T7" fmla="*/ 0 h 301"/>
              <a:gd name="T8" fmla="*/ 2147483647 w 821"/>
              <a:gd name="T9" fmla="*/ 0 h 301"/>
              <a:gd name="T10" fmla="*/ 2147483647 w 821"/>
              <a:gd name="T11" fmla="*/ 2147483647 h 30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821"/>
              <a:gd name="T19" fmla="*/ 0 h 301"/>
              <a:gd name="T20" fmla="*/ 821 w 821"/>
              <a:gd name="T21" fmla="*/ 301 h 301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821" h="301">
                <a:moveTo>
                  <a:pt x="282" y="20"/>
                </a:moveTo>
                <a:cubicBezTo>
                  <a:pt x="0" y="301"/>
                  <a:pt x="0" y="301"/>
                  <a:pt x="0" y="301"/>
                </a:cubicBezTo>
                <a:cubicBezTo>
                  <a:pt x="821" y="301"/>
                  <a:pt x="821" y="301"/>
                  <a:pt x="821" y="301"/>
                </a:cubicBezTo>
                <a:cubicBezTo>
                  <a:pt x="821" y="0"/>
                  <a:pt x="821" y="0"/>
                  <a:pt x="821" y="0"/>
                </a:cubicBezTo>
                <a:cubicBezTo>
                  <a:pt x="328" y="0"/>
                  <a:pt x="328" y="0"/>
                  <a:pt x="328" y="0"/>
                </a:cubicBezTo>
                <a:cubicBezTo>
                  <a:pt x="302" y="7"/>
                  <a:pt x="290" y="15"/>
                  <a:pt x="282" y="20"/>
                </a:cubicBezTo>
                <a:close/>
              </a:path>
            </a:pathLst>
          </a:custGeom>
          <a:solidFill>
            <a:srgbClr val="B0C0F4"/>
          </a:solidFill>
          <a:ln>
            <a:noFill/>
          </a:ln>
        </p:spPr>
        <p:txBody>
          <a:bodyPr/>
          <a:lstStyle/>
          <a:p>
            <a:endParaRPr lang="zh-CN" altLang="en-US" sz="1350">
              <a:latin typeface="Arial" panose="020B0604020202020204" pitchFamily="34" charset="0"/>
            </a:endParaRPr>
          </a:p>
        </p:txBody>
      </p:sp>
      <p:sp>
        <p:nvSpPr>
          <p:cNvPr id="22" name="Freeform 6" descr="D:\51PPT模板网\51pptmoban.com\图片.jpg"/>
          <p:cNvSpPr/>
          <p:nvPr/>
        </p:nvSpPr>
        <p:spPr bwMode="auto">
          <a:xfrm rot="2700000">
            <a:off x="6937176" y="3171862"/>
            <a:ext cx="705449" cy="1916148"/>
          </a:xfrm>
          <a:custGeom>
            <a:avLst/>
            <a:gdLst>
              <a:gd name="T0" fmla="*/ 2147483647 w 302"/>
              <a:gd name="T1" fmla="*/ 2147483647 h 821"/>
              <a:gd name="T2" fmla="*/ 0 w 302"/>
              <a:gd name="T3" fmla="*/ 0 h 821"/>
              <a:gd name="T4" fmla="*/ 0 w 302"/>
              <a:gd name="T5" fmla="*/ 2147483647 h 821"/>
              <a:gd name="T6" fmla="*/ 2147483647 w 302"/>
              <a:gd name="T7" fmla="*/ 2147483647 h 821"/>
              <a:gd name="T8" fmla="*/ 2147483647 w 302"/>
              <a:gd name="T9" fmla="*/ 2147483647 h 821"/>
              <a:gd name="T10" fmla="*/ 2147483647 w 302"/>
              <a:gd name="T11" fmla="*/ 2147483647 h 82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02"/>
              <a:gd name="T19" fmla="*/ 0 h 821"/>
              <a:gd name="T20" fmla="*/ 302 w 302"/>
              <a:gd name="T21" fmla="*/ 821 h 821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02" h="821">
                <a:moveTo>
                  <a:pt x="282" y="282"/>
                </a:moveTo>
                <a:cubicBezTo>
                  <a:pt x="0" y="0"/>
                  <a:pt x="0" y="0"/>
                  <a:pt x="0" y="0"/>
                </a:cubicBezTo>
                <a:cubicBezTo>
                  <a:pt x="0" y="821"/>
                  <a:pt x="0" y="821"/>
                  <a:pt x="0" y="821"/>
                </a:cubicBezTo>
                <a:cubicBezTo>
                  <a:pt x="302" y="821"/>
                  <a:pt x="302" y="821"/>
                  <a:pt x="302" y="821"/>
                </a:cubicBezTo>
                <a:cubicBezTo>
                  <a:pt x="302" y="328"/>
                  <a:pt x="302" y="328"/>
                  <a:pt x="302" y="328"/>
                </a:cubicBezTo>
                <a:cubicBezTo>
                  <a:pt x="295" y="301"/>
                  <a:pt x="286" y="290"/>
                  <a:pt x="282" y="282"/>
                </a:cubicBezTo>
                <a:close/>
              </a:path>
            </a:pathLst>
          </a:custGeom>
          <a:solidFill>
            <a:srgbClr val="B0C0F4"/>
          </a:solidFill>
          <a:ln>
            <a:noFill/>
          </a:ln>
        </p:spPr>
        <p:txBody>
          <a:bodyPr/>
          <a:lstStyle/>
          <a:p>
            <a:endParaRPr lang="zh-CN" altLang="en-US" sz="1350">
              <a:latin typeface="Arial" panose="020B0604020202020204" pitchFamily="34" charset="0"/>
            </a:endParaRPr>
          </a:p>
        </p:txBody>
      </p:sp>
      <p:sp>
        <p:nvSpPr>
          <p:cNvPr id="23" name="Freeform 7"/>
          <p:cNvSpPr/>
          <p:nvPr/>
        </p:nvSpPr>
        <p:spPr bwMode="auto">
          <a:xfrm rot="2700000">
            <a:off x="6459116" y="2714243"/>
            <a:ext cx="1840088" cy="1062116"/>
          </a:xfrm>
          <a:custGeom>
            <a:avLst/>
            <a:gdLst>
              <a:gd name="T0" fmla="*/ 2147483647 w 788"/>
              <a:gd name="T1" fmla="*/ 2147483647 h 455"/>
              <a:gd name="T2" fmla="*/ 2147483647 w 788"/>
              <a:gd name="T3" fmla="*/ 2147483647 h 455"/>
              <a:gd name="T4" fmla="*/ 2147483647 w 788"/>
              <a:gd name="T5" fmla="*/ 2147483647 h 455"/>
              <a:gd name="T6" fmla="*/ 2147483647 w 788"/>
              <a:gd name="T7" fmla="*/ 2147483647 h 455"/>
              <a:gd name="T8" fmla="*/ 2147483647 w 788"/>
              <a:gd name="T9" fmla="*/ 2147483647 h 455"/>
              <a:gd name="T10" fmla="*/ 2147483647 w 788"/>
              <a:gd name="T11" fmla="*/ 2147483647 h 455"/>
              <a:gd name="T12" fmla="*/ 2147483647 w 788"/>
              <a:gd name="T13" fmla="*/ 2147483647 h 455"/>
              <a:gd name="T14" fmla="*/ 2147483647 w 788"/>
              <a:gd name="T15" fmla="*/ 2147483647 h 455"/>
              <a:gd name="T16" fmla="*/ 2147483647 w 788"/>
              <a:gd name="T17" fmla="*/ 2147483647 h 455"/>
              <a:gd name="T18" fmla="*/ 2147483647 w 788"/>
              <a:gd name="T19" fmla="*/ 2147483647 h 455"/>
              <a:gd name="T20" fmla="*/ 2147483647 w 788"/>
              <a:gd name="T21" fmla="*/ 2147483647 h 455"/>
              <a:gd name="T22" fmla="*/ 2147483647 w 788"/>
              <a:gd name="T23" fmla="*/ 2147483647 h 455"/>
              <a:gd name="T24" fmla="*/ 2147483647 w 788"/>
              <a:gd name="T25" fmla="*/ 2147483647 h 455"/>
              <a:gd name="T26" fmla="*/ 2147483647 w 788"/>
              <a:gd name="T27" fmla="*/ 2147483647 h 455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788"/>
              <a:gd name="T43" fmla="*/ 0 h 455"/>
              <a:gd name="T44" fmla="*/ 788 w 788"/>
              <a:gd name="T45" fmla="*/ 455 h 455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788" h="455">
                <a:moveTo>
                  <a:pt x="492" y="94"/>
                </a:moveTo>
                <a:cubicBezTo>
                  <a:pt x="477" y="78"/>
                  <a:pt x="445" y="75"/>
                  <a:pt x="418" y="75"/>
                </a:cubicBezTo>
                <a:cubicBezTo>
                  <a:pt x="241" y="75"/>
                  <a:pt x="241" y="75"/>
                  <a:pt x="241" y="75"/>
                </a:cubicBezTo>
                <a:cubicBezTo>
                  <a:pt x="241" y="29"/>
                  <a:pt x="241" y="29"/>
                  <a:pt x="241" y="29"/>
                </a:cubicBezTo>
                <a:cubicBezTo>
                  <a:pt x="241" y="12"/>
                  <a:pt x="222" y="0"/>
                  <a:pt x="207" y="12"/>
                </a:cubicBezTo>
                <a:cubicBezTo>
                  <a:pt x="16" y="202"/>
                  <a:pt x="16" y="202"/>
                  <a:pt x="16" y="202"/>
                </a:cubicBezTo>
                <a:cubicBezTo>
                  <a:pt x="0" y="216"/>
                  <a:pt x="0" y="238"/>
                  <a:pt x="16" y="252"/>
                </a:cubicBezTo>
                <a:cubicBezTo>
                  <a:pt x="207" y="442"/>
                  <a:pt x="207" y="442"/>
                  <a:pt x="207" y="442"/>
                </a:cubicBezTo>
                <a:cubicBezTo>
                  <a:pt x="222" y="455"/>
                  <a:pt x="241" y="444"/>
                  <a:pt x="241" y="426"/>
                </a:cubicBezTo>
                <a:cubicBezTo>
                  <a:pt x="241" y="381"/>
                  <a:pt x="241" y="381"/>
                  <a:pt x="241" y="381"/>
                </a:cubicBezTo>
                <a:cubicBezTo>
                  <a:pt x="241" y="381"/>
                  <a:pt x="633" y="381"/>
                  <a:pt x="683" y="381"/>
                </a:cubicBezTo>
                <a:cubicBezTo>
                  <a:pt x="739" y="381"/>
                  <a:pt x="784" y="411"/>
                  <a:pt x="784" y="446"/>
                </a:cubicBezTo>
                <a:cubicBezTo>
                  <a:pt x="784" y="446"/>
                  <a:pt x="788" y="421"/>
                  <a:pt x="763" y="390"/>
                </a:cubicBezTo>
                <a:cubicBezTo>
                  <a:pt x="750" y="375"/>
                  <a:pt x="492" y="94"/>
                  <a:pt x="492" y="94"/>
                </a:cubicBezTo>
                <a:close/>
              </a:path>
            </a:pathLst>
          </a:custGeom>
          <a:solidFill>
            <a:srgbClr val="6887EA"/>
          </a:solidFill>
          <a:ln>
            <a:noFill/>
          </a:ln>
        </p:spPr>
        <p:txBody>
          <a:bodyPr/>
          <a:lstStyle/>
          <a:p>
            <a:endParaRPr lang="zh-CN" altLang="en-US" sz="135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24" name="Freeform 8"/>
          <p:cNvSpPr/>
          <p:nvPr/>
        </p:nvSpPr>
        <p:spPr bwMode="auto">
          <a:xfrm rot="2700000">
            <a:off x="4634007" y="4497098"/>
            <a:ext cx="1915072" cy="702160"/>
          </a:xfrm>
          <a:custGeom>
            <a:avLst/>
            <a:gdLst>
              <a:gd name="T0" fmla="*/ 2147483647 w 820"/>
              <a:gd name="T1" fmla="*/ 2147483647 h 301"/>
              <a:gd name="T2" fmla="*/ 2147483647 w 820"/>
              <a:gd name="T3" fmla="*/ 0 h 301"/>
              <a:gd name="T4" fmla="*/ 0 w 820"/>
              <a:gd name="T5" fmla="*/ 0 h 301"/>
              <a:gd name="T6" fmla="*/ 0 w 820"/>
              <a:gd name="T7" fmla="*/ 2147483647 h 301"/>
              <a:gd name="T8" fmla="*/ 2147483647 w 820"/>
              <a:gd name="T9" fmla="*/ 2147483647 h 301"/>
              <a:gd name="T10" fmla="*/ 2147483647 w 820"/>
              <a:gd name="T11" fmla="*/ 2147483647 h 30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820"/>
              <a:gd name="T19" fmla="*/ 0 h 301"/>
              <a:gd name="T20" fmla="*/ 820 w 820"/>
              <a:gd name="T21" fmla="*/ 301 h 301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820" h="301">
                <a:moveTo>
                  <a:pt x="539" y="282"/>
                </a:moveTo>
                <a:cubicBezTo>
                  <a:pt x="820" y="0"/>
                  <a:pt x="820" y="0"/>
                  <a:pt x="82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301"/>
                  <a:pt x="0" y="301"/>
                  <a:pt x="0" y="301"/>
                </a:cubicBezTo>
                <a:cubicBezTo>
                  <a:pt x="493" y="301"/>
                  <a:pt x="493" y="301"/>
                  <a:pt x="493" y="301"/>
                </a:cubicBezTo>
                <a:cubicBezTo>
                  <a:pt x="519" y="294"/>
                  <a:pt x="531" y="286"/>
                  <a:pt x="539" y="282"/>
                </a:cubicBezTo>
                <a:close/>
              </a:path>
            </a:pathLst>
          </a:custGeom>
          <a:solidFill>
            <a:srgbClr val="B0C0F4"/>
          </a:solidFill>
          <a:ln>
            <a:noFill/>
          </a:ln>
        </p:spPr>
        <p:txBody>
          <a:bodyPr/>
          <a:lstStyle/>
          <a:p>
            <a:endParaRPr lang="zh-CN" altLang="en-US" sz="1350">
              <a:latin typeface="Arial" panose="020B0604020202020204" pitchFamily="34" charset="0"/>
            </a:endParaRPr>
          </a:p>
        </p:txBody>
      </p:sp>
      <p:sp>
        <p:nvSpPr>
          <p:cNvPr id="25" name="Freeform 9"/>
          <p:cNvSpPr/>
          <p:nvPr/>
        </p:nvSpPr>
        <p:spPr bwMode="auto">
          <a:xfrm rot="2700000">
            <a:off x="5938852" y="4016856"/>
            <a:ext cx="1067547" cy="1846130"/>
          </a:xfrm>
          <a:custGeom>
            <a:avLst/>
            <a:gdLst>
              <a:gd name="T0" fmla="*/ 2147483647 w 457"/>
              <a:gd name="T1" fmla="*/ 2147483647 h 791"/>
              <a:gd name="T2" fmla="*/ 2147483647 w 457"/>
              <a:gd name="T3" fmla="*/ 2147483647 h 791"/>
              <a:gd name="T4" fmla="*/ 2147483647 w 457"/>
              <a:gd name="T5" fmla="*/ 2147483647 h 791"/>
              <a:gd name="T6" fmla="*/ 2147483647 w 457"/>
              <a:gd name="T7" fmla="*/ 2147483647 h 791"/>
              <a:gd name="T8" fmla="*/ 2147483647 w 457"/>
              <a:gd name="T9" fmla="*/ 2147483647 h 791"/>
              <a:gd name="T10" fmla="*/ 2147483647 w 457"/>
              <a:gd name="T11" fmla="*/ 2147483647 h 791"/>
              <a:gd name="T12" fmla="*/ 2147483647 w 457"/>
              <a:gd name="T13" fmla="*/ 2147483647 h 791"/>
              <a:gd name="T14" fmla="*/ 2147483647 w 457"/>
              <a:gd name="T15" fmla="*/ 2147483647 h 791"/>
              <a:gd name="T16" fmla="*/ 2147483647 w 457"/>
              <a:gd name="T17" fmla="*/ 2147483647 h 791"/>
              <a:gd name="T18" fmla="*/ 2147483647 w 457"/>
              <a:gd name="T19" fmla="*/ 2147483647 h 791"/>
              <a:gd name="T20" fmla="*/ 2147483647 w 457"/>
              <a:gd name="T21" fmla="*/ 2147483647 h 791"/>
              <a:gd name="T22" fmla="*/ 0 w 457"/>
              <a:gd name="T23" fmla="*/ 2147483647 h 791"/>
              <a:gd name="T24" fmla="*/ 2147483647 w 457"/>
              <a:gd name="T25" fmla="*/ 2147483647 h 791"/>
              <a:gd name="T26" fmla="*/ 2147483647 w 457"/>
              <a:gd name="T27" fmla="*/ 2147483647 h 791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457"/>
              <a:gd name="T43" fmla="*/ 0 h 791"/>
              <a:gd name="T44" fmla="*/ 457 w 457"/>
              <a:gd name="T45" fmla="*/ 791 h 791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457" h="791">
                <a:moveTo>
                  <a:pt x="363" y="492"/>
                </a:moveTo>
                <a:cubicBezTo>
                  <a:pt x="378" y="477"/>
                  <a:pt x="381" y="445"/>
                  <a:pt x="381" y="418"/>
                </a:cubicBezTo>
                <a:cubicBezTo>
                  <a:pt x="381" y="241"/>
                  <a:pt x="381" y="241"/>
                  <a:pt x="381" y="241"/>
                </a:cubicBezTo>
                <a:cubicBezTo>
                  <a:pt x="428" y="241"/>
                  <a:pt x="428" y="241"/>
                  <a:pt x="428" y="241"/>
                </a:cubicBezTo>
                <a:cubicBezTo>
                  <a:pt x="445" y="241"/>
                  <a:pt x="457" y="221"/>
                  <a:pt x="444" y="207"/>
                </a:cubicBezTo>
                <a:cubicBezTo>
                  <a:pt x="254" y="16"/>
                  <a:pt x="254" y="16"/>
                  <a:pt x="254" y="16"/>
                </a:cubicBezTo>
                <a:cubicBezTo>
                  <a:pt x="241" y="0"/>
                  <a:pt x="218" y="0"/>
                  <a:pt x="204" y="16"/>
                </a:cubicBezTo>
                <a:cubicBezTo>
                  <a:pt x="15" y="207"/>
                  <a:pt x="15" y="207"/>
                  <a:pt x="15" y="207"/>
                </a:cubicBezTo>
                <a:cubicBezTo>
                  <a:pt x="2" y="222"/>
                  <a:pt x="13" y="241"/>
                  <a:pt x="31" y="241"/>
                </a:cubicBezTo>
                <a:cubicBezTo>
                  <a:pt x="75" y="241"/>
                  <a:pt x="75" y="241"/>
                  <a:pt x="75" y="241"/>
                </a:cubicBezTo>
                <a:cubicBezTo>
                  <a:pt x="75" y="241"/>
                  <a:pt x="75" y="633"/>
                  <a:pt x="75" y="683"/>
                </a:cubicBezTo>
                <a:cubicBezTo>
                  <a:pt x="75" y="739"/>
                  <a:pt x="42" y="784"/>
                  <a:pt x="0" y="784"/>
                </a:cubicBezTo>
                <a:cubicBezTo>
                  <a:pt x="0" y="784"/>
                  <a:pt x="31" y="791"/>
                  <a:pt x="66" y="762"/>
                </a:cubicBezTo>
                <a:cubicBezTo>
                  <a:pt x="81" y="750"/>
                  <a:pt x="363" y="492"/>
                  <a:pt x="363" y="492"/>
                </a:cubicBezTo>
                <a:close/>
              </a:path>
            </a:pathLst>
          </a:custGeom>
          <a:solidFill>
            <a:srgbClr val="6887EA"/>
          </a:solidFill>
          <a:ln>
            <a:noFill/>
          </a:ln>
        </p:spPr>
        <p:txBody>
          <a:bodyPr/>
          <a:lstStyle/>
          <a:p>
            <a:endParaRPr lang="zh-CN" altLang="en-US" sz="1350">
              <a:latin typeface="Arial" panose="020B0604020202020204" pitchFamily="34" charset="0"/>
            </a:endParaRPr>
          </a:p>
        </p:txBody>
      </p:sp>
      <p:sp>
        <p:nvSpPr>
          <p:cNvPr id="26" name="Freeform 10"/>
          <p:cNvSpPr/>
          <p:nvPr/>
        </p:nvSpPr>
        <p:spPr bwMode="auto">
          <a:xfrm rot="2700000">
            <a:off x="4519808" y="2185368"/>
            <a:ext cx="703477" cy="1916148"/>
          </a:xfrm>
          <a:custGeom>
            <a:avLst/>
            <a:gdLst>
              <a:gd name="T0" fmla="*/ 2147483647 w 301"/>
              <a:gd name="T1" fmla="*/ 2147483647 h 821"/>
              <a:gd name="T2" fmla="*/ 2147483647 w 301"/>
              <a:gd name="T3" fmla="*/ 2147483647 h 821"/>
              <a:gd name="T4" fmla="*/ 2147483647 w 301"/>
              <a:gd name="T5" fmla="*/ 0 h 821"/>
              <a:gd name="T6" fmla="*/ 0 w 301"/>
              <a:gd name="T7" fmla="*/ 0 h 821"/>
              <a:gd name="T8" fmla="*/ 0 w 301"/>
              <a:gd name="T9" fmla="*/ 2147483647 h 821"/>
              <a:gd name="T10" fmla="*/ 2147483647 w 301"/>
              <a:gd name="T11" fmla="*/ 2147483647 h 82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01"/>
              <a:gd name="T19" fmla="*/ 0 h 821"/>
              <a:gd name="T20" fmla="*/ 301 w 301"/>
              <a:gd name="T21" fmla="*/ 821 h 821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01" h="821">
                <a:moveTo>
                  <a:pt x="20" y="539"/>
                </a:moveTo>
                <a:cubicBezTo>
                  <a:pt x="301" y="821"/>
                  <a:pt x="301" y="821"/>
                  <a:pt x="301" y="821"/>
                </a:cubicBezTo>
                <a:cubicBezTo>
                  <a:pt x="301" y="0"/>
                  <a:pt x="301" y="0"/>
                  <a:pt x="301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493"/>
                  <a:pt x="0" y="493"/>
                  <a:pt x="0" y="493"/>
                </a:cubicBezTo>
                <a:cubicBezTo>
                  <a:pt x="7" y="520"/>
                  <a:pt x="15" y="532"/>
                  <a:pt x="20" y="539"/>
                </a:cubicBezTo>
                <a:close/>
              </a:path>
            </a:pathLst>
          </a:custGeom>
          <a:solidFill>
            <a:srgbClr val="B0C0F4"/>
          </a:solidFill>
          <a:ln>
            <a:noFill/>
          </a:ln>
        </p:spPr>
        <p:txBody>
          <a:bodyPr/>
          <a:lstStyle/>
          <a:p>
            <a:endParaRPr lang="zh-CN" altLang="en-US" sz="1350">
              <a:latin typeface="Arial" panose="020B0604020202020204" pitchFamily="34" charset="0"/>
            </a:endParaRPr>
          </a:p>
        </p:txBody>
      </p:sp>
      <p:sp>
        <p:nvSpPr>
          <p:cNvPr id="27" name="Freeform 11" descr="D:\51PPT模板网\51pptmoban.com\图片.jpg"/>
          <p:cNvSpPr/>
          <p:nvPr/>
        </p:nvSpPr>
        <p:spPr bwMode="auto">
          <a:xfrm rot="2700000">
            <a:off x="3857744" y="3493591"/>
            <a:ext cx="1846994" cy="1064089"/>
          </a:xfrm>
          <a:custGeom>
            <a:avLst/>
            <a:gdLst>
              <a:gd name="T0" fmla="*/ 2147483647 w 791"/>
              <a:gd name="T1" fmla="*/ 2147483647 h 456"/>
              <a:gd name="T2" fmla="*/ 2147483647 w 791"/>
              <a:gd name="T3" fmla="*/ 2147483647 h 456"/>
              <a:gd name="T4" fmla="*/ 2147483647 w 791"/>
              <a:gd name="T5" fmla="*/ 2147483647 h 456"/>
              <a:gd name="T6" fmla="*/ 2147483647 w 791"/>
              <a:gd name="T7" fmla="*/ 2147483647 h 456"/>
              <a:gd name="T8" fmla="*/ 2147483647 w 791"/>
              <a:gd name="T9" fmla="*/ 2147483647 h 456"/>
              <a:gd name="T10" fmla="*/ 2147483647 w 791"/>
              <a:gd name="T11" fmla="*/ 2147483647 h 456"/>
              <a:gd name="T12" fmla="*/ 2147483647 w 791"/>
              <a:gd name="T13" fmla="*/ 2147483647 h 456"/>
              <a:gd name="T14" fmla="*/ 2147483647 w 791"/>
              <a:gd name="T15" fmla="*/ 2147483647 h 456"/>
              <a:gd name="T16" fmla="*/ 2147483647 w 791"/>
              <a:gd name="T17" fmla="*/ 2147483647 h 456"/>
              <a:gd name="T18" fmla="*/ 2147483647 w 791"/>
              <a:gd name="T19" fmla="*/ 2147483647 h 456"/>
              <a:gd name="T20" fmla="*/ 2147483647 w 791"/>
              <a:gd name="T21" fmla="*/ 2147483647 h 456"/>
              <a:gd name="T22" fmla="*/ 2147483647 w 791"/>
              <a:gd name="T23" fmla="*/ 0 h 456"/>
              <a:gd name="T24" fmla="*/ 2147483647 w 791"/>
              <a:gd name="T25" fmla="*/ 2147483647 h 456"/>
              <a:gd name="T26" fmla="*/ 2147483647 w 791"/>
              <a:gd name="T27" fmla="*/ 2147483647 h 45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791"/>
              <a:gd name="T43" fmla="*/ 0 h 456"/>
              <a:gd name="T44" fmla="*/ 791 w 791"/>
              <a:gd name="T45" fmla="*/ 456 h 45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791" h="456">
                <a:moveTo>
                  <a:pt x="298" y="362"/>
                </a:moveTo>
                <a:cubicBezTo>
                  <a:pt x="314" y="378"/>
                  <a:pt x="345" y="381"/>
                  <a:pt x="373" y="381"/>
                </a:cubicBezTo>
                <a:cubicBezTo>
                  <a:pt x="550" y="381"/>
                  <a:pt x="550" y="381"/>
                  <a:pt x="550" y="381"/>
                </a:cubicBezTo>
                <a:cubicBezTo>
                  <a:pt x="550" y="428"/>
                  <a:pt x="550" y="428"/>
                  <a:pt x="550" y="428"/>
                </a:cubicBezTo>
                <a:cubicBezTo>
                  <a:pt x="550" y="444"/>
                  <a:pt x="569" y="456"/>
                  <a:pt x="584" y="444"/>
                </a:cubicBezTo>
                <a:cubicBezTo>
                  <a:pt x="774" y="254"/>
                  <a:pt x="774" y="254"/>
                  <a:pt x="774" y="254"/>
                </a:cubicBezTo>
                <a:cubicBezTo>
                  <a:pt x="791" y="240"/>
                  <a:pt x="791" y="218"/>
                  <a:pt x="774" y="204"/>
                </a:cubicBezTo>
                <a:cubicBezTo>
                  <a:pt x="584" y="14"/>
                  <a:pt x="584" y="14"/>
                  <a:pt x="584" y="14"/>
                </a:cubicBezTo>
                <a:cubicBezTo>
                  <a:pt x="569" y="2"/>
                  <a:pt x="550" y="12"/>
                  <a:pt x="550" y="31"/>
                </a:cubicBezTo>
                <a:cubicBezTo>
                  <a:pt x="549" y="75"/>
                  <a:pt x="549" y="75"/>
                  <a:pt x="549" y="75"/>
                </a:cubicBezTo>
                <a:cubicBezTo>
                  <a:pt x="549" y="75"/>
                  <a:pt x="157" y="75"/>
                  <a:pt x="107" y="75"/>
                </a:cubicBezTo>
                <a:cubicBezTo>
                  <a:pt x="51" y="75"/>
                  <a:pt x="6" y="42"/>
                  <a:pt x="6" y="0"/>
                </a:cubicBezTo>
                <a:cubicBezTo>
                  <a:pt x="6" y="0"/>
                  <a:pt x="0" y="31"/>
                  <a:pt x="28" y="66"/>
                </a:cubicBezTo>
                <a:cubicBezTo>
                  <a:pt x="40" y="81"/>
                  <a:pt x="298" y="362"/>
                  <a:pt x="298" y="362"/>
                </a:cubicBezTo>
                <a:close/>
              </a:path>
            </a:pathLst>
          </a:custGeom>
          <a:solidFill>
            <a:srgbClr val="6887EA"/>
          </a:solidFill>
          <a:ln>
            <a:noFill/>
          </a:ln>
        </p:spPr>
        <p:txBody>
          <a:bodyPr/>
          <a:lstStyle/>
          <a:p>
            <a:endParaRPr lang="zh-CN" altLang="en-US" sz="1350">
              <a:latin typeface="Arial" panose="020B0604020202020204" pitchFamily="34" charset="0"/>
            </a:endParaRPr>
          </a:p>
        </p:txBody>
      </p:sp>
      <p:sp>
        <p:nvSpPr>
          <p:cNvPr id="20" name="Freeform 12"/>
          <p:cNvSpPr/>
          <p:nvPr/>
        </p:nvSpPr>
        <p:spPr bwMode="auto">
          <a:xfrm rot="2700000">
            <a:off x="5157838" y="1413184"/>
            <a:ext cx="1067546" cy="1846130"/>
          </a:xfrm>
          <a:custGeom>
            <a:avLst/>
            <a:gdLst>
              <a:gd name="T0" fmla="*/ 2147483647 w 457"/>
              <a:gd name="T1" fmla="*/ 2147483647 h 791"/>
              <a:gd name="T2" fmla="*/ 2147483647 w 457"/>
              <a:gd name="T3" fmla="*/ 2147483647 h 791"/>
              <a:gd name="T4" fmla="*/ 2147483647 w 457"/>
              <a:gd name="T5" fmla="*/ 2147483647 h 791"/>
              <a:gd name="T6" fmla="*/ 2147483647 w 457"/>
              <a:gd name="T7" fmla="*/ 2147483647 h 791"/>
              <a:gd name="T8" fmla="*/ 2147483647 w 457"/>
              <a:gd name="T9" fmla="*/ 2147483647 h 791"/>
              <a:gd name="T10" fmla="*/ 2147483647 w 457"/>
              <a:gd name="T11" fmla="*/ 2147483647 h 791"/>
              <a:gd name="T12" fmla="*/ 2147483647 w 457"/>
              <a:gd name="T13" fmla="*/ 2147483647 h 791"/>
              <a:gd name="T14" fmla="*/ 2147483647 w 457"/>
              <a:gd name="T15" fmla="*/ 2147483647 h 791"/>
              <a:gd name="T16" fmla="*/ 2147483647 w 457"/>
              <a:gd name="T17" fmla="*/ 2147483647 h 791"/>
              <a:gd name="T18" fmla="*/ 2147483647 w 457"/>
              <a:gd name="T19" fmla="*/ 2147483647 h 791"/>
              <a:gd name="T20" fmla="*/ 2147483647 w 457"/>
              <a:gd name="T21" fmla="*/ 2147483647 h 791"/>
              <a:gd name="T22" fmla="*/ 2147483647 w 457"/>
              <a:gd name="T23" fmla="*/ 2147483647 h 791"/>
              <a:gd name="T24" fmla="*/ 2147483647 w 457"/>
              <a:gd name="T25" fmla="*/ 2147483647 h 791"/>
              <a:gd name="T26" fmla="*/ 2147483647 w 457"/>
              <a:gd name="T27" fmla="*/ 2147483647 h 791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457"/>
              <a:gd name="T43" fmla="*/ 0 h 791"/>
              <a:gd name="T44" fmla="*/ 457 w 457"/>
              <a:gd name="T45" fmla="*/ 791 h 791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457" h="791">
                <a:moveTo>
                  <a:pt x="94" y="299"/>
                </a:moveTo>
                <a:cubicBezTo>
                  <a:pt x="79" y="315"/>
                  <a:pt x="75" y="346"/>
                  <a:pt x="75" y="373"/>
                </a:cubicBezTo>
                <a:cubicBezTo>
                  <a:pt x="75" y="550"/>
                  <a:pt x="75" y="550"/>
                  <a:pt x="75" y="550"/>
                </a:cubicBezTo>
                <a:cubicBezTo>
                  <a:pt x="29" y="550"/>
                  <a:pt x="29" y="550"/>
                  <a:pt x="29" y="550"/>
                </a:cubicBezTo>
                <a:cubicBezTo>
                  <a:pt x="12" y="550"/>
                  <a:pt x="0" y="570"/>
                  <a:pt x="13" y="585"/>
                </a:cubicBezTo>
                <a:cubicBezTo>
                  <a:pt x="202" y="775"/>
                  <a:pt x="202" y="775"/>
                  <a:pt x="202" y="775"/>
                </a:cubicBezTo>
                <a:cubicBezTo>
                  <a:pt x="216" y="791"/>
                  <a:pt x="239" y="791"/>
                  <a:pt x="253" y="775"/>
                </a:cubicBezTo>
                <a:cubicBezTo>
                  <a:pt x="442" y="585"/>
                  <a:pt x="442" y="585"/>
                  <a:pt x="442" y="585"/>
                </a:cubicBezTo>
                <a:cubicBezTo>
                  <a:pt x="455" y="570"/>
                  <a:pt x="444" y="550"/>
                  <a:pt x="426" y="550"/>
                </a:cubicBezTo>
                <a:cubicBezTo>
                  <a:pt x="381" y="550"/>
                  <a:pt x="381" y="550"/>
                  <a:pt x="381" y="550"/>
                </a:cubicBezTo>
                <a:cubicBezTo>
                  <a:pt x="381" y="550"/>
                  <a:pt x="381" y="158"/>
                  <a:pt x="381" y="108"/>
                </a:cubicBezTo>
                <a:cubicBezTo>
                  <a:pt x="381" y="52"/>
                  <a:pt x="414" y="7"/>
                  <a:pt x="457" y="7"/>
                </a:cubicBezTo>
                <a:cubicBezTo>
                  <a:pt x="457" y="7"/>
                  <a:pt x="426" y="0"/>
                  <a:pt x="390" y="29"/>
                </a:cubicBezTo>
                <a:cubicBezTo>
                  <a:pt x="375" y="41"/>
                  <a:pt x="94" y="299"/>
                  <a:pt x="94" y="299"/>
                </a:cubicBezTo>
                <a:close/>
              </a:path>
            </a:pathLst>
          </a:custGeom>
          <a:solidFill>
            <a:srgbClr val="6887EA"/>
          </a:solidFill>
          <a:ln>
            <a:noFill/>
          </a:ln>
        </p:spPr>
        <p:txBody>
          <a:bodyPr/>
          <a:lstStyle/>
          <a:p>
            <a:endParaRPr lang="zh-CN" altLang="en-US" sz="1350" dirty="0">
              <a:latin typeface="Arial" panose="020B0604020202020204" pitchFamily="34" charset="0"/>
            </a:endParaRPr>
          </a:p>
        </p:txBody>
      </p:sp>
      <p:sp>
        <p:nvSpPr>
          <p:cNvPr id="15" name="文本框 62"/>
          <p:cNvSpPr txBox="1">
            <a:spLocks noChangeArrowheads="1"/>
          </p:cNvSpPr>
          <p:nvPr/>
        </p:nvSpPr>
        <p:spPr bwMode="auto">
          <a:xfrm>
            <a:off x="5169242" y="2399089"/>
            <a:ext cx="482824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charset="-122"/>
                <a:cs typeface="微软雅黑 Light" panose="020B0502040204020203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charset="-122"/>
                <a:cs typeface="微软雅黑 Light" panose="020B0502040204020203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charset="-122"/>
                <a:cs typeface="微软雅黑 Light" panose="020B0502040204020203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charset="-122"/>
                <a:cs typeface="微软雅黑 Light" panose="020B0502040204020203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charset="-122"/>
                <a:cs typeface="微软雅黑 Light" panose="020B0502040204020203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charset="-122"/>
                <a:cs typeface="微软雅黑 Light" panose="020B0502040204020203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charset="-122"/>
                <a:cs typeface="微软雅黑 Light" panose="020B0502040204020203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charset="-122"/>
                <a:cs typeface="微软雅黑 Light" panose="020B0502040204020203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charset="-122"/>
                <a:cs typeface="微软雅黑 Light" panose="020B0502040204020203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zh-CN" sz="2100" dirty="0">
                <a:solidFill>
                  <a:schemeClr val="bg1"/>
                </a:solidFill>
                <a:latin typeface="Arial" panose="020B0604020202020204" pitchFamily="34" charset="0"/>
              </a:rPr>
              <a:t>01</a:t>
            </a:r>
            <a:endParaRPr lang="zh-CN" altLang="en-US" sz="21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6" name="文本框 63"/>
          <p:cNvSpPr txBox="1">
            <a:spLocks noChangeArrowheads="1"/>
          </p:cNvSpPr>
          <p:nvPr/>
        </p:nvSpPr>
        <p:spPr bwMode="auto">
          <a:xfrm>
            <a:off x="4871128" y="4145538"/>
            <a:ext cx="482824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charset="-122"/>
                <a:cs typeface="微软雅黑 Light" panose="020B0502040204020203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charset="-122"/>
                <a:cs typeface="微软雅黑 Light" panose="020B0502040204020203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charset="-122"/>
                <a:cs typeface="微软雅黑 Light" panose="020B0502040204020203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charset="-122"/>
                <a:cs typeface="微软雅黑 Light" panose="020B0502040204020203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charset="-122"/>
                <a:cs typeface="微软雅黑 Light" panose="020B0502040204020203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charset="-122"/>
                <a:cs typeface="微软雅黑 Light" panose="020B0502040204020203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charset="-122"/>
                <a:cs typeface="微软雅黑 Light" panose="020B0502040204020203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charset="-122"/>
                <a:cs typeface="微软雅黑 Light" panose="020B0502040204020203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charset="-122"/>
                <a:cs typeface="微软雅黑 Light" panose="020B0502040204020203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zh-CN" sz="2100" dirty="0">
                <a:solidFill>
                  <a:schemeClr val="bg1"/>
                </a:solidFill>
                <a:latin typeface="Arial" panose="020B0604020202020204" pitchFamily="34" charset="0"/>
              </a:rPr>
              <a:t>04</a:t>
            </a:r>
            <a:endParaRPr lang="zh-CN" altLang="en-US" sz="21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7" name="文本框 64"/>
          <p:cNvSpPr txBox="1">
            <a:spLocks noChangeArrowheads="1"/>
          </p:cNvSpPr>
          <p:nvPr/>
        </p:nvSpPr>
        <p:spPr bwMode="auto">
          <a:xfrm>
            <a:off x="6617015" y="4325906"/>
            <a:ext cx="482824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charset="-122"/>
                <a:cs typeface="微软雅黑 Light" panose="020B0502040204020203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charset="-122"/>
                <a:cs typeface="微软雅黑 Light" panose="020B0502040204020203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charset="-122"/>
                <a:cs typeface="微软雅黑 Light" panose="020B0502040204020203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charset="-122"/>
                <a:cs typeface="微软雅黑 Light" panose="020B0502040204020203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charset="-122"/>
                <a:cs typeface="微软雅黑 Light" panose="020B0502040204020203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charset="-122"/>
                <a:cs typeface="微软雅黑 Light" panose="020B0502040204020203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charset="-122"/>
                <a:cs typeface="微软雅黑 Light" panose="020B0502040204020203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charset="-122"/>
                <a:cs typeface="微软雅黑 Light" panose="020B0502040204020203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charset="-122"/>
                <a:cs typeface="微软雅黑 Light" panose="020B0502040204020203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zh-CN" sz="2100" dirty="0">
                <a:solidFill>
                  <a:schemeClr val="bg1"/>
                </a:solidFill>
                <a:latin typeface="Arial" panose="020B0604020202020204" pitchFamily="34" charset="0"/>
              </a:rPr>
              <a:t>03</a:t>
            </a:r>
            <a:endParaRPr lang="zh-CN" altLang="en-US" sz="21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8" name="文本框 65"/>
          <p:cNvSpPr txBox="1">
            <a:spLocks noChangeArrowheads="1"/>
          </p:cNvSpPr>
          <p:nvPr/>
        </p:nvSpPr>
        <p:spPr bwMode="auto">
          <a:xfrm>
            <a:off x="6834926" y="2679905"/>
            <a:ext cx="482824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charset="-122"/>
                <a:cs typeface="微软雅黑 Light" panose="020B0502040204020203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charset="-122"/>
                <a:cs typeface="微软雅黑 Light" panose="020B0502040204020203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charset="-122"/>
                <a:cs typeface="微软雅黑 Light" panose="020B0502040204020203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charset="-122"/>
                <a:cs typeface="微软雅黑 Light" panose="020B0502040204020203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charset="-122"/>
                <a:cs typeface="微软雅黑 Light" panose="020B0502040204020203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charset="-122"/>
                <a:cs typeface="微软雅黑 Light" panose="020B0502040204020203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charset="-122"/>
                <a:cs typeface="微软雅黑 Light" panose="020B0502040204020203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charset="-122"/>
                <a:cs typeface="微软雅黑 Light" panose="020B0502040204020203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charset="-122"/>
                <a:cs typeface="微软雅黑 Light" panose="020B0502040204020203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zh-CN" sz="2100" dirty="0">
                <a:solidFill>
                  <a:schemeClr val="bg1"/>
                </a:solidFill>
                <a:latin typeface="Arial" panose="020B0604020202020204" pitchFamily="34" charset="0"/>
              </a:rPr>
              <a:t>02</a:t>
            </a:r>
            <a:endParaRPr lang="zh-CN" altLang="en-US" sz="21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941281" y="1617597"/>
            <a:ext cx="2984539" cy="816522"/>
            <a:chOff x="283598" y="1906534"/>
            <a:chExt cx="2984539" cy="816522"/>
          </a:xfrm>
        </p:grpSpPr>
        <p:sp>
          <p:nvSpPr>
            <p:cNvPr id="4" name="文本框 3"/>
            <p:cNvSpPr txBox="1"/>
            <p:nvPr/>
          </p:nvSpPr>
          <p:spPr>
            <a:xfrm>
              <a:off x="283598" y="2190603"/>
              <a:ext cx="2966425" cy="5324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r"/>
              <a:r>
                <a:rPr lang="zh-CN" altLang="en-US" sz="1000" dirty="0">
                  <a:solidFill>
                    <a:schemeClr val="tx1"/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sz="1000" dirty="0">
                  <a:solidFill>
                    <a:schemeClr val="tx1"/>
                  </a:solidFill>
                  <a:sym typeface="HarmonyOS Sans SC Light" panose="00000400000000000000" pitchFamily="2" charset="-122"/>
                </a:rPr>
                <a:t>... ...</a:t>
              </a:r>
              <a:endParaRPr lang="en-US" altLang="zh-CN" sz="1000" dirty="0">
                <a:solidFill>
                  <a:schemeClr val="tx1"/>
                </a:solidFill>
                <a:sym typeface="HarmonyOS Sans SC Light" panose="00000400000000000000" pitchFamily="2" charset="-122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1032570" y="1906534"/>
              <a:ext cx="22355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r"/>
              <a:r>
                <a:rPr lang="zh-CN" altLang="en-US" sz="1600" dirty="0">
                  <a:solidFill>
                    <a:schemeClr val="tx1"/>
                  </a:solidFill>
                  <a:sym typeface="HarmonyOS Sans SC Light" panose="00000400000000000000" pitchFamily="2" charset="-122"/>
                </a:rPr>
                <a:t>添加标题文本</a:t>
              </a:r>
              <a:endParaRPr lang="zh-CN" altLang="en-US" sz="1600" dirty="0">
                <a:solidFill>
                  <a:schemeClr val="tx1"/>
                </a:solidFill>
                <a:sym typeface="HarmonyOS Sans SC Light" panose="00000400000000000000" pitchFamily="2" charset="-122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7431069" y="4778111"/>
            <a:ext cx="2966425" cy="816522"/>
            <a:chOff x="283598" y="1906534"/>
            <a:chExt cx="2966425" cy="816522"/>
          </a:xfrm>
        </p:grpSpPr>
        <p:sp>
          <p:nvSpPr>
            <p:cNvPr id="7" name="文本框 6"/>
            <p:cNvSpPr txBox="1"/>
            <p:nvPr/>
          </p:nvSpPr>
          <p:spPr>
            <a:xfrm>
              <a:off x="283598" y="2190603"/>
              <a:ext cx="2966425" cy="5324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000" dirty="0">
                  <a:solidFill>
                    <a:schemeClr val="tx1"/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sz="1000" dirty="0">
                  <a:solidFill>
                    <a:schemeClr val="tx1"/>
                  </a:solidFill>
                  <a:sym typeface="HarmonyOS Sans SC Light" panose="00000400000000000000" pitchFamily="2" charset="-122"/>
                </a:rPr>
                <a:t>... ...</a:t>
              </a:r>
              <a:endParaRPr lang="en-US" altLang="zh-CN" sz="1000" dirty="0">
                <a:solidFill>
                  <a:schemeClr val="tx1"/>
                </a:solidFill>
                <a:sym typeface="HarmonyOS Sans SC Light" panose="00000400000000000000" pitchFamily="2" charset="-122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283599" y="1906534"/>
              <a:ext cx="22355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chemeClr val="tx1"/>
                  </a:solidFill>
                  <a:sym typeface="HarmonyOS Sans SC Light" panose="00000400000000000000" pitchFamily="2" charset="-122"/>
                </a:rPr>
                <a:t>添加标题文本</a:t>
              </a:r>
              <a:endParaRPr lang="zh-CN" altLang="en-US" dirty="0">
                <a:solidFill>
                  <a:schemeClr val="tx1"/>
                </a:solidFill>
                <a:sym typeface="HarmonyOS Sans SC Light" panose="00000400000000000000" pitchFamily="2" charset="-122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1528890" y="4454361"/>
            <a:ext cx="2984539" cy="816522"/>
            <a:chOff x="283598" y="1906534"/>
            <a:chExt cx="2984539" cy="816522"/>
          </a:xfrm>
        </p:grpSpPr>
        <p:sp>
          <p:nvSpPr>
            <p:cNvPr id="37" name="文本框 36"/>
            <p:cNvSpPr txBox="1"/>
            <p:nvPr/>
          </p:nvSpPr>
          <p:spPr>
            <a:xfrm>
              <a:off x="283598" y="2190603"/>
              <a:ext cx="2966425" cy="5324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r"/>
              <a:r>
                <a:rPr lang="zh-CN" altLang="en-US" sz="1000" dirty="0">
                  <a:solidFill>
                    <a:schemeClr val="tx1"/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sz="1000" dirty="0">
                  <a:solidFill>
                    <a:schemeClr val="tx1"/>
                  </a:solidFill>
                  <a:sym typeface="HarmonyOS Sans SC Light" panose="00000400000000000000" pitchFamily="2" charset="-122"/>
                </a:rPr>
                <a:t>... ...</a:t>
              </a:r>
              <a:endParaRPr lang="en-US" altLang="zh-CN" sz="1000" dirty="0">
                <a:solidFill>
                  <a:schemeClr val="tx1"/>
                </a:solidFill>
                <a:sym typeface="HarmonyOS Sans SC Light" panose="00000400000000000000" pitchFamily="2" charset="-122"/>
              </a:endParaRPr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1032570" y="1906534"/>
              <a:ext cx="22355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r"/>
              <a:r>
                <a:rPr lang="zh-CN" altLang="en-US" sz="1600" dirty="0">
                  <a:solidFill>
                    <a:schemeClr val="tx1"/>
                  </a:solidFill>
                  <a:sym typeface="HarmonyOS Sans SC Light" panose="00000400000000000000" pitchFamily="2" charset="-122"/>
                </a:rPr>
                <a:t>添加标题文本</a:t>
              </a:r>
              <a:endParaRPr lang="zh-CN" altLang="en-US" sz="1600" dirty="0">
                <a:solidFill>
                  <a:schemeClr val="tx1"/>
                </a:solidFill>
                <a:sym typeface="HarmonyOS Sans SC Light" panose="00000400000000000000" pitchFamily="2" charset="-122"/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7658397" y="2025858"/>
            <a:ext cx="2966425" cy="816522"/>
            <a:chOff x="283598" y="1906534"/>
            <a:chExt cx="2966425" cy="816522"/>
          </a:xfrm>
        </p:grpSpPr>
        <p:sp>
          <p:nvSpPr>
            <p:cNvPr id="40" name="文本框 39"/>
            <p:cNvSpPr txBox="1"/>
            <p:nvPr/>
          </p:nvSpPr>
          <p:spPr>
            <a:xfrm>
              <a:off x="283598" y="2190603"/>
              <a:ext cx="2966425" cy="5324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000" dirty="0">
                  <a:solidFill>
                    <a:schemeClr val="tx1"/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sz="1000" dirty="0">
                  <a:solidFill>
                    <a:schemeClr val="tx1"/>
                  </a:solidFill>
                  <a:sym typeface="HarmonyOS Sans SC Light" panose="00000400000000000000" pitchFamily="2" charset="-122"/>
                </a:rPr>
                <a:t>... ...</a:t>
              </a:r>
              <a:endParaRPr lang="en-US" altLang="zh-CN" sz="1000" dirty="0">
                <a:solidFill>
                  <a:schemeClr val="tx1"/>
                </a:solidFill>
                <a:sym typeface="HarmonyOS Sans SC Light" panose="00000400000000000000" pitchFamily="2" charset="-122"/>
              </a:endParaRP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283599" y="1906534"/>
              <a:ext cx="22355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chemeClr val="tx1"/>
                  </a:solidFill>
                  <a:sym typeface="HarmonyOS Sans SC Light" panose="00000400000000000000" pitchFamily="2" charset="-122"/>
                </a:rPr>
                <a:t>添加标题文本</a:t>
              </a:r>
              <a:endParaRPr lang="zh-CN" altLang="en-US" dirty="0">
                <a:solidFill>
                  <a:schemeClr val="tx1"/>
                </a:solidFill>
                <a:sym typeface="HarmonyOS Sans SC Light" panose="00000400000000000000" pitchFamily="2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497555" y="249084"/>
            <a:ext cx="5196889" cy="616350"/>
            <a:chOff x="902835" y="1974450"/>
            <a:chExt cx="5196889" cy="616350"/>
          </a:xfrm>
        </p:grpSpPr>
        <p:sp>
          <p:nvSpPr>
            <p:cNvPr id="166" name="椭圆 2"/>
            <p:cNvSpPr/>
            <p:nvPr/>
          </p:nvSpPr>
          <p:spPr>
            <a:xfrm>
              <a:off x="902835" y="1974450"/>
              <a:ext cx="5196889" cy="597932"/>
            </a:xfrm>
            <a:custGeom>
              <a:avLst/>
              <a:gdLst>
                <a:gd name="connsiteX0" fmla="*/ 0 w 5082540"/>
                <a:gd name="connsiteY0" fmla="*/ 395730 h 791459"/>
                <a:gd name="connsiteX1" fmla="*/ 2541270 w 5082540"/>
                <a:gd name="connsiteY1" fmla="*/ 0 h 791459"/>
                <a:gd name="connsiteX2" fmla="*/ 5082540 w 5082540"/>
                <a:gd name="connsiteY2" fmla="*/ 395730 h 791459"/>
                <a:gd name="connsiteX3" fmla="*/ 2541270 w 5082540"/>
                <a:gd name="connsiteY3" fmla="*/ 791460 h 791459"/>
                <a:gd name="connsiteX4" fmla="*/ 0 w 5082540"/>
                <a:gd name="connsiteY4" fmla="*/ 395730 h 791459"/>
                <a:gd name="connsiteX0-1" fmla="*/ 145828 w 5228368"/>
                <a:gd name="connsiteY0-2" fmla="*/ 395730 h 715260"/>
                <a:gd name="connsiteX1-3" fmla="*/ 2687098 w 5228368"/>
                <a:gd name="connsiteY1-4" fmla="*/ 0 h 715260"/>
                <a:gd name="connsiteX2-5" fmla="*/ 5228368 w 5228368"/>
                <a:gd name="connsiteY2-6" fmla="*/ 395730 h 715260"/>
                <a:gd name="connsiteX3-7" fmla="*/ 1208818 w 5228368"/>
                <a:gd name="connsiteY3-8" fmla="*/ 715260 h 715260"/>
                <a:gd name="connsiteX4-9" fmla="*/ 145828 w 5228368"/>
                <a:gd name="connsiteY4-10" fmla="*/ 395730 h 715260"/>
                <a:gd name="connsiteX0-11" fmla="*/ 220894 w 5303434"/>
                <a:gd name="connsiteY0-12" fmla="*/ 334770 h 654300"/>
                <a:gd name="connsiteX1-13" fmla="*/ 3775624 w 5303434"/>
                <a:gd name="connsiteY1-14" fmla="*/ 0 h 654300"/>
                <a:gd name="connsiteX2-15" fmla="*/ 5303434 w 5303434"/>
                <a:gd name="connsiteY2-16" fmla="*/ 334770 h 654300"/>
                <a:gd name="connsiteX3-17" fmla="*/ 1283884 w 5303434"/>
                <a:gd name="connsiteY3-18" fmla="*/ 654300 h 654300"/>
                <a:gd name="connsiteX4-19" fmla="*/ 220894 w 5303434"/>
                <a:gd name="connsiteY4-20" fmla="*/ 334770 h 654300"/>
                <a:gd name="connsiteX0-21" fmla="*/ 131008 w 5213548"/>
                <a:gd name="connsiteY0-22" fmla="*/ 165594 h 664455"/>
                <a:gd name="connsiteX1-23" fmla="*/ 3685738 w 5213548"/>
                <a:gd name="connsiteY1-24" fmla="*/ 6084 h 664455"/>
                <a:gd name="connsiteX2-25" fmla="*/ 5213548 w 5213548"/>
                <a:gd name="connsiteY2-26" fmla="*/ 340854 h 664455"/>
                <a:gd name="connsiteX3-27" fmla="*/ 1193998 w 5213548"/>
                <a:gd name="connsiteY3-28" fmla="*/ 660384 h 664455"/>
                <a:gd name="connsiteX4-29" fmla="*/ 131008 w 5213548"/>
                <a:gd name="connsiteY4-30" fmla="*/ 165594 h 664455"/>
                <a:gd name="connsiteX0-31" fmla="*/ 106935 w 5189475"/>
                <a:gd name="connsiteY0-32" fmla="*/ 217356 h 716217"/>
                <a:gd name="connsiteX1-33" fmla="*/ 3661665 w 5189475"/>
                <a:gd name="connsiteY1-34" fmla="*/ 57846 h 716217"/>
                <a:gd name="connsiteX2-35" fmla="*/ 5189475 w 5189475"/>
                <a:gd name="connsiteY2-36" fmla="*/ 392616 h 716217"/>
                <a:gd name="connsiteX3-37" fmla="*/ 1169925 w 5189475"/>
                <a:gd name="connsiteY3-38" fmla="*/ 712146 h 716217"/>
                <a:gd name="connsiteX4-39" fmla="*/ 106935 w 5189475"/>
                <a:gd name="connsiteY4-40" fmla="*/ 217356 h 716217"/>
                <a:gd name="connsiteX0-41" fmla="*/ 106935 w 5189475"/>
                <a:gd name="connsiteY0-42" fmla="*/ 217356 h 743830"/>
                <a:gd name="connsiteX1-43" fmla="*/ 3661665 w 5189475"/>
                <a:gd name="connsiteY1-44" fmla="*/ 57846 h 743830"/>
                <a:gd name="connsiteX2-45" fmla="*/ 5189475 w 5189475"/>
                <a:gd name="connsiteY2-46" fmla="*/ 392616 h 743830"/>
                <a:gd name="connsiteX3-47" fmla="*/ 1169925 w 5189475"/>
                <a:gd name="connsiteY3-48" fmla="*/ 712146 h 743830"/>
                <a:gd name="connsiteX4-49" fmla="*/ 106935 w 5189475"/>
                <a:gd name="connsiteY4-50" fmla="*/ 217356 h 743830"/>
                <a:gd name="connsiteX0-51" fmla="*/ 106935 w 5194775"/>
                <a:gd name="connsiteY0-52" fmla="*/ 217356 h 743830"/>
                <a:gd name="connsiteX1-53" fmla="*/ 3661665 w 5194775"/>
                <a:gd name="connsiteY1-54" fmla="*/ 57846 h 743830"/>
                <a:gd name="connsiteX2-55" fmla="*/ 5189475 w 5194775"/>
                <a:gd name="connsiteY2-56" fmla="*/ 392616 h 743830"/>
                <a:gd name="connsiteX3-57" fmla="*/ 1169925 w 5194775"/>
                <a:gd name="connsiteY3-58" fmla="*/ 712146 h 743830"/>
                <a:gd name="connsiteX4-59" fmla="*/ 106935 w 5194775"/>
                <a:gd name="connsiteY4-60" fmla="*/ 217356 h 743830"/>
                <a:gd name="connsiteX0-61" fmla="*/ 107430 w 5193674"/>
                <a:gd name="connsiteY0-62" fmla="*/ 187556 h 714030"/>
                <a:gd name="connsiteX1-63" fmla="*/ 3304020 w 5193674"/>
                <a:gd name="connsiteY1-64" fmla="*/ 5186 h 714030"/>
                <a:gd name="connsiteX2-65" fmla="*/ 5189970 w 5193674"/>
                <a:gd name="connsiteY2-66" fmla="*/ 362816 h 714030"/>
                <a:gd name="connsiteX3-67" fmla="*/ 1170420 w 5193674"/>
                <a:gd name="connsiteY3-68" fmla="*/ 682346 h 714030"/>
                <a:gd name="connsiteX4-69" fmla="*/ 107430 w 5193674"/>
                <a:gd name="connsiteY4-70" fmla="*/ 187556 h 714030"/>
                <a:gd name="connsiteX0-71" fmla="*/ 89779 w 5176023"/>
                <a:gd name="connsiteY0-72" fmla="*/ 218381 h 744855"/>
                <a:gd name="connsiteX1-73" fmla="*/ 3286369 w 5176023"/>
                <a:gd name="connsiteY1-74" fmla="*/ 36011 h 744855"/>
                <a:gd name="connsiteX2-75" fmla="*/ 5172319 w 5176023"/>
                <a:gd name="connsiteY2-76" fmla="*/ 393641 h 744855"/>
                <a:gd name="connsiteX3-77" fmla="*/ 1152769 w 5176023"/>
                <a:gd name="connsiteY3-78" fmla="*/ 713171 h 744855"/>
                <a:gd name="connsiteX4-79" fmla="*/ 89779 w 5176023"/>
                <a:gd name="connsiteY4-80" fmla="*/ 218381 h 744855"/>
                <a:gd name="connsiteX0-81" fmla="*/ 86611 w 5210975"/>
                <a:gd name="connsiteY0-82" fmla="*/ 245965 h 723357"/>
                <a:gd name="connsiteX1-83" fmla="*/ 3321301 w 5210975"/>
                <a:gd name="connsiteY1-84" fmla="*/ 17875 h 723357"/>
                <a:gd name="connsiteX2-85" fmla="*/ 5207251 w 5210975"/>
                <a:gd name="connsiteY2-86" fmla="*/ 375505 h 723357"/>
                <a:gd name="connsiteX3-87" fmla="*/ 1187701 w 5210975"/>
                <a:gd name="connsiteY3-88" fmla="*/ 695035 h 723357"/>
                <a:gd name="connsiteX4-89" fmla="*/ 86611 w 5210975"/>
                <a:gd name="connsiteY4-90" fmla="*/ 245965 h 723357"/>
                <a:gd name="connsiteX0-91" fmla="*/ 43224 w 5167588"/>
                <a:gd name="connsiteY0-92" fmla="*/ 255515 h 732907"/>
                <a:gd name="connsiteX1-93" fmla="*/ 3277914 w 5167588"/>
                <a:gd name="connsiteY1-94" fmla="*/ 27425 h 732907"/>
                <a:gd name="connsiteX2-95" fmla="*/ 5163864 w 5167588"/>
                <a:gd name="connsiteY2-96" fmla="*/ 385055 h 732907"/>
                <a:gd name="connsiteX3-97" fmla="*/ 1144314 w 5167588"/>
                <a:gd name="connsiteY3-98" fmla="*/ 704585 h 732907"/>
                <a:gd name="connsiteX4-99" fmla="*/ 43224 w 5167588"/>
                <a:gd name="connsiteY4-100" fmla="*/ 255515 h 732907"/>
                <a:gd name="connsiteX0-101" fmla="*/ 28682 w 5153046"/>
                <a:gd name="connsiteY0-102" fmla="*/ 257665 h 735057"/>
                <a:gd name="connsiteX1-103" fmla="*/ 3263372 w 5153046"/>
                <a:gd name="connsiteY1-104" fmla="*/ 29575 h 735057"/>
                <a:gd name="connsiteX2-105" fmla="*/ 5149322 w 5153046"/>
                <a:gd name="connsiteY2-106" fmla="*/ 387205 h 735057"/>
                <a:gd name="connsiteX3-107" fmla="*/ 1129772 w 5153046"/>
                <a:gd name="connsiteY3-108" fmla="*/ 706735 h 735057"/>
                <a:gd name="connsiteX4-109" fmla="*/ 28682 w 5153046"/>
                <a:gd name="connsiteY4-110" fmla="*/ 257665 h 735057"/>
                <a:gd name="connsiteX0-111" fmla="*/ 45765 w 5170129"/>
                <a:gd name="connsiteY0-112" fmla="*/ 259882 h 737274"/>
                <a:gd name="connsiteX1-113" fmla="*/ 3280455 w 5170129"/>
                <a:gd name="connsiteY1-114" fmla="*/ 31792 h 737274"/>
                <a:gd name="connsiteX2-115" fmla="*/ 5166405 w 5170129"/>
                <a:gd name="connsiteY2-116" fmla="*/ 389422 h 737274"/>
                <a:gd name="connsiteX3-117" fmla="*/ 1146855 w 5170129"/>
                <a:gd name="connsiteY3-118" fmla="*/ 708952 h 737274"/>
                <a:gd name="connsiteX4-119" fmla="*/ 45765 w 5170129"/>
                <a:gd name="connsiteY4-120" fmla="*/ 259882 h 737274"/>
                <a:gd name="connsiteX0-121" fmla="*/ 72525 w 5196889"/>
                <a:gd name="connsiteY0-122" fmla="*/ 266896 h 744288"/>
                <a:gd name="connsiteX1-123" fmla="*/ 3307215 w 5196889"/>
                <a:gd name="connsiteY1-124" fmla="*/ 38806 h 744288"/>
                <a:gd name="connsiteX2-125" fmla="*/ 5193165 w 5196889"/>
                <a:gd name="connsiteY2-126" fmla="*/ 396436 h 744288"/>
                <a:gd name="connsiteX3-127" fmla="*/ 1173615 w 5196889"/>
                <a:gd name="connsiteY3-128" fmla="*/ 715966 h 744288"/>
                <a:gd name="connsiteX4-129" fmla="*/ 72525 w 5196889"/>
                <a:gd name="connsiteY4-130" fmla="*/ 266896 h 74428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5196889" h="744288">
                  <a:moveTo>
                    <a:pt x="72525" y="266896"/>
                  </a:moveTo>
                  <a:cubicBezTo>
                    <a:pt x="344305" y="-112664"/>
                    <a:pt x="2453775" y="17216"/>
                    <a:pt x="3307215" y="38806"/>
                  </a:cubicBezTo>
                  <a:cubicBezTo>
                    <a:pt x="4160655" y="60396"/>
                    <a:pt x="5269365" y="25480"/>
                    <a:pt x="5193165" y="396436"/>
                  </a:cubicBezTo>
                  <a:cubicBezTo>
                    <a:pt x="5155065" y="851212"/>
                    <a:pt x="2027055" y="737556"/>
                    <a:pt x="1173615" y="715966"/>
                  </a:cubicBezTo>
                  <a:cubicBezTo>
                    <a:pt x="320175" y="694376"/>
                    <a:pt x="-199255" y="646456"/>
                    <a:pt x="72525" y="266896"/>
                  </a:cubicBezTo>
                  <a:close/>
                </a:path>
              </a:pathLst>
            </a:custGeom>
            <a:solidFill>
              <a:srgbClr val="B0C0F4"/>
            </a:solidFill>
            <a:ln w="66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167" name="椭圆 166"/>
            <p:cNvSpPr/>
            <p:nvPr/>
          </p:nvSpPr>
          <p:spPr>
            <a:xfrm>
              <a:off x="1544273" y="1974450"/>
              <a:ext cx="616350" cy="616350"/>
            </a:xfrm>
            <a:prstGeom prst="ellipse">
              <a:avLst/>
            </a:prstGeom>
            <a:solidFill>
              <a:srgbClr val="6887EA"/>
            </a:solidFill>
            <a:ln w="66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168" name="文本框 167"/>
            <p:cNvSpPr txBox="1"/>
            <p:nvPr/>
          </p:nvSpPr>
          <p:spPr>
            <a:xfrm>
              <a:off x="2557990" y="2111161"/>
              <a:ext cx="269250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solidFill>
                    <a:schemeClr val="bg1"/>
                  </a:solidFill>
                </a:rPr>
                <a:t>单击此处添加标题文本</a:t>
              </a:r>
              <a:endParaRPr lang="zh-CN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169" name="文本框 168"/>
            <p:cNvSpPr txBox="1"/>
            <p:nvPr/>
          </p:nvSpPr>
          <p:spPr>
            <a:xfrm>
              <a:off x="1601045" y="2050707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solidFill>
                    <a:schemeClr val="bg1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rPr>
                <a:t>03</a:t>
              </a:r>
              <a:endParaRPr lang="zh-CN" altLang="en-US" sz="2400" dirty="0">
                <a:solidFill>
                  <a:schemeClr val="bg1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 rot="10800000">
            <a:off x="5472234" y="1686872"/>
            <a:ext cx="5759251" cy="3634949"/>
            <a:chOff x="5328655" y="1927504"/>
            <a:chExt cx="5759250" cy="3634949"/>
          </a:xfrm>
        </p:grpSpPr>
        <p:cxnSp>
          <p:nvCxnSpPr>
            <p:cNvPr id="8" name="直接连接符 15"/>
            <p:cNvCxnSpPr/>
            <p:nvPr/>
          </p:nvCxnSpPr>
          <p:spPr>
            <a:xfrm>
              <a:off x="5328655" y="1927504"/>
              <a:ext cx="5759250" cy="0"/>
            </a:xfrm>
            <a:prstGeom prst="line">
              <a:avLst/>
            </a:prstGeom>
            <a:noFill/>
            <a:ln w="9525" cap="flat" cmpd="sng" algn="ctr">
              <a:solidFill>
                <a:sysClr val="window" lastClr="FFFFFF">
                  <a:lumMod val="50000"/>
                </a:sysClr>
              </a:solidFill>
              <a:prstDash val="sysDot"/>
            </a:ln>
            <a:effectLst/>
          </p:spPr>
        </p:cxnSp>
        <p:cxnSp>
          <p:nvCxnSpPr>
            <p:cNvPr id="9" name="直接连接符 16"/>
            <p:cNvCxnSpPr/>
            <p:nvPr/>
          </p:nvCxnSpPr>
          <p:spPr>
            <a:xfrm>
              <a:off x="5328655" y="2446783"/>
              <a:ext cx="5759250" cy="0"/>
            </a:xfrm>
            <a:prstGeom prst="line">
              <a:avLst/>
            </a:prstGeom>
            <a:noFill/>
            <a:ln w="9525" cap="flat" cmpd="sng" algn="ctr">
              <a:solidFill>
                <a:sysClr val="window" lastClr="FFFFFF">
                  <a:lumMod val="50000"/>
                </a:sysClr>
              </a:solidFill>
              <a:prstDash val="sysDot"/>
            </a:ln>
            <a:effectLst/>
          </p:spPr>
        </p:cxnSp>
        <p:cxnSp>
          <p:nvCxnSpPr>
            <p:cNvPr id="10" name="直接连接符 17"/>
            <p:cNvCxnSpPr/>
            <p:nvPr/>
          </p:nvCxnSpPr>
          <p:spPr>
            <a:xfrm>
              <a:off x="5328655" y="2966061"/>
              <a:ext cx="5759250" cy="0"/>
            </a:xfrm>
            <a:prstGeom prst="line">
              <a:avLst/>
            </a:prstGeom>
            <a:noFill/>
            <a:ln w="9525" cap="flat" cmpd="sng" algn="ctr">
              <a:solidFill>
                <a:sysClr val="window" lastClr="FFFFFF">
                  <a:lumMod val="50000"/>
                </a:sysClr>
              </a:solidFill>
              <a:prstDash val="sysDot"/>
            </a:ln>
            <a:effectLst/>
          </p:spPr>
        </p:cxnSp>
        <p:cxnSp>
          <p:nvCxnSpPr>
            <p:cNvPr id="11" name="直接连接符 18"/>
            <p:cNvCxnSpPr/>
            <p:nvPr/>
          </p:nvCxnSpPr>
          <p:spPr>
            <a:xfrm>
              <a:off x="5328655" y="3485341"/>
              <a:ext cx="5759250" cy="0"/>
            </a:xfrm>
            <a:prstGeom prst="line">
              <a:avLst/>
            </a:prstGeom>
            <a:noFill/>
            <a:ln w="9525" cap="flat" cmpd="sng" algn="ctr">
              <a:solidFill>
                <a:sysClr val="window" lastClr="FFFFFF">
                  <a:lumMod val="50000"/>
                </a:sysClr>
              </a:solidFill>
              <a:prstDash val="sysDot"/>
            </a:ln>
            <a:effectLst/>
          </p:spPr>
        </p:cxnSp>
        <p:cxnSp>
          <p:nvCxnSpPr>
            <p:cNvPr id="12" name="直接连接符 19"/>
            <p:cNvCxnSpPr/>
            <p:nvPr/>
          </p:nvCxnSpPr>
          <p:spPr>
            <a:xfrm>
              <a:off x="5328655" y="4004620"/>
              <a:ext cx="5759250" cy="0"/>
            </a:xfrm>
            <a:prstGeom prst="line">
              <a:avLst/>
            </a:prstGeom>
            <a:noFill/>
            <a:ln w="9525" cap="flat" cmpd="sng" algn="ctr">
              <a:solidFill>
                <a:sysClr val="window" lastClr="FFFFFF">
                  <a:lumMod val="50000"/>
                </a:sysClr>
              </a:solidFill>
              <a:prstDash val="sysDot"/>
            </a:ln>
            <a:effectLst/>
          </p:spPr>
        </p:cxnSp>
        <p:cxnSp>
          <p:nvCxnSpPr>
            <p:cNvPr id="13" name="直接连接符 20"/>
            <p:cNvCxnSpPr/>
            <p:nvPr/>
          </p:nvCxnSpPr>
          <p:spPr>
            <a:xfrm>
              <a:off x="5328655" y="4523898"/>
              <a:ext cx="5759250" cy="0"/>
            </a:xfrm>
            <a:prstGeom prst="line">
              <a:avLst/>
            </a:prstGeom>
            <a:noFill/>
            <a:ln w="9525" cap="flat" cmpd="sng" algn="ctr">
              <a:solidFill>
                <a:sysClr val="window" lastClr="FFFFFF">
                  <a:lumMod val="50000"/>
                </a:sysClr>
              </a:solidFill>
              <a:prstDash val="sysDot"/>
            </a:ln>
            <a:effectLst/>
          </p:spPr>
        </p:cxnSp>
        <p:cxnSp>
          <p:nvCxnSpPr>
            <p:cNvPr id="14" name="直接连接符 21"/>
            <p:cNvCxnSpPr/>
            <p:nvPr/>
          </p:nvCxnSpPr>
          <p:spPr>
            <a:xfrm>
              <a:off x="5328655" y="5043178"/>
              <a:ext cx="5759250" cy="0"/>
            </a:xfrm>
            <a:prstGeom prst="line">
              <a:avLst/>
            </a:prstGeom>
            <a:noFill/>
            <a:ln w="9525" cap="flat" cmpd="sng" algn="ctr">
              <a:solidFill>
                <a:sysClr val="window" lastClr="FFFFFF">
                  <a:lumMod val="50000"/>
                </a:sysClr>
              </a:solidFill>
              <a:prstDash val="sysDot"/>
            </a:ln>
            <a:effectLst/>
          </p:spPr>
        </p:cxnSp>
        <p:cxnSp>
          <p:nvCxnSpPr>
            <p:cNvPr id="15" name="直接连接符 22"/>
            <p:cNvCxnSpPr/>
            <p:nvPr/>
          </p:nvCxnSpPr>
          <p:spPr>
            <a:xfrm>
              <a:off x="5328655" y="5562453"/>
              <a:ext cx="5759250" cy="0"/>
            </a:xfrm>
            <a:prstGeom prst="line">
              <a:avLst/>
            </a:prstGeom>
            <a:noFill/>
            <a:ln w="9525" cap="flat" cmpd="sng" algn="ctr">
              <a:solidFill>
                <a:sysClr val="window" lastClr="FFFFFF">
                  <a:lumMod val="50000"/>
                </a:sysClr>
              </a:solidFill>
              <a:prstDash val="sysDot"/>
            </a:ln>
            <a:effectLst/>
          </p:spPr>
        </p:cxnSp>
      </p:grpSp>
      <p:sp>
        <p:nvSpPr>
          <p:cNvPr id="16" name="五边形 20"/>
          <p:cNvSpPr/>
          <p:nvPr/>
        </p:nvSpPr>
        <p:spPr>
          <a:xfrm rot="16200000">
            <a:off x="5242685" y="3761138"/>
            <a:ext cx="2609227" cy="537803"/>
          </a:xfrm>
          <a:prstGeom prst="homePlate">
            <a:avLst/>
          </a:prstGeom>
          <a:solidFill>
            <a:srgbClr val="B0C0F4"/>
          </a:solidFill>
          <a:ln>
            <a:noFill/>
          </a:ln>
        </p:spPr>
        <p:txBody>
          <a:bodyPr/>
          <a:lstStyle/>
          <a:p>
            <a:endParaRPr lang="en-US" sz="1350">
              <a:latin typeface="Arial" panose="020B0604020202020204" pitchFamily="34" charset="0"/>
              <a:sym typeface="字魂59号-创粗黑" panose="00000500000000000000" pitchFamily="2" charset="-122"/>
            </a:endParaRPr>
          </a:p>
        </p:txBody>
      </p:sp>
      <p:sp>
        <p:nvSpPr>
          <p:cNvPr id="17" name="五边形 23"/>
          <p:cNvSpPr/>
          <p:nvPr/>
        </p:nvSpPr>
        <p:spPr>
          <a:xfrm rot="16200000">
            <a:off x="7350357" y="3526313"/>
            <a:ext cx="3078875" cy="537803"/>
          </a:xfrm>
          <a:prstGeom prst="homePlate">
            <a:avLst/>
          </a:prstGeom>
          <a:solidFill>
            <a:srgbClr val="B0C0F4"/>
          </a:solidFill>
          <a:ln>
            <a:noFill/>
          </a:ln>
        </p:spPr>
        <p:txBody>
          <a:bodyPr/>
          <a:lstStyle/>
          <a:p>
            <a:endParaRPr lang="en-US" sz="1350">
              <a:latin typeface="Arial" panose="020B0604020202020204" pitchFamily="34" charset="0"/>
              <a:sym typeface="字魂59号-创粗黑" panose="00000500000000000000" pitchFamily="2" charset="-122"/>
            </a:endParaRPr>
          </a:p>
        </p:txBody>
      </p:sp>
      <p:sp>
        <p:nvSpPr>
          <p:cNvPr id="18" name="五边形 26" descr="D:\51PPT模板网\51pptmoban.com\图片.jpg"/>
          <p:cNvSpPr/>
          <p:nvPr/>
        </p:nvSpPr>
        <p:spPr>
          <a:xfrm rot="16200000">
            <a:off x="6679988" y="4027193"/>
            <a:ext cx="2077117" cy="537803"/>
          </a:xfrm>
          <a:prstGeom prst="homePlate">
            <a:avLst/>
          </a:prstGeom>
          <a:solidFill>
            <a:srgbClr val="6887EA"/>
          </a:solidFill>
          <a:ln>
            <a:noFill/>
          </a:ln>
        </p:spPr>
        <p:txBody>
          <a:bodyPr/>
          <a:lstStyle/>
          <a:p>
            <a:endParaRPr lang="en-US" sz="1350">
              <a:latin typeface="Arial" panose="020B0604020202020204" pitchFamily="34" charset="0"/>
              <a:sym typeface="字魂59号-创粗黑" panose="00000500000000000000" pitchFamily="2" charset="-122"/>
            </a:endParaRPr>
          </a:p>
        </p:txBody>
      </p:sp>
      <p:sp>
        <p:nvSpPr>
          <p:cNvPr id="19" name="五边形 29"/>
          <p:cNvSpPr/>
          <p:nvPr/>
        </p:nvSpPr>
        <p:spPr>
          <a:xfrm rot="16200000">
            <a:off x="9505739" y="4510443"/>
            <a:ext cx="1110615" cy="537803"/>
          </a:xfrm>
          <a:prstGeom prst="homePlate">
            <a:avLst/>
          </a:prstGeom>
          <a:solidFill>
            <a:srgbClr val="6887EA"/>
          </a:solidFill>
          <a:ln>
            <a:noFill/>
          </a:ln>
        </p:spPr>
        <p:txBody>
          <a:bodyPr/>
          <a:lstStyle/>
          <a:p>
            <a:endParaRPr lang="en-US" sz="1350">
              <a:latin typeface="Arial" panose="020B0604020202020204" pitchFamily="34" charset="0"/>
              <a:sym typeface="字魂59号-创粗黑" panose="00000500000000000000" pitchFamily="2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9445097" y="5465746"/>
            <a:ext cx="1231900" cy="338554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zh-CN" altLang="en-US" sz="1600" b="1" dirty="0">
                <a:latin typeface="+mn-ea"/>
                <a:sym typeface="字魂59号-创粗黑" panose="00000500000000000000" pitchFamily="2" charset="-122"/>
              </a:rPr>
              <a:t>关键词</a:t>
            </a:r>
            <a:endParaRPr lang="zh-CN" altLang="en-US" sz="1600" b="1" dirty="0">
              <a:latin typeface="+mn-ea"/>
              <a:sym typeface="字魂59号-创粗黑" panose="00000500000000000000" pitchFamily="2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8273845" y="5465746"/>
            <a:ext cx="1231900" cy="338554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zh-CN" altLang="en-US" sz="1600" b="1">
                <a:latin typeface="+mn-ea"/>
                <a:sym typeface="字魂59号-创粗黑" panose="00000500000000000000" pitchFamily="2" charset="-122"/>
              </a:rPr>
              <a:t>关键词</a:t>
            </a:r>
            <a:endParaRPr lang="zh-CN" altLang="en-US" sz="1600" b="1">
              <a:latin typeface="+mn-ea"/>
              <a:sym typeface="字魂59号-创粗黑" panose="00000500000000000000" pitchFamily="2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7102597" y="5465746"/>
            <a:ext cx="1231900" cy="338554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zh-CN" altLang="en-US" sz="1600" b="1">
                <a:latin typeface="+mn-ea"/>
                <a:sym typeface="字魂59号-创粗黑" panose="00000500000000000000" pitchFamily="2" charset="-122"/>
              </a:rPr>
              <a:t>关键词</a:t>
            </a:r>
            <a:endParaRPr lang="zh-CN" altLang="en-US" sz="1600" b="1">
              <a:latin typeface="+mn-ea"/>
              <a:sym typeface="字魂59号-创粗黑" panose="00000500000000000000" pitchFamily="2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5931345" y="5465746"/>
            <a:ext cx="1231900" cy="338554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zh-CN" altLang="en-US" sz="1600" b="1">
                <a:latin typeface="+mn-ea"/>
                <a:sym typeface="字魂59号-创粗黑" panose="00000500000000000000" pitchFamily="2" charset="-122"/>
              </a:rPr>
              <a:t>关键词</a:t>
            </a:r>
            <a:endParaRPr lang="zh-CN" altLang="en-US" sz="1600" b="1">
              <a:latin typeface="+mn-ea"/>
              <a:sym typeface="字魂59号-创粗黑" panose="00000500000000000000" pitchFamily="2" charset="-122"/>
            </a:endParaRPr>
          </a:p>
        </p:txBody>
      </p:sp>
      <p:sp>
        <p:nvSpPr>
          <p:cNvPr id="24" name="i$liḋe-Oval 3"/>
          <p:cNvSpPr/>
          <p:nvPr/>
        </p:nvSpPr>
        <p:spPr>
          <a:xfrm>
            <a:off x="960515" y="3944212"/>
            <a:ext cx="569167" cy="569167"/>
          </a:xfrm>
          <a:prstGeom prst="ellipse">
            <a:avLst/>
          </a:prstGeom>
          <a:solidFill>
            <a:srgbClr val="B0C0F4"/>
          </a:solidFill>
          <a:ln>
            <a:noFill/>
          </a:ln>
        </p:spPr>
        <p:txBody>
          <a:bodyPr/>
          <a:lstStyle/>
          <a:p>
            <a:endParaRPr sz="1350">
              <a:latin typeface="Arial" panose="020B0604020202020204" pitchFamily="34" charset="0"/>
              <a:sym typeface="字魂59号-创粗黑" panose="00000500000000000000" pitchFamily="2" charset="-122"/>
            </a:endParaRPr>
          </a:p>
        </p:txBody>
      </p:sp>
      <p:sp>
        <p:nvSpPr>
          <p:cNvPr id="25" name="i$liḋe-Oval 6"/>
          <p:cNvSpPr/>
          <p:nvPr/>
        </p:nvSpPr>
        <p:spPr>
          <a:xfrm>
            <a:off x="960515" y="4986263"/>
            <a:ext cx="569167" cy="569167"/>
          </a:xfrm>
          <a:prstGeom prst="ellipse">
            <a:avLst/>
          </a:prstGeom>
          <a:solidFill>
            <a:srgbClr val="6887EA"/>
          </a:solidFill>
          <a:ln>
            <a:noFill/>
          </a:ln>
        </p:spPr>
        <p:txBody>
          <a:bodyPr/>
          <a:lstStyle/>
          <a:p>
            <a:endParaRPr sz="1350">
              <a:latin typeface="Arial" panose="020B0604020202020204" pitchFamily="34" charset="0"/>
              <a:sym typeface="字魂59号-创粗黑" panose="00000500000000000000" pitchFamily="2" charset="-122"/>
            </a:endParaRPr>
          </a:p>
        </p:txBody>
      </p:sp>
      <p:sp>
        <p:nvSpPr>
          <p:cNvPr id="26" name="i$liḋe-Oval 9"/>
          <p:cNvSpPr/>
          <p:nvPr/>
        </p:nvSpPr>
        <p:spPr>
          <a:xfrm>
            <a:off x="960515" y="1852176"/>
            <a:ext cx="569167" cy="569167"/>
          </a:xfrm>
          <a:prstGeom prst="ellipse">
            <a:avLst/>
          </a:prstGeom>
          <a:solidFill>
            <a:srgbClr val="B0C0F4"/>
          </a:solidFill>
          <a:ln>
            <a:noFill/>
          </a:ln>
        </p:spPr>
        <p:txBody>
          <a:bodyPr/>
          <a:lstStyle/>
          <a:p>
            <a:endParaRPr sz="1350">
              <a:latin typeface="Arial" panose="020B0604020202020204" pitchFamily="34" charset="0"/>
              <a:sym typeface="字魂59号-创粗黑" panose="00000500000000000000" pitchFamily="2" charset="-122"/>
            </a:endParaRPr>
          </a:p>
        </p:txBody>
      </p:sp>
      <p:sp>
        <p:nvSpPr>
          <p:cNvPr id="27" name="i$liḋe-Oval 12"/>
          <p:cNvSpPr/>
          <p:nvPr/>
        </p:nvSpPr>
        <p:spPr>
          <a:xfrm>
            <a:off x="960515" y="2894227"/>
            <a:ext cx="569167" cy="569167"/>
          </a:xfrm>
          <a:prstGeom prst="ellipse">
            <a:avLst/>
          </a:prstGeom>
          <a:solidFill>
            <a:srgbClr val="6887EA"/>
          </a:solidFill>
          <a:ln>
            <a:noFill/>
          </a:ln>
        </p:spPr>
        <p:txBody>
          <a:bodyPr/>
          <a:lstStyle/>
          <a:p>
            <a:endParaRPr sz="1350">
              <a:latin typeface="Arial" panose="020B0604020202020204" pitchFamily="34" charset="0"/>
              <a:sym typeface="字魂59号-创粗黑" panose="00000500000000000000" pitchFamily="2" charset="-122"/>
            </a:endParaRPr>
          </a:p>
        </p:txBody>
      </p:sp>
      <p:sp>
        <p:nvSpPr>
          <p:cNvPr id="28" name="i$liḋe-Freeform 15" descr="D:\51PPT模板网\51pptmoban.com\图片.jpg"/>
          <p:cNvSpPr/>
          <p:nvPr/>
        </p:nvSpPr>
        <p:spPr bwMode="auto">
          <a:xfrm>
            <a:off x="1124557" y="2038038"/>
            <a:ext cx="241083" cy="245985"/>
          </a:xfrm>
          <a:custGeom>
            <a:avLst/>
            <a:gdLst/>
            <a:ahLst/>
            <a:cxnLst>
              <a:cxn ang="0">
                <a:pos x="155" y="0"/>
              </a:cxn>
              <a:cxn ang="0">
                <a:pos x="43" y="0"/>
              </a:cxn>
              <a:cxn ang="0">
                <a:pos x="0" y="33"/>
              </a:cxn>
              <a:cxn ang="0">
                <a:pos x="0" y="126"/>
              </a:cxn>
              <a:cxn ang="0">
                <a:pos x="43" y="165"/>
              </a:cxn>
              <a:cxn ang="0">
                <a:pos x="103" y="165"/>
              </a:cxn>
              <a:cxn ang="0">
                <a:pos x="165" y="196"/>
              </a:cxn>
              <a:cxn ang="0">
                <a:pos x="165" y="157"/>
              </a:cxn>
              <a:cxn ang="0">
                <a:pos x="192" y="126"/>
              </a:cxn>
              <a:cxn ang="0">
                <a:pos x="192" y="33"/>
              </a:cxn>
              <a:cxn ang="0">
                <a:pos x="155" y="0"/>
              </a:cxn>
              <a:cxn ang="0">
                <a:pos x="140" y="121"/>
              </a:cxn>
              <a:cxn ang="0">
                <a:pos x="129" y="132"/>
              </a:cxn>
              <a:cxn ang="0">
                <a:pos x="49" y="132"/>
              </a:cxn>
              <a:cxn ang="0">
                <a:pos x="38" y="121"/>
              </a:cxn>
              <a:cxn ang="0">
                <a:pos x="38" y="120"/>
              </a:cxn>
              <a:cxn ang="0">
                <a:pos x="49" y="110"/>
              </a:cxn>
              <a:cxn ang="0">
                <a:pos x="129" y="110"/>
              </a:cxn>
              <a:cxn ang="0">
                <a:pos x="140" y="120"/>
              </a:cxn>
              <a:cxn ang="0">
                <a:pos x="140" y="121"/>
              </a:cxn>
              <a:cxn ang="0">
                <a:pos x="168" y="88"/>
              </a:cxn>
              <a:cxn ang="0">
                <a:pos x="157" y="99"/>
              </a:cxn>
              <a:cxn ang="0">
                <a:pos x="49" y="99"/>
              </a:cxn>
              <a:cxn ang="0">
                <a:pos x="38" y="88"/>
              </a:cxn>
              <a:cxn ang="0">
                <a:pos x="38" y="87"/>
              </a:cxn>
              <a:cxn ang="0">
                <a:pos x="49" y="77"/>
              </a:cxn>
              <a:cxn ang="0">
                <a:pos x="157" y="77"/>
              </a:cxn>
              <a:cxn ang="0">
                <a:pos x="168" y="87"/>
              </a:cxn>
              <a:cxn ang="0">
                <a:pos x="168" y="88"/>
              </a:cxn>
              <a:cxn ang="0">
                <a:pos x="168" y="44"/>
              </a:cxn>
              <a:cxn ang="0">
                <a:pos x="157" y="55"/>
              </a:cxn>
              <a:cxn ang="0">
                <a:pos x="49" y="55"/>
              </a:cxn>
              <a:cxn ang="0">
                <a:pos x="38" y="44"/>
              </a:cxn>
              <a:cxn ang="0">
                <a:pos x="38" y="43"/>
              </a:cxn>
              <a:cxn ang="0">
                <a:pos x="49" y="33"/>
              </a:cxn>
              <a:cxn ang="0">
                <a:pos x="157" y="33"/>
              </a:cxn>
              <a:cxn ang="0">
                <a:pos x="168" y="43"/>
              </a:cxn>
              <a:cxn ang="0">
                <a:pos x="168" y="44"/>
              </a:cxn>
            </a:cxnLst>
            <a:rect l="0" t="0" r="r" b="b"/>
            <a:pathLst>
              <a:path w="192" h="196">
                <a:moveTo>
                  <a:pt x="155" y="0"/>
                </a:moveTo>
                <a:cubicBezTo>
                  <a:pt x="43" y="0"/>
                  <a:pt x="43" y="0"/>
                  <a:pt x="43" y="0"/>
                </a:cubicBezTo>
                <a:cubicBezTo>
                  <a:pt x="22" y="0"/>
                  <a:pt x="0" y="16"/>
                  <a:pt x="0" y="33"/>
                </a:cubicBezTo>
                <a:cubicBezTo>
                  <a:pt x="0" y="126"/>
                  <a:pt x="0" y="126"/>
                  <a:pt x="0" y="126"/>
                </a:cubicBezTo>
                <a:cubicBezTo>
                  <a:pt x="0" y="143"/>
                  <a:pt x="22" y="165"/>
                  <a:pt x="43" y="165"/>
                </a:cubicBezTo>
                <a:cubicBezTo>
                  <a:pt x="103" y="165"/>
                  <a:pt x="103" y="165"/>
                  <a:pt x="103" y="165"/>
                </a:cubicBezTo>
                <a:cubicBezTo>
                  <a:pt x="165" y="196"/>
                  <a:pt x="165" y="196"/>
                  <a:pt x="165" y="196"/>
                </a:cubicBezTo>
                <a:cubicBezTo>
                  <a:pt x="165" y="157"/>
                  <a:pt x="165" y="157"/>
                  <a:pt x="165" y="157"/>
                </a:cubicBezTo>
                <a:cubicBezTo>
                  <a:pt x="179" y="155"/>
                  <a:pt x="192" y="142"/>
                  <a:pt x="192" y="126"/>
                </a:cubicBezTo>
                <a:cubicBezTo>
                  <a:pt x="192" y="33"/>
                  <a:pt x="192" y="33"/>
                  <a:pt x="192" y="33"/>
                </a:cubicBezTo>
                <a:cubicBezTo>
                  <a:pt x="192" y="16"/>
                  <a:pt x="175" y="0"/>
                  <a:pt x="155" y="0"/>
                </a:cubicBezTo>
                <a:close/>
                <a:moveTo>
                  <a:pt x="140" y="121"/>
                </a:moveTo>
                <a:cubicBezTo>
                  <a:pt x="140" y="127"/>
                  <a:pt x="135" y="132"/>
                  <a:pt x="129" y="132"/>
                </a:cubicBezTo>
                <a:cubicBezTo>
                  <a:pt x="49" y="132"/>
                  <a:pt x="49" y="132"/>
                  <a:pt x="49" y="132"/>
                </a:cubicBezTo>
                <a:cubicBezTo>
                  <a:pt x="43" y="132"/>
                  <a:pt x="38" y="127"/>
                  <a:pt x="38" y="121"/>
                </a:cubicBezTo>
                <a:cubicBezTo>
                  <a:pt x="38" y="120"/>
                  <a:pt x="38" y="120"/>
                  <a:pt x="38" y="120"/>
                </a:cubicBezTo>
                <a:cubicBezTo>
                  <a:pt x="38" y="115"/>
                  <a:pt x="43" y="110"/>
                  <a:pt x="49" y="110"/>
                </a:cubicBezTo>
                <a:cubicBezTo>
                  <a:pt x="129" y="110"/>
                  <a:pt x="129" y="110"/>
                  <a:pt x="129" y="110"/>
                </a:cubicBezTo>
                <a:cubicBezTo>
                  <a:pt x="135" y="110"/>
                  <a:pt x="140" y="115"/>
                  <a:pt x="140" y="120"/>
                </a:cubicBezTo>
                <a:lnTo>
                  <a:pt x="140" y="121"/>
                </a:lnTo>
                <a:close/>
                <a:moveTo>
                  <a:pt x="168" y="88"/>
                </a:moveTo>
                <a:cubicBezTo>
                  <a:pt x="168" y="94"/>
                  <a:pt x="163" y="99"/>
                  <a:pt x="157" y="99"/>
                </a:cubicBezTo>
                <a:cubicBezTo>
                  <a:pt x="49" y="99"/>
                  <a:pt x="49" y="99"/>
                  <a:pt x="49" y="99"/>
                </a:cubicBezTo>
                <a:cubicBezTo>
                  <a:pt x="43" y="99"/>
                  <a:pt x="38" y="94"/>
                  <a:pt x="38" y="88"/>
                </a:cubicBezTo>
                <a:cubicBezTo>
                  <a:pt x="38" y="87"/>
                  <a:pt x="38" y="87"/>
                  <a:pt x="38" y="87"/>
                </a:cubicBezTo>
                <a:cubicBezTo>
                  <a:pt x="38" y="82"/>
                  <a:pt x="43" y="77"/>
                  <a:pt x="49" y="77"/>
                </a:cubicBezTo>
                <a:cubicBezTo>
                  <a:pt x="157" y="77"/>
                  <a:pt x="157" y="77"/>
                  <a:pt x="157" y="77"/>
                </a:cubicBezTo>
                <a:cubicBezTo>
                  <a:pt x="163" y="77"/>
                  <a:pt x="168" y="82"/>
                  <a:pt x="168" y="87"/>
                </a:cubicBezTo>
                <a:lnTo>
                  <a:pt x="168" y="88"/>
                </a:lnTo>
                <a:close/>
                <a:moveTo>
                  <a:pt x="168" y="44"/>
                </a:moveTo>
                <a:cubicBezTo>
                  <a:pt x="168" y="50"/>
                  <a:pt x="163" y="55"/>
                  <a:pt x="157" y="55"/>
                </a:cubicBezTo>
                <a:cubicBezTo>
                  <a:pt x="49" y="55"/>
                  <a:pt x="49" y="55"/>
                  <a:pt x="49" y="55"/>
                </a:cubicBezTo>
                <a:cubicBezTo>
                  <a:pt x="43" y="55"/>
                  <a:pt x="38" y="50"/>
                  <a:pt x="38" y="44"/>
                </a:cubicBezTo>
                <a:cubicBezTo>
                  <a:pt x="38" y="43"/>
                  <a:pt x="38" y="43"/>
                  <a:pt x="38" y="43"/>
                </a:cubicBezTo>
                <a:cubicBezTo>
                  <a:pt x="38" y="38"/>
                  <a:pt x="43" y="33"/>
                  <a:pt x="49" y="33"/>
                </a:cubicBezTo>
                <a:cubicBezTo>
                  <a:pt x="157" y="33"/>
                  <a:pt x="157" y="33"/>
                  <a:pt x="157" y="33"/>
                </a:cubicBezTo>
                <a:cubicBezTo>
                  <a:pt x="163" y="33"/>
                  <a:pt x="168" y="38"/>
                  <a:pt x="168" y="43"/>
                </a:cubicBezTo>
                <a:lnTo>
                  <a:pt x="168" y="44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anchor="ctr"/>
          <a:lstStyle/>
          <a:p>
            <a:pPr algn="ctr"/>
            <a:endParaRPr sz="2400">
              <a:latin typeface="字魂59号-创粗黑" panose="00000500000000000000" pitchFamily="2" charset="-122"/>
              <a:ea typeface="字魂59号-创粗黑" panose="00000500000000000000" pitchFamily="2" charset="-122"/>
              <a:sym typeface="字魂59号-创粗黑" panose="00000500000000000000" pitchFamily="2" charset="-122"/>
            </a:endParaRPr>
          </a:p>
        </p:txBody>
      </p:sp>
      <p:sp>
        <p:nvSpPr>
          <p:cNvPr id="29" name="i$liḋe-Freeform 16"/>
          <p:cNvSpPr>
            <a:spLocks noChangeAspect="1"/>
          </p:cNvSpPr>
          <p:nvPr/>
        </p:nvSpPr>
        <p:spPr bwMode="auto">
          <a:xfrm>
            <a:off x="1125086" y="3042492"/>
            <a:ext cx="250032" cy="249239"/>
          </a:xfrm>
          <a:custGeom>
            <a:avLst/>
            <a:gdLst/>
            <a:ahLst/>
            <a:cxnLst>
              <a:cxn ang="0">
                <a:pos x="198" y="170"/>
              </a:cxn>
              <a:cxn ang="0">
                <a:pos x="163" y="135"/>
              </a:cxn>
              <a:cxn ang="0">
                <a:pos x="149" y="130"/>
              </a:cxn>
              <a:cxn ang="0">
                <a:pos x="128" y="109"/>
              </a:cxn>
              <a:cxn ang="0">
                <a:pos x="120" y="26"/>
              </a:cxn>
              <a:cxn ang="0">
                <a:pos x="26" y="26"/>
              </a:cxn>
              <a:cxn ang="0">
                <a:pos x="26" y="120"/>
              </a:cxn>
              <a:cxn ang="0">
                <a:pos x="111" y="128"/>
              </a:cxn>
              <a:cxn ang="0">
                <a:pos x="131" y="148"/>
              </a:cxn>
              <a:cxn ang="0">
                <a:pos x="136" y="162"/>
              </a:cxn>
              <a:cxn ang="0">
                <a:pos x="171" y="197"/>
              </a:cxn>
              <a:cxn ang="0">
                <a:pos x="198" y="197"/>
              </a:cxn>
              <a:cxn ang="0">
                <a:pos x="198" y="170"/>
              </a:cxn>
              <a:cxn ang="0">
                <a:pos x="45" y="101"/>
              </a:cxn>
              <a:cxn ang="0">
                <a:pos x="45" y="45"/>
              </a:cxn>
              <a:cxn ang="0">
                <a:pos x="101" y="45"/>
              </a:cxn>
              <a:cxn ang="0">
                <a:pos x="101" y="101"/>
              </a:cxn>
              <a:cxn ang="0">
                <a:pos x="45" y="101"/>
              </a:cxn>
            </a:cxnLst>
            <a:rect l="0" t="0" r="r" b="b"/>
            <a:pathLst>
              <a:path w="205" h="204">
                <a:moveTo>
                  <a:pt x="198" y="170"/>
                </a:moveTo>
                <a:cubicBezTo>
                  <a:pt x="163" y="135"/>
                  <a:pt x="163" y="135"/>
                  <a:pt x="163" y="135"/>
                </a:cubicBezTo>
                <a:cubicBezTo>
                  <a:pt x="159" y="131"/>
                  <a:pt x="154" y="129"/>
                  <a:pt x="149" y="130"/>
                </a:cubicBezTo>
                <a:cubicBezTo>
                  <a:pt x="128" y="109"/>
                  <a:pt x="128" y="109"/>
                  <a:pt x="128" y="109"/>
                </a:cubicBezTo>
                <a:cubicBezTo>
                  <a:pt x="145" y="83"/>
                  <a:pt x="142" y="49"/>
                  <a:pt x="120" y="26"/>
                </a:cubicBezTo>
                <a:cubicBezTo>
                  <a:pt x="94" y="0"/>
                  <a:pt x="52" y="0"/>
                  <a:pt x="26" y="26"/>
                </a:cubicBezTo>
                <a:cubicBezTo>
                  <a:pt x="0" y="52"/>
                  <a:pt x="0" y="94"/>
                  <a:pt x="26" y="120"/>
                </a:cubicBezTo>
                <a:cubicBezTo>
                  <a:pt x="49" y="143"/>
                  <a:pt x="85" y="146"/>
                  <a:pt x="111" y="128"/>
                </a:cubicBezTo>
                <a:cubicBezTo>
                  <a:pt x="131" y="148"/>
                  <a:pt x="131" y="148"/>
                  <a:pt x="131" y="148"/>
                </a:cubicBezTo>
                <a:cubicBezTo>
                  <a:pt x="131" y="153"/>
                  <a:pt x="132" y="158"/>
                  <a:pt x="136" y="162"/>
                </a:cubicBezTo>
                <a:cubicBezTo>
                  <a:pt x="171" y="197"/>
                  <a:pt x="171" y="197"/>
                  <a:pt x="171" y="197"/>
                </a:cubicBezTo>
                <a:cubicBezTo>
                  <a:pt x="178" y="204"/>
                  <a:pt x="191" y="204"/>
                  <a:pt x="198" y="197"/>
                </a:cubicBezTo>
                <a:cubicBezTo>
                  <a:pt x="205" y="189"/>
                  <a:pt x="205" y="177"/>
                  <a:pt x="198" y="170"/>
                </a:cubicBezTo>
                <a:close/>
                <a:moveTo>
                  <a:pt x="45" y="101"/>
                </a:moveTo>
                <a:cubicBezTo>
                  <a:pt x="29" y="86"/>
                  <a:pt x="29" y="60"/>
                  <a:pt x="45" y="45"/>
                </a:cubicBezTo>
                <a:cubicBezTo>
                  <a:pt x="60" y="30"/>
                  <a:pt x="85" y="30"/>
                  <a:pt x="101" y="45"/>
                </a:cubicBezTo>
                <a:cubicBezTo>
                  <a:pt x="116" y="60"/>
                  <a:pt x="116" y="86"/>
                  <a:pt x="101" y="101"/>
                </a:cubicBezTo>
                <a:cubicBezTo>
                  <a:pt x="85" y="116"/>
                  <a:pt x="60" y="116"/>
                  <a:pt x="45" y="101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anchor="ctr"/>
          <a:lstStyle/>
          <a:p>
            <a:pPr algn="ctr"/>
            <a:endParaRPr sz="2400">
              <a:latin typeface="字魂59号-创粗黑" panose="00000500000000000000" pitchFamily="2" charset="-122"/>
              <a:ea typeface="字魂59号-创粗黑" panose="00000500000000000000" pitchFamily="2" charset="-122"/>
              <a:sym typeface="字魂59号-创粗黑" panose="00000500000000000000" pitchFamily="2" charset="-122"/>
            </a:endParaRPr>
          </a:p>
        </p:txBody>
      </p:sp>
      <p:sp>
        <p:nvSpPr>
          <p:cNvPr id="30" name="i$liḋe-Freeform 17" descr="D:\51PPT模板网\51pptmoban.com\图片.jpg"/>
          <p:cNvSpPr>
            <a:spLocks noChangeAspect="1"/>
          </p:cNvSpPr>
          <p:nvPr/>
        </p:nvSpPr>
        <p:spPr bwMode="auto">
          <a:xfrm>
            <a:off x="1062742" y="4095438"/>
            <a:ext cx="400051" cy="239713"/>
          </a:xfrm>
          <a:custGeom>
            <a:avLst/>
            <a:gdLst/>
            <a:ahLst/>
            <a:cxnLst>
              <a:cxn ang="0">
                <a:pos x="257" y="55"/>
              </a:cxn>
              <a:cxn ang="0">
                <a:pos x="253" y="55"/>
              </a:cxn>
              <a:cxn ang="0">
                <a:pos x="164" y="0"/>
              </a:cxn>
              <a:cxn ang="0">
                <a:pos x="75" y="55"/>
              </a:cxn>
              <a:cxn ang="0">
                <a:pos x="71" y="54"/>
              </a:cxn>
              <a:cxn ang="0">
                <a:pos x="0" y="125"/>
              </a:cxn>
              <a:cxn ang="0">
                <a:pos x="71" y="196"/>
              </a:cxn>
              <a:cxn ang="0">
                <a:pos x="139" y="196"/>
              </a:cxn>
              <a:cxn ang="0">
                <a:pos x="139" y="165"/>
              </a:cxn>
              <a:cxn ang="0">
                <a:pos x="82" y="165"/>
              </a:cxn>
              <a:cxn ang="0">
                <a:pos x="165" y="91"/>
              </a:cxn>
              <a:cxn ang="0">
                <a:pos x="248" y="165"/>
              </a:cxn>
              <a:cxn ang="0">
                <a:pos x="184" y="165"/>
              </a:cxn>
              <a:cxn ang="0">
                <a:pos x="184" y="196"/>
              </a:cxn>
              <a:cxn ang="0">
                <a:pos x="257" y="196"/>
              </a:cxn>
              <a:cxn ang="0">
                <a:pos x="328" y="125"/>
              </a:cxn>
              <a:cxn ang="0">
                <a:pos x="257" y="55"/>
              </a:cxn>
            </a:cxnLst>
            <a:rect l="0" t="0" r="r" b="b"/>
            <a:pathLst>
              <a:path w="328" h="196">
                <a:moveTo>
                  <a:pt x="257" y="55"/>
                </a:moveTo>
                <a:cubicBezTo>
                  <a:pt x="256" y="55"/>
                  <a:pt x="255" y="55"/>
                  <a:pt x="253" y="55"/>
                </a:cubicBezTo>
                <a:cubicBezTo>
                  <a:pt x="237" y="22"/>
                  <a:pt x="203" y="0"/>
                  <a:pt x="164" y="0"/>
                </a:cubicBezTo>
                <a:cubicBezTo>
                  <a:pt x="125" y="0"/>
                  <a:pt x="92" y="22"/>
                  <a:pt x="75" y="55"/>
                </a:cubicBezTo>
                <a:cubicBezTo>
                  <a:pt x="74" y="55"/>
                  <a:pt x="72" y="54"/>
                  <a:pt x="71" y="54"/>
                </a:cubicBezTo>
                <a:cubicBezTo>
                  <a:pt x="32" y="54"/>
                  <a:pt x="0" y="86"/>
                  <a:pt x="0" y="125"/>
                </a:cubicBezTo>
                <a:cubicBezTo>
                  <a:pt x="0" y="165"/>
                  <a:pt x="32" y="196"/>
                  <a:pt x="71" y="196"/>
                </a:cubicBezTo>
                <a:cubicBezTo>
                  <a:pt x="139" y="196"/>
                  <a:pt x="139" y="196"/>
                  <a:pt x="139" y="196"/>
                </a:cubicBezTo>
                <a:cubicBezTo>
                  <a:pt x="139" y="165"/>
                  <a:pt x="139" y="165"/>
                  <a:pt x="139" y="165"/>
                </a:cubicBezTo>
                <a:cubicBezTo>
                  <a:pt x="82" y="165"/>
                  <a:pt x="82" y="165"/>
                  <a:pt x="82" y="165"/>
                </a:cubicBezTo>
                <a:cubicBezTo>
                  <a:pt x="165" y="91"/>
                  <a:pt x="165" y="91"/>
                  <a:pt x="165" y="91"/>
                </a:cubicBezTo>
                <a:cubicBezTo>
                  <a:pt x="248" y="165"/>
                  <a:pt x="248" y="165"/>
                  <a:pt x="248" y="165"/>
                </a:cubicBezTo>
                <a:cubicBezTo>
                  <a:pt x="184" y="165"/>
                  <a:pt x="184" y="165"/>
                  <a:pt x="184" y="165"/>
                </a:cubicBezTo>
                <a:cubicBezTo>
                  <a:pt x="184" y="196"/>
                  <a:pt x="184" y="196"/>
                  <a:pt x="184" y="196"/>
                </a:cubicBezTo>
                <a:cubicBezTo>
                  <a:pt x="257" y="196"/>
                  <a:pt x="257" y="196"/>
                  <a:pt x="257" y="196"/>
                </a:cubicBezTo>
                <a:cubicBezTo>
                  <a:pt x="297" y="196"/>
                  <a:pt x="328" y="165"/>
                  <a:pt x="328" y="125"/>
                </a:cubicBezTo>
                <a:cubicBezTo>
                  <a:pt x="328" y="86"/>
                  <a:pt x="297" y="55"/>
                  <a:pt x="257" y="55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anchor="ctr"/>
          <a:lstStyle/>
          <a:p>
            <a:pPr algn="ctr"/>
            <a:endParaRPr sz="2400">
              <a:latin typeface="字魂59号-创粗黑" panose="00000500000000000000" pitchFamily="2" charset="-122"/>
              <a:ea typeface="字魂59号-创粗黑" panose="00000500000000000000" pitchFamily="2" charset="-122"/>
              <a:sym typeface="字魂59号-创粗黑" panose="00000500000000000000" pitchFamily="2" charset="-122"/>
            </a:endParaRPr>
          </a:p>
        </p:txBody>
      </p:sp>
      <p:sp>
        <p:nvSpPr>
          <p:cNvPr id="31" name="i$liḋe-Freeform 18"/>
          <p:cNvSpPr>
            <a:spLocks noChangeAspect="1"/>
          </p:cNvSpPr>
          <p:nvPr/>
        </p:nvSpPr>
        <p:spPr bwMode="auto">
          <a:xfrm>
            <a:off x="1125086" y="5148382"/>
            <a:ext cx="247651" cy="245269"/>
          </a:xfrm>
          <a:custGeom>
            <a:avLst/>
            <a:gdLst/>
            <a:ahLst/>
            <a:cxnLst>
              <a:cxn ang="0">
                <a:pos x="127" y="99"/>
              </a:cxn>
              <a:cxn ang="0">
                <a:pos x="169" y="99"/>
              </a:cxn>
              <a:cxn ang="0">
                <a:pos x="192" y="78"/>
              </a:cxn>
              <a:cxn ang="0">
                <a:pos x="200" y="47"/>
              </a:cxn>
              <a:cxn ang="0">
                <a:pos x="199" y="49"/>
              </a:cxn>
              <a:cxn ang="0">
                <a:pos x="171" y="74"/>
              </a:cxn>
              <a:cxn ang="0">
                <a:pos x="133" y="73"/>
              </a:cxn>
              <a:cxn ang="0">
                <a:pos x="133" y="72"/>
              </a:cxn>
              <a:cxn ang="0">
                <a:pos x="133" y="33"/>
              </a:cxn>
              <a:cxn ang="0">
                <a:pos x="161" y="8"/>
              </a:cxn>
              <a:cxn ang="0">
                <a:pos x="163" y="6"/>
              </a:cxn>
              <a:cxn ang="0">
                <a:pos x="129" y="10"/>
              </a:cxn>
              <a:cxn ang="0">
                <a:pos x="106" y="32"/>
              </a:cxn>
              <a:cxn ang="0">
                <a:pos x="105" y="75"/>
              </a:cxn>
              <a:cxn ang="0">
                <a:pos x="109" y="79"/>
              </a:cxn>
              <a:cxn ang="0">
                <a:pos x="97" y="91"/>
              </a:cxn>
              <a:cxn ang="0">
                <a:pos x="43" y="32"/>
              </a:cxn>
              <a:cxn ang="0">
                <a:pos x="25" y="27"/>
              </a:cxn>
              <a:cxn ang="0">
                <a:pos x="21" y="31"/>
              </a:cxn>
              <a:cxn ang="0">
                <a:pos x="26" y="48"/>
              </a:cxn>
              <a:cxn ang="0">
                <a:pos x="80" y="106"/>
              </a:cxn>
              <a:cxn ang="0">
                <a:pos x="66" y="119"/>
              </a:cxn>
              <a:cxn ang="0">
                <a:pos x="45" y="123"/>
              </a:cxn>
              <a:cxn ang="0">
                <a:pos x="9" y="157"/>
              </a:cxn>
              <a:cxn ang="0">
                <a:pos x="8" y="187"/>
              </a:cxn>
              <a:cxn ang="0">
                <a:pos x="8" y="188"/>
              </a:cxn>
              <a:cxn ang="0">
                <a:pos x="39" y="190"/>
              </a:cxn>
              <a:cxn ang="0">
                <a:pos x="76" y="156"/>
              </a:cxn>
              <a:cxn ang="0">
                <a:pos x="81" y="136"/>
              </a:cxn>
              <a:cxn ang="0">
                <a:pos x="96" y="122"/>
              </a:cxn>
              <a:cxn ang="0">
                <a:pos x="107" y="134"/>
              </a:cxn>
              <a:cxn ang="0">
                <a:pos x="111" y="155"/>
              </a:cxn>
              <a:cxn ang="0">
                <a:pos x="145" y="192"/>
              </a:cxn>
              <a:cxn ang="0">
                <a:pos x="175" y="193"/>
              </a:cxn>
              <a:cxn ang="0">
                <a:pos x="176" y="192"/>
              </a:cxn>
              <a:cxn ang="0">
                <a:pos x="178" y="161"/>
              </a:cxn>
              <a:cxn ang="0">
                <a:pos x="144" y="125"/>
              </a:cxn>
              <a:cxn ang="0">
                <a:pos x="123" y="119"/>
              </a:cxn>
              <a:cxn ang="0">
                <a:pos x="112" y="107"/>
              </a:cxn>
              <a:cxn ang="0">
                <a:pos x="124" y="96"/>
              </a:cxn>
              <a:cxn ang="0">
                <a:pos x="127" y="99"/>
              </a:cxn>
            </a:cxnLst>
            <a:rect l="0" t="0" r="r" b="b"/>
            <a:pathLst>
              <a:path w="203" h="201">
                <a:moveTo>
                  <a:pt x="127" y="99"/>
                </a:moveTo>
                <a:cubicBezTo>
                  <a:pt x="138" y="110"/>
                  <a:pt x="157" y="110"/>
                  <a:pt x="169" y="99"/>
                </a:cubicBezTo>
                <a:cubicBezTo>
                  <a:pt x="192" y="78"/>
                  <a:pt x="192" y="78"/>
                  <a:pt x="192" y="78"/>
                </a:cubicBezTo>
                <a:cubicBezTo>
                  <a:pt x="201" y="70"/>
                  <a:pt x="203" y="58"/>
                  <a:pt x="200" y="47"/>
                </a:cubicBezTo>
                <a:cubicBezTo>
                  <a:pt x="200" y="48"/>
                  <a:pt x="199" y="48"/>
                  <a:pt x="199" y="49"/>
                </a:cubicBezTo>
                <a:cubicBezTo>
                  <a:pt x="171" y="74"/>
                  <a:pt x="171" y="74"/>
                  <a:pt x="171" y="74"/>
                </a:cubicBezTo>
                <a:cubicBezTo>
                  <a:pt x="161" y="84"/>
                  <a:pt x="143" y="84"/>
                  <a:pt x="133" y="73"/>
                </a:cubicBezTo>
                <a:cubicBezTo>
                  <a:pt x="133" y="72"/>
                  <a:pt x="133" y="72"/>
                  <a:pt x="133" y="72"/>
                </a:cubicBezTo>
                <a:cubicBezTo>
                  <a:pt x="123" y="62"/>
                  <a:pt x="123" y="43"/>
                  <a:pt x="133" y="33"/>
                </a:cubicBezTo>
                <a:cubicBezTo>
                  <a:pt x="161" y="8"/>
                  <a:pt x="161" y="8"/>
                  <a:pt x="161" y="8"/>
                </a:cubicBezTo>
                <a:cubicBezTo>
                  <a:pt x="161" y="7"/>
                  <a:pt x="162" y="7"/>
                  <a:pt x="163" y="6"/>
                </a:cubicBezTo>
                <a:cubicBezTo>
                  <a:pt x="152" y="0"/>
                  <a:pt x="139" y="2"/>
                  <a:pt x="129" y="10"/>
                </a:cubicBezTo>
                <a:cubicBezTo>
                  <a:pt x="106" y="32"/>
                  <a:pt x="106" y="32"/>
                  <a:pt x="106" y="32"/>
                </a:cubicBezTo>
                <a:cubicBezTo>
                  <a:pt x="94" y="43"/>
                  <a:pt x="94" y="64"/>
                  <a:pt x="105" y="75"/>
                </a:cubicBezTo>
                <a:cubicBezTo>
                  <a:pt x="109" y="79"/>
                  <a:pt x="109" y="79"/>
                  <a:pt x="109" y="79"/>
                </a:cubicBezTo>
                <a:cubicBezTo>
                  <a:pt x="97" y="91"/>
                  <a:pt x="97" y="91"/>
                  <a:pt x="97" y="91"/>
                </a:cubicBezTo>
                <a:cubicBezTo>
                  <a:pt x="43" y="32"/>
                  <a:pt x="43" y="32"/>
                  <a:pt x="43" y="32"/>
                </a:cubicBezTo>
                <a:cubicBezTo>
                  <a:pt x="25" y="27"/>
                  <a:pt x="25" y="27"/>
                  <a:pt x="25" y="27"/>
                </a:cubicBezTo>
                <a:cubicBezTo>
                  <a:pt x="21" y="31"/>
                  <a:pt x="21" y="31"/>
                  <a:pt x="21" y="31"/>
                </a:cubicBezTo>
                <a:cubicBezTo>
                  <a:pt x="26" y="48"/>
                  <a:pt x="26" y="48"/>
                  <a:pt x="26" y="48"/>
                </a:cubicBezTo>
                <a:cubicBezTo>
                  <a:pt x="80" y="106"/>
                  <a:pt x="80" y="106"/>
                  <a:pt x="80" y="106"/>
                </a:cubicBezTo>
                <a:cubicBezTo>
                  <a:pt x="66" y="119"/>
                  <a:pt x="66" y="119"/>
                  <a:pt x="66" y="119"/>
                </a:cubicBezTo>
                <a:cubicBezTo>
                  <a:pt x="59" y="116"/>
                  <a:pt x="51" y="118"/>
                  <a:pt x="45" y="123"/>
                </a:cubicBezTo>
                <a:cubicBezTo>
                  <a:pt x="9" y="157"/>
                  <a:pt x="9" y="157"/>
                  <a:pt x="9" y="157"/>
                </a:cubicBezTo>
                <a:cubicBezTo>
                  <a:pt x="0" y="165"/>
                  <a:pt x="0" y="179"/>
                  <a:pt x="8" y="187"/>
                </a:cubicBezTo>
                <a:cubicBezTo>
                  <a:pt x="8" y="188"/>
                  <a:pt x="8" y="188"/>
                  <a:pt x="8" y="188"/>
                </a:cubicBezTo>
                <a:cubicBezTo>
                  <a:pt x="16" y="197"/>
                  <a:pt x="31" y="198"/>
                  <a:pt x="39" y="190"/>
                </a:cubicBezTo>
                <a:cubicBezTo>
                  <a:pt x="76" y="156"/>
                  <a:pt x="76" y="156"/>
                  <a:pt x="76" y="156"/>
                </a:cubicBezTo>
                <a:cubicBezTo>
                  <a:pt x="81" y="151"/>
                  <a:pt x="83" y="143"/>
                  <a:pt x="81" y="136"/>
                </a:cubicBezTo>
                <a:cubicBezTo>
                  <a:pt x="96" y="122"/>
                  <a:pt x="96" y="122"/>
                  <a:pt x="96" y="122"/>
                </a:cubicBezTo>
                <a:cubicBezTo>
                  <a:pt x="107" y="134"/>
                  <a:pt x="107" y="134"/>
                  <a:pt x="107" y="134"/>
                </a:cubicBezTo>
                <a:cubicBezTo>
                  <a:pt x="104" y="141"/>
                  <a:pt x="106" y="149"/>
                  <a:pt x="111" y="155"/>
                </a:cubicBezTo>
                <a:cubicBezTo>
                  <a:pt x="145" y="192"/>
                  <a:pt x="145" y="192"/>
                  <a:pt x="145" y="192"/>
                </a:cubicBezTo>
                <a:cubicBezTo>
                  <a:pt x="153" y="200"/>
                  <a:pt x="167" y="201"/>
                  <a:pt x="175" y="193"/>
                </a:cubicBezTo>
                <a:cubicBezTo>
                  <a:pt x="176" y="192"/>
                  <a:pt x="176" y="192"/>
                  <a:pt x="176" y="192"/>
                </a:cubicBezTo>
                <a:cubicBezTo>
                  <a:pt x="185" y="184"/>
                  <a:pt x="186" y="170"/>
                  <a:pt x="178" y="161"/>
                </a:cubicBezTo>
                <a:cubicBezTo>
                  <a:pt x="144" y="125"/>
                  <a:pt x="144" y="125"/>
                  <a:pt x="144" y="125"/>
                </a:cubicBezTo>
                <a:cubicBezTo>
                  <a:pt x="139" y="119"/>
                  <a:pt x="131" y="117"/>
                  <a:pt x="123" y="119"/>
                </a:cubicBezTo>
                <a:cubicBezTo>
                  <a:pt x="112" y="107"/>
                  <a:pt x="112" y="107"/>
                  <a:pt x="112" y="107"/>
                </a:cubicBezTo>
                <a:cubicBezTo>
                  <a:pt x="124" y="96"/>
                  <a:pt x="124" y="96"/>
                  <a:pt x="124" y="96"/>
                </a:cubicBezTo>
                <a:lnTo>
                  <a:pt x="127" y="9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anchor="ctr"/>
          <a:lstStyle/>
          <a:p>
            <a:pPr algn="ctr"/>
            <a:endParaRPr sz="2400">
              <a:latin typeface="字魂59号-创粗黑" panose="00000500000000000000" pitchFamily="2" charset="-122"/>
              <a:ea typeface="字魂59号-创粗黑" panose="00000500000000000000" pitchFamily="2" charset="-122"/>
              <a:sym typeface="字魂59号-创粗黑" panose="00000500000000000000" pitchFamily="2" charset="-122"/>
            </a:endParaRPr>
          </a:p>
        </p:txBody>
      </p:sp>
      <p:grpSp>
        <p:nvGrpSpPr>
          <p:cNvPr id="41" name="组合 40"/>
          <p:cNvGrpSpPr/>
          <p:nvPr/>
        </p:nvGrpSpPr>
        <p:grpSpPr>
          <a:xfrm>
            <a:off x="1687120" y="1686871"/>
            <a:ext cx="2966425" cy="816522"/>
            <a:chOff x="283598" y="1906534"/>
            <a:chExt cx="2966425" cy="816522"/>
          </a:xfrm>
        </p:grpSpPr>
        <p:sp>
          <p:nvSpPr>
            <p:cNvPr id="42" name="文本框 41"/>
            <p:cNvSpPr txBox="1"/>
            <p:nvPr/>
          </p:nvSpPr>
          <p:spPr>
            <a:xfrm>
              <a:off x="283598" y="2190603"/>
              <a:ext cx="2966425" cy="5324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000" dirty="0">
                  <a:solidFill>
                    <a:schemeClr val="tx1"/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sz="1000" dirty="0">
                  <a:solidFill>
                    <a:schemeClr val="tx1"/>
                  </a:solidFill>
                  <a:sym typeface="HarmonyOS Sans SC Light" panose="00000400000000000000" pitchFamily="2" charset="-122"/>
                </a:rPr>
                <a:t>... ...</a:t>
              </a:r>
              <a:endParaRPr lang="en-US" altLang="zh-CN" sz="1000" dirty="0">
                <a:solidFill>
                  <a:schemeClr val="tx1"/>
                </a:solidFill>
                <a:sym typeface="HarmonyOS Sans SC Light" panose="00000400000000000000" pitchFamily="2" charset="-122"/>
              </a:endParaRPr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283599" y="1906534"/>
              <a:ext cx="22355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chemeClr val="tx1"/>
                  </a:solidFill>
                  <a:sym typeface="HarmonyOS Sans SC Light" panose="00000400000000000000" pitchFamily="2" charset="-122"/>
                </a:rPr>
                <a:t>添加标题文本</a:t>
              </a:r>
              <a:endParaRPr lang="zh-CN" altLang="en-US" dirty="0">
                <a:solidFill>
                  <a:schemeClr val="tx1"/>
                </a:solidFill>
                <a:sym typeface="HarmonyOS Sans SC Light" panose="00000400000000000000" pitchFamily="2" charset="-122"/>
              </a:endParaRPr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1687120" y="2797171"/>
            <a:ext cx="2966425" cy="816522"/>
            <a:chOff x="283598" y="1906534"/>
            <a:chExt cx="2966425" cy="816522"/>
          </a:xfrm>
        </p:grpSpPr>
        <p:sp>
          <p:nvSpPr>
            <p:cNvPr id="45" name="文本框 44"/>
            <p:cNvSpPr txBox="1"/>
            <p:nvPr/>
          </p:nvSpPr>
          <p:spPr>
            <a:xfrm>
              <a:off x="283598" y="2190603"/>
              <a:ext cx="2966425" cy="5324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000" dirty="0">
                  <a:solidFill>
                    <a:schemeClr val="tx1"/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sz="1000" dirty="0">
                  <a:solidFill>
                    <a:schemeClr val="tx1"/>
                  </a:solidFill>
                  <a:sym typeface="HarmonyOS Sans SC Light" panose="00000400000000000000" pitchFamily="2" charset="-122"/>
                </a:rPr>
                <a:t>... ...</a:t>
              </a:r>
              <a:endParaRPr lang="en-US" altLang="zh-CN" sz="1000" dirty="0">
                <a:solidFill>
                  <a:schemeClr val="tx1"/>
                </a:solidFill>
                <a:sym typeface="HarmonyOS Sans SC Light" panose="00000400000000000000" pitchFamily="2" charset="-122"/>
              </a:endParaRPr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283599" y="1906534"/>
              <a:ext cx="22355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chemeClr val="tx1"/>
                  </a:solidFill>
                  <a:sym typeface="HarmonyOS Sans SC Light" panose="00000400000000000000" pitchFamily="2" charset="-122"/>
                </a:rPr>
                <a:t>添加标题文本</a:t>
              </a:r>
              <a:endParaRPr lang="zh-CN" altLang="en-US" dirty="0">
                <a:solidFill>
                  <a:schemeClr val="tx1"/>
                </a:solidFill>
                <a:sym typeface="HarmonyOS Sans SC Light" panose="00000400000000000000" pitchFamily="2" charset="-122"/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1687120" y="3907471"/>
            <a:ext cx="2966425" cy="816522"/>
            <a:chOff x="283598" y="1906534"/>
            <a:chExt cx="2966425" cy="816522"/>
          </a:xfrm>
        </p:grpSpPr>
        <p:sp>
          <p:nvSpPr>
            <p:cNvPr id="48" name="文本框 47"/>
            <p:cNvSpPr txBox="1"/>
            <p:nvPr/>
          </p:nvSpPr>
          <p:spPr>
            <a:xfrm>
              <a:off x="283598" y="2190603"/>
              <a:ext cx="2966425" cy="5324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000" dirty="0">
                  <a:solidFill>
                    <a:schemeClr val="tx1"/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sz="1000" dirty="0">
                  <a:solidFill>
                    <a:schemeClr val="tx1"/>
                  </a:solidFill>
                  <a:sym typeface="HarmonyOS Sans SC Light" panose="00000400000000000000" pitchFamily="2" charset="-122"/>
                </a:rPr>
                <a:t>... ...</a:t>
              </a:r>
              <a:endParaRPr lang="en-US" altLang="zh-CN" sz="1000" dirty="0">
                <a:solidFill>
                  <a:schemeClr val="tx1"/>
                </a:solidFill>
                <a:sym typeface="HarmonyOS Sans SC Light" panose="00000400000000000000" pitchFamily="2" charset="-122"/>
              </a:endParaRPr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283599" y="1906534"/>
              <a:ext cx="22355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chemeClr val="tx1"/>
                  </a:solidFill>
                  <a:sym typeface="HarmonyOS Sans SC Light" panose="00000400000000000000" pitchFamily="2" charset="-122"/>
                </a:rPr>
                <a:t>添加标题文本</a:t>
              </a:r>
              <a:endParaRPr lang="zh-CN" altLang="en-US" dirty="0">
                <a:solidFill>
                  <a:schemeClr val="tx1"/>
                </a:solidFill>
                <a:sym typeface="HarmonyOS Sans SC Light" panose="00000400000000000000" pitchFamily="2" charset="-122"/>
              </a:endParaRPr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1687120" y="5017771"/>
            <a:ext cx="2966425" cy="816522"/>
            <a:chOff x="283598" y="1906534"/>
            <a:chExt cx="2966425" cy="816522"/>
          </a:xfrm>
        </p:grpSpPr>
        <p:sp>
          <p:nvSpPr>
            <p:cNvPr id="51" name="文本框 50"/>
            <p:cNvSpPr txBox="1"/>
            <p:nvPr/>
          </p:nvSpPr>
          <p:spPr>
            <a:xfrm>
              <a:off x="283598" y="2190603"/>
              <a:ext cx="2966425" cy="5324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000" dirty="0">
                  <a:solidFill>
                    <a:schemeClr val="tx1"/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sz="1000" dirty="0">
                  <a:solidFill>
                    <a:schemeClr val="tx1"/>
                  </a:solidFill>
                  <a:sym typeface="HarmonyOS Sans SC Light" panose="00000400000000000000" pitchFamily="2" charset="-122"/>
                </a:rPr>
                <a:t>... ...</a:t>
              </a:r>
              <a:endParaRPr lang="en-US" altLang="zh-CN" sz="1000" dirty="0">
                <a:solidFill>
                  <a:schemeClr val="tx1"/>
                </a:solidFill>
                <a:sym typeface="HarmonyOS Sans SC Light" panose="00000400000000000000" pitchFamily="2" charset="-122"/>
              </a:endParaRPr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283599" y="1906534"/>
              <a:ext cx="22355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chemeClr val="tx1"/>
                  </a:solidFill>
                  <a:sym typeface="HarmonyOS Sans SC Light" panose="00000400000000000000" pitchFamily="2" charset="-122"/>
                </a:rPr>
                <a:t>添加标题文本</a:t>
              </a:r>
              <a:endParaRPr lang="zh-CN" altLang="en-US" dirty="0">
                <a:solidFill>
                  <a:schemeClr val="tx1"/>
                </a:solidFill>
                <a:sym typeface="HarmonyOS Sans SC Light" panose="00000400000000000000" pitchFamily="2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497555" y="249084"/>
            <a:ext cx="5196889" cy="616350"/>
            <a:chOff x="902835" y="1974450"/>
            <a:chExt cx="5196889" cy="616350"/>
          </a:xfrm>
        </p:grpSpPr>
        <p:sp>
          <p:nvSpPr>
            <p:cNvPr id="166" name="椭圆 2"/>
            <p:cNvSpPr/>
            <p:nvPr/>
          </p:nvSpPr>
          <p:spPr>
            <a:xfrm>
              <a:off x="902835" y="1974450"/>
              <a:ext cx="5196889" cy="597932"/>
            </a:xfrm>
            <a:custGeom>
              <a:avLst/>
              <a:gdLst>
                <a:gd name="connsiteX0" fmla="*/ 0 w 5082540"/>
                <a:gd name="connsiteY0" fmla="*/ 395730 h 791459"/>
                <a:gd name="connsiteX1" fmla="*/ 2541270 w 5082540"/>
                <a:gd name="connsiteY1" fmla="*/ 0 h 791459"/>
                <a:gd name="connsiteX2" fmla="*/ 5082540 w 5082540"/>
                <a:gd name="connsiteY2" fmla="*/ 395730 h 791459"/>
                <a:gd name="connsiteX3" fmla="*/ 2541270 w 5082540"/>
                <a:gd name="connsiteY3" fmla="*/ 791460 h 791459"/>
                <a:gd name="connsiteX4" fmla="*/ 0 w 5082540"/>
                <a:gd name="connsiteY4" fmla="*/ 395730 h 791459"/>
                <a:gd name="connsiteX0-1" fmla="*/ 145828 w 5228368"/>
                <a:gd name="connsiteY0-2" fmla="*/ 395730 h 715260"/>
                <a:gd name="connsiteX1-3" fmla="*/ 2687098 w 5228368"/>
                <a:gd name="connsiteY1-4" fmla="*/ 0 h 715260"/>
                <a:gd name="connsiteX2-5" fmla="*/ 5228368 w 5228368"/>
                <a:gd name="connsiteY2-6" fmla="*/ 395730 h 715260"/>
                <a:gd name="connsiteX3-7" fmla="*/ 1208818 w 5228368"/>
                <a:gd name="connsiteY3-8" fmla="*/ 715260 h 715260"/>
                <a:gd name="connsiteX4-9" fmla="*/ 145828 w 5228368"/>
                <a:gd name="connsiteY4-10" fmla="*/ 395730 h 715260"/>
                <a:gd name="connsiteX0-11" fmla="*/ 220894 w 5303434"/>
                <a:gd name="connsiteY0-12" fmla="*/ 334770 h 654300"/>
                <a:gd name="connsiteX1-13" fmla="*/ 3775624 w 5303434"/>
                <a:gd name="connsiteY1-14" fmla="*/ 0 h 654300"/>
                <a:gd name="connsiteX2-15" fmla="*/ 5303434 w 5303434"/>
                <a:gd name="connsiteY2-16" fmla="*/ 334770 h 654300"/>
                <a:gd name="connsiteX3-17" fmla="*/ 1283884 w 5303434"/>
                <a:gd name="connsiteY3-18" fmla="*/ 654300 h 654300"/>
                <a:gd name="connsiteX4-19" fmla="*/ 220894 w 5303434"/>
                <a:gd name="connsiteY4-20" fmla="*/ 334770 h 654300"/>
                <a:gd name="connsiteX0-21" fmla="*/ 131008 w 5213548"/>
                <a:gd name="connsiteY0-22" fmla="*/ 165594 h 664455"/>
                <a:gd name="connsiteX1-23" fmla="*/ 3685738 w 5213548"/>
                <a:gd name="connsiteY1-24" fmla="*/ 6084 h 664455"/>
                <a:gd name="connsiteX2-25" fmla="*/ 5213548 w 5213548"/>
                <a:gd name="connsiteY2-26" fmla="*/ 340854 h 664455"/>
                <a:gd name="connsiteX3-27" fmla="*/ 1193998 w 5213548"/>
                <a:gd name="connsiteY3-28" fmla="*/ 660384 h 664455"/>
                <a:gd name="connsiteX4-29" fmla="*/ 131008 w 5213548"/>
                <a:gd name="connsiteY4-30" fmla="*/ 165594 h 664455"/>
                <a:gd name="connsiteX0-31" fmla="*/ 106935 w 5189475"/>
                <a:gd name="connsiteY0-32" fmla="*/ 217356 h 716217"/>
                <a:gd name="connsiteX1-33" fmla="*/ 3661665 w 5189475"/>
                <a:gd name="connsiteY1-34" fmla="*/ 57846 h 716217"/>
                <a:gd name="connsiteX2-35" fmla="*/ 5189475 w 5189475"/>
                <a:gd name="connsiteY2-36" fmla="*/ 392616 h 716217"/>
                <a:gd name="connsiteX3-37" fmla="*/ 1169925 w 5189475"/>
                <a:gd name="connsiteY3-38" fmla="*/ 712146 h 716217"/>
                <a:gd name="connsiteX4-39" fmla="*/ 106935 w 5189475"/>
                <a:gd name="connsiteY4-40" fmla="*/ 217356 h 716217"/>
                <a:gd name="connsiteX0-41" fmla="*/ 106935 w 5189475"/>
                <a:gd name="connsiteY0-42" fmla="*/ 217356 h 743830"/>
                <a:gd name="connsiteX1-43" fmla="*/ 3661665 w 5189475"/>
                <a:gd name="connsiteY1-44" fmla="*/ 57846 h 743830"/>
                <a:gd name="connsiteX2-45" fmla="*/ 5189475 w 5189475"/>
                <a:gd name="connsiteY2-46" fmla="*/ 392616 h 743830"/>
                <a:gd name="connsiteX3-47" fmla="*/ 1169925 w 5189475"/>
                <a:gd name="connsiteY3-48" fmla="*/ 712146 h 743830"/>
                <a:gd name="connsiteX4-49" fmla="*/ 106935 w 5189475"/>
                <a:gd name="connsiteY4-50" fmla="*/ 217356 h 743830"/>
                <a:gd name="connsiteX0-51" fmla="*/ 106935 w 5194775"/>
                <a:gd name="connsiteY0-52" fmla="*/ 217356 h 743830"/>
                <a:gd name="connsiteX1-53" fmla="*/ 3661665 w 5194775"/>
                <a:gd name="connsiteY1-54" fmla="*/ 57846 h 743830"/>
                <a:gd name="connsiteX2-55" fmla="*/ 5189475 w 5194775"/>
                <a:gd name="connsiteY2-56" fmla="*/ 392616 h 743830"/>
                <a:gd name="connsiteX3-57" fmla="*/ 1169925 w 5194775"/>
                <a:gd name="connsiteY3-58" fmla="*/ 712146 h 743830"/>
                <a:gd name="connsiteX4-59" fmla="*/ 106935 w 5194775"/>
                <a:gd name="connsiteY4-60" fmla="*/ 217356 h 743830"/>
                <a:gd name="connsiteX0-61" fmla="*/ 107430 w 5193674"/>
                <a:gd name="connsiteY0-62" fmla="*/ 187556 h 714030"/>
                <a:gd name="connsiteX1-63" fmla="*/ 3304020 w 5193674"/>
                <a:gd name="connsiteY1-64" fmla="*/ 5186 h 714030"/>
                <a:gd name="connsiteX2-65" fmla="*/ 5189970 w 5193674"/>
                <a:gd name="connsiteY2-66" fmla="*/ 362816 h 714030"/>
                <a:gd name="connsiteX3-67" fmla="*/ 1170420 w 5193674"/>
                <a:gd name="connsiteY3-68" fmla="*/ 682346 h 714030"/>
                <a:gd name="connsiteX4-69" fmla="*/ 107430 w 5193674"/>
                <a:gd name="connsiteY4-70" fmla="*/ 187556 h 714030"/>
                <a:gd name="connsiteX0-71" fmla="*/ 89779 w 5176023"/>
                <a:gd name="connsiteY0-72" fmla="*/ 218381 h 744855"/>
                <a:gd name="connsiteX1-73" fmla="*/ 3286369 w 5176023"/>
                <a:gd name="connsiteY1-74" fmla="*/ 36011 h 744855"/>
                <a:gd name="connsiteX2-75" fmla="*/ 5172319 w 5176023"/>
                <a:gd name="connsiteY2-76" fmla="*/ 393641 h 744855"/>
                <a:gd name="connsiteX3-77" fmla="*/ 1152769 w 5176023"/>
                <a:gd name="connsiteY3-78" fmla="*/ 713171 h 744855"/>
                <a:gd name="connsiteX4-79" fmla="*/ 89779 w 5176023"/>
                <a:gd name="connsiteY4-80" fmla="*/ 218381 h 744855"/>
                <a:gd name="connsiteX0-81" fmla="*/ 86611 w 5210975"/>
                <a:gd name="connsiteY0-82" fmla="*/ 245965 h 723357"/>
                <a:gd name="connsiteX1-83" fmla="*/ 3321301 w 5210975"/>
                <a:gd name="connsiteY1-84" fmla="*/ 17875 h 723357"/>
                <a:gd name="connsiteX2-85" fmla="*/ 5207251 w 5210975"/>
                <a:gd name="connsiteY2-86" fmla="*/ 375505 h 723357"/>
                <a:gd name="connsiteX3-87" fmla="*/ 1187701 w 5210975"/>
                <a:gd name="connsiteY3-88" fmla="*/ 695035 h 723357"/>
                <a:gd name="connsiteX4-89" fmla="*/ 86611 w 5210975"/>
                <a:gd name="connsiteY4-90" fmla="*/ 245965 h 723357"/>
                <a:gd name="connsiteX0-91" fmla="*/ 43224 w 5167588"/>
                <a:gd name="connsiteY0-92" fmla="*/ 255515 h 732907"/>
                <a:gd name="connsiteX1-93" fmla="*/ 3277914 w 5167588"/>
                <a:gd name="connsiteY1-94" fmla="*/ 27425 h 732907"/>
                <a:gd name="connsiteX2-95" fmla="*/ 5163864 w 5167588"/>
                <a:gd name="connsiteY2-96" fmla="*/ 385055 h 732907"/>
                <a:gd name="connsiteX3-97" fmla="*/ 1144314 w 5167588"/>
                <a:gd name="connsiteY3-98" fmla="*/ 704585 h 732907"/>
                <a:gd name="connsiteX4-99" fmla="*/ 43224 w 5167588"/>
                <a:gd name="connsiteY4-100" fmla="*/ 255515 h 732907"/>
                <a:gd name="connsiteX0-101" fmla="*/ 28682 w 5153046"/>
                <a:gd name="connsiteY0-102" fmla="*/ 257665 h 735057"/>
                <a:gd name="connsiteX1-103" fmla="*/ 3263372 w 5153046"/>
                <a:gd name="connsiteY1-104" fmla="*/ 29575 h 735057"/>
                <a:gd name="connsiteX2-105" fmla="*/ 5149322 w 5153046"/>
                <a:gd name="connsiteY2-106" fmla="*/ 387205 h 735057"/>
                <a:gd name="connsiteX3-107" fmla="*/ 1129772 w 5153046"/>
                <a:gd name="connsiteY3-108" fmla="*/ 706735 h 735057"/>
                <a:gd name="connsiteX4-109" fmla="*/ 28682 w 5153046"/>
                <a:gd name="connsiteY4-110" fmla="*/ 257665 h 735057"/>
                <a:gd name="connsiteX0-111" fmla="*/ 45765 w 5170129"/>
                <a:gd name="connsiteY0-112" fmla="*/ 259882 h 737274"/>
                <a:gd name="connsiteX1-113" fmla="*/ 3280455 w 5170129"/>
                <a:gd name="connsiteY1-114" fmla="*/ 31792 h 737274"/>
                <a:gd name="connsiteX2-115" fmla="*/ 5166405 w 5170129"/>
                <a:gd name="connsiteY2-116" fmla="*/ 389422 h 737274"/>
                <a:gd name="connsiteX3-117" fmla="*/ 1146855 w 5170129"/>
                <a:gd name="connsiteY3-118" fmla="*/ 708952 h 737274"/>
                <a:gd name="connsiteX4-119" fmla="*/ 45765 w 5170129"/>
                <a:gd name="connsiteY4-120" fmla="*/ 259882 h 737274"/>
                <a:gd name="connsiteX0-121" fmla="*/ 72525 w 5196889"/>
                <a:gd name="connsiteY0-122" fmla="*/ 266896 h 744288"/>
                <a:gd name="connsiteX1-123" fmla="*/ 3307215 w 5196889"/>
                <a:gd name="connsiteY1-124" fmla="*/ 38806 h 744288"/>
                <a:gd name="connsiteX2-125" fmla="*/ 5193165 w 5196889"/>
                <a:gd name="connsiteY2-126" fmla="*/ 396436 h 744288"/>
                <a:gd name="connsiteX3-127" fmla="*/ 1173615 w 5196889"/>
                <a:gd name="connsiteY3-128" fmla="*/ 715966 h 744288"/>
                <a:gd name="connsiteX4-129" fmla="*/ 72525 w 5196889"/>
                <a:gd name="connsiteY4-130" fmla="*/ 266896 h 74428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5196889" h="744288">
                  <a:moveTo>
                    <a:pt x="72525" y="266896"/>
                  </a:moveTo>
                  <a:cubicBezTo>
                    <a:pt x="344305" y="-112664"/>
                    <a:pt x="2453775" y="17216"/>
                    <a:pt x="3307215" y="38806"/>
                  </a:cubicBezTo>
                  <a:cubicBezTo>
                    <a:pt x="4160655" y="60396"/>
                    <a:pt x="5269365" y="25480"/>
                    <a:pt x="5193165" y="396436"/>
                  </a:cubicBezTo>
                  <a:cubicBezTo>
                    <a:pt x="5155065" y="851212"/>
                    <a:pt x="2027055" y="737556"/>
                    <a:pt x="1173615" y="715966"/>
                  </a:cubicBezTo>
                  <a:cubicBezTo>
                    <a:pt x="320175" y="694376"/>
                    <a:pt x="-199255" y="646456"/>
                    <a:pt x="72525" y="266896"/>
                  </a:cubicBezTo>
                  <a:close/>
                </a:path>
              </a:pathLst>
            </a:custGeom>
            <a:solidFill>
              <a:srgbClr val="B0C0F4"/>
            </a:solidFill>
            <a:ln w="66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167" name="椭圆 166"/>
            <p:cNvSpPr/>
            <p:nvPr/>
          </p:nvSpPr>
          <p:spPr>
            <a:xfrm>
              <a:off x="1544273" y="1974450"/>
              <a:ext cx="616350" cy="616350"/>
            </a:xfrm>
            <a:prstGeom prst="ellipse">
              <a:avLst/>
            </a:prstGeom>
            <a:solidFill>
              <a:srgbClr val="6887EA"/>
            </a:solidFill>
            <a:ln w="66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168" name="文本框 167"/>
            <p:cNvSpPr txBox="1"/>
            <p:nvPr/>
          </p:nvSpPr>
          <p:spPr>
            <a:xfrm>
              <a:off x="2557990" y="2111161"/>
              <a:ext cx="269250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solidFill>
                    <a:schemeClr val="bg1"/>
                  </a:solidFill>
                </a:rPr>
                <a:t>单击此处添加标题文本</a:t>
              </a:r>
              <a:endParaRPr lang="zh-CN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169" name="文本框 168"/>
            <p:cNvSpPr txBox="1"/>
            <p:nvPr/>
          </p:nvSpPr>
          <p:spPr>
            <a:xfrm>
              <a:off x="1601045" y="2050707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solidFill>
                    <a:schemeClr val="bg1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rPr>
                <a:t>03</a:t>
              </a:r>
              <a:endParaRPr lang="zh-CN" altLang="en-US" sz="2400" dirty="0">
                <a:solidFill>
                  <a:schemeClr val="bg1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</a:endParaRPr>
            </a:p>
          </p:txBody>
        </p:sp>
      </p:grpSp>
      <p:grpSp>
        <p:nvGrpSpPr>
          <p:cNvPr id="96" name="组合 95"/>
          <p:cNvGrpSpPr/>
          <p:nvPr/>
        </p:nvGrpSpPr>
        <p:grpSpPr>
          <a:xfrm>
            <a:off x="1070874" y="1984104"/>
            <a:ext cx="5025126" cy="3527797"/>
            <a:chOff x="1069696" y="1974703"/>
            <a:chExt cx="5169739" cy="3629320"/>
          </a:xfrm>
        </p:grpSpPr>
        <p:sp>
          <p:nvSpPr>
            <p:cNvPr id="30" name="íšlîde"/>
            <p:cNvSpPr/>
            <p:nvPr/>
          </p:nvSpPr>
          <p:spPr bwMode="auto">
            <a:xfrm>
              <a:off x="1069696" y="1974703"/>
              <a:ext cx="5169739" cy="1830348"/>
            </a:xfrm>
            <a:custGeom>
              <a:avLst/>
              <a:gdLst/>
              <a:ahLst/>
              <a:cxnLst>
                <a:cxn ang="0">
                  <a:pos x="1599" y="0"/>
                </a:cxn>
                <a:cxn ang="0">
                  <a:pos x="1434" y="28"/>
                </a:cxn>
                <a:cxn ang="0">
                  <a:pos x="1470" y="71"/>
                </a:cxn>
                <a:cxn ang="0">
                  <a:pos x="1202" y="291"/>
                </a:cxn>
                <a:cxn ang="0">
                  <a:pos x="842" y="164"/>
                </a:cxn>
                <a:cxn ang="0">
                  <a:pos x="842" y="164"/>
                </a:cxn>
                <a:cxn ang="0">
                  <a:pos x="842" y="164"/>
                </a:cxn>
                <a:cxn ang="0">
                  <a:pos x="842" y="164"/>
                </a:cxn>
                <a:cxn ang="0">
                  <a:pos x="840" y="163"/>
                </a:cxn>
                <a:cxn ang="0">
                  <a:pos x="839" y="163"/>
                </a:cxn>
                <a:cxn ang="0">
                  <a:pos x="837" y="163"/>
                </a:cxn>
                <a:cxn ang="0">
                  <a:pos x="836" y="163"/>
                </a:cxn>
                <a:cxn ang="0">
                  <a:pos x="834" y="163"/>
                </a:cxn>
                <a:cxn ang="0">
                  <a:pos x="834" y="163"/>
                </a:cxn>
                <a:cxn ang="0">
                  <a:pos x="833" y="163"/>
                </a:cxn>
                <a:cxn ang="0">
                  <a:pos x="833" y="163"/>
                </a:cxn>
                <a:cxn ang="0">
                  <a:pos x="833" y="163"/>
                </a:cxn>
                <a:cxn ang="0">
                  <a:pos x="831" y="163"/>
                </a:cxn>
                <a:cxn ang="0">
                  <a:pos x="830" y="163"/>
                </a:cxn>
                <a:cxn ang="0">
                  <a:pos x="829" y="163"/>
                </a:cxn>
                <a:cxn ang="0">
                  <a:pos x="828" y="163"/>
                </a:cxn>
                <a:cxn ang="0">
                  <a:pos x="826" y="163"/>
                </a:cxn>
                <a:cxn ang="0">
                  <a:pos x="825" y="164"/>
                </a:cxn>
                <a:cxn ang="0">
                  <a:pos x="823" y="164"/>
                </a:cxn>
                <a:cxn ang="0">
                  <a:pos x="822" y="165"/>
                </a:cxn>
                <a:cxn ang="0">
                  <a:pos x="821" y="165"/>
                </a:cxn>
                <a:cxn ang="0">
                  <a:pos x="20" y="541"/>
                </a:cxn>
                <a:cxn ang="0">
                  <a:pos x="7" y="579"/>
                </a:cxn>
                <a:cxn ang="0">
                  <a:pos x="32" y="595"/>
                </a:cxn>
                <a:cxn ang="0">
                  <a:pos x="44" y="592"/>
                </a:cxn>
                <a:cxn ang="0">
                  <a:pos x="834" y="221"/>
                </a:cxn>
                <a:cxn ang="0">
                  <a:pos x="1199" y="349"/>
                </a:cxn>
                <a:cxn ang="0">
                  <a:pos x="1199" y="349"/>
                </a:cxn>
                <a:cxn ang="0">
                  <a:pos x="1203" y="350"/>
                </a:cxn>
                <a:cxn ang="0">
                  <a:pos x="1204" y="350"/>
                </a:cxn>
                <a:cxn ang="0">
                  <a:pos x="1208" y="350"/>
                </a:cxn>
                <a:cxn ang="0">
                  <a:pos x="1208" y="350"/>
                </a:cxn>
                <a:cxn ang="0">
                  <a:pos x="1213" y="350"/>
                </a:cxn>
                <a:cxn ang="0">
                  <a:pos x="1214" y="350"/>
                </a:cxn>
                <a:cxn ang="0">
                  <a:pos x="1217" y="349"/>
                </a:cxn>
                <a:cxn ang="0">
                  <a:pos x="1219" y="348"/>
                </a:cxn>
                <a:cxn ang="0">
                  <a:pos x="1221" y="347"/>
                </a:cxn>
                <a:cxn ang="0">
                  <a:pos x="1223" y="346"/>
                </a:cxn>
                <a:cxn ang="0">
                  <a:pos x="1225" y="345"/>
                </a:cxn>
                <a:cxn ang="0">
                  <a:pos x="1226" y="344"/>
                </a:cxn>
                <a:cxn ang="0">
                  <a:pos x="1505" y="114"/>
                </a:cxn>
                <a:cxn ang="0">
                  <a:pos x="1540" y="157"/>
                </a:cxn>
                <a:cxn ang="0">
                  <a:pos x="1599" y="0"/>
                </a:cxn>
              </a:cxnLst>
              <a:rect l="0" t="0" r="r" b="b"/>
              <a:pathLst>
                <a:path w="1599" h="595">
                  <a:moveTo>
                    <a:pt x="1599" y="0"/>
                  </a:moveTo>
                  <a:cubicBezTo>
                    <a:pt x="1434" y="28"/>
                    <a:pt x="1434" y="28"/>
                    <a:pt x="1434" y="28"/>
                  </a:cubicBezTo>
                  <a:cubicBezTo>
                    <a:pt x="1470" y="71"/>
                    <a:pt x="1470" y="71"/>
                    <a:pt x="1470" y="71"/>
                  </a:cubicBezTo>
                  <a:cubicBezTo>
                    <a:pt x="1202" y="291"/>
                    <a:pt x="1202" y="291"/>
                    <a:pt x="1202" y="291"/>
                  </a:cubicBezTo>
                  <a:cubicBezTo>
                    <a:pt x="842" y="164"/>
                    <a:pt x="842" y="164"/>
                    <a:pt x="842" y="164"/>
                  </a:cubicBezTo>
                  <a:cubicBezTo>
                    <a:pt x="842" y="164"/>
                    <a:pt x="842" y="164"/>
                    <a:pt x="842" y="164"/>
                  </a:cubicBezTo>
                  <a:cubicBezTo>
                    <a:pt x="842" y="164"/>
                    <a:pt x="842" y="164"/>
                    <a:pt x="842" y="164"/>
                  </a:cubicBezTo>
                  <a:cubicBezTo>
                    <a:pt x="842" y="164"/>
                    <a:pt x="842" y="164"/>
                    <a:pt x="842" y="164"/>
                  </a:cubicBezTo>
                  <a:cubicBezTo>
                    <a:pt x="841" y="164"/>
                    <a:pt x="840" y="164"/>
                    <a:pt x="840" y="163"/>
                  </a:cubicBezTo>
                  <a:cubicBezTo>
                    <a:pt x="839" y="163"/>
                    <a:pt x="839" y="163"/>
                    <a:pt x="839" y="163"/>
                  </a:cubicBezTo>
                  <a:cubicBezTo>
                    <a:pt x="838" y="163"/>
                    <a:pt x="837" y="163"/>
                    <a:pt x="837" y="163"/>
                  </a:cubicBezTo>
                  <a:cubicBezTo>
                    <a:pt x="837" y="163"/>
                    <a:pt x="836" y="163"/>
                    <a:pt x="836" y="163"/>
                  </a:cubicBezTo>
                  <a:cubicBezTo>
                    <a:pt x="835" y="163"/>
                    <a:pt x="835" y="163"/>
                    <a:pt x="834" y="163"/>
                  </a:cubicBezTo>
                  <a:cubicBezTo>
                    <a:pt x="834" y="163"/>
                    <a:pt x="834" y="163"/>
                    <a:pt x="834" y="163"/>
                  </a:cubicBezTo>
                  <a:cubicBezTo>
                    <a:pt x="833" y="163"/>
                    <a:pt x="833" y="163"/>
                    <a:pt x="833" y="163"/>
                  </a:cubicBezTo>
                  <a:cubicBezTo>
                    <a:pt x="833" y="163"/>
                    <a:pt x="833" y="163"/>
                    <a:pt x="833" y="163"/>
                  </a:cubicBezTo>
                  <a:cubicBezTo>
                    <a:pt x="833" y="163"/>
                    <a:pt x="833" y="163"/>
                    <a:pt x="833" y="163"/>
                  </a:cubicBezTo>
                  <a:cubicBezTo>
                    <a:pt x="832" y="163"/>
                    <a:pt x="832" y="163"/>
                    <a:pt x="831" y="163"/>
                  </a:cubicBezTo>
                  <a:cubicBezTo>
                    <a:pt x="831" y="163"/>
                    <a:pt x="831" y="163"/>
                    <a:pt x="830" y="163"/>
                  </a:cubicBezTo>
                  <a:cubicBezTo>
                    <a:pt x="830" y="163"/>
                    <a:pt x="829" y="163"/>
                    <a:pt x="829" y="163"/>
                  </a:cubicBezTo>
                  <a:cubicBezTo>
                    <a:pt x="828" y="163"/>
                    <a:pt x="828" y="163"/>
                    <a:pt x="828" y="163"/>
                  </a:cubicBezTo>
                  <a:cubicBezTo>
                    <a:pt x="827" y="163"/>
                    <a:pt x="827" y="163"/>
                    <a:pt x="826" y="163"/>
                  </a:cubicBezTo>
                  <a:cubicBezTo>
                    <a:pt x="825" y="164"/>
                    <a:pt x="825" y="164"/>
                    <a:pt x="825" y="164"/>
                  </a:cubicBezTo>
                  <a:cubicBezTo>
                    <a:pt x="824" y="164"/>
                    <a:pt x="824" y="164"/>
                    <a:pt x="823" y="164"/>
                  </a:cubicBezTo>
                  <a:cubicBezTo>
                    <a:pt x="823" y="164"/>
                    <a:pt x="823" y="165"/>
                    <a:pt x="822" y="165"/>
                  </a:cubicBezTo>
                  <a:cubicBezTo>
                    <a:pt x="822" y="165"/>
                    <a:pt x="821" y="165"/>
                    <a:pt x="821" y="165"/>
                  </a:cubicBezTo>
                  <a:cubicBezTo>
                    <a:pt x="20" y="541"/>
                    <a:pt x="20" y="541"/>
                    <a:pt x="20" y="541"/>
                  </a:cubicBezTo>
                  <a:cubicBezTo>
                    <a:pt x="6" y="548"/>
                    <a:pt x="0" y="565"/>
                    <a:pt x="7" y="579"/>
                  </a:cubicBezTo>
                  <a:cubicBezTo>
                    <a:pt x="11" y="589"/>
                    <a:pt x="22" y="595"/>
                    <a:pt x="32" y="595"/>
                  </a:cubicBezTo>
                  <a:cubicBezTo>
                    <a:pt x="36" y="595"/>
                    <a:pt x="40" y="594"/>
                    <a:pt x="44" y="592"/>
                  </a:cubicBezTo>
                  <a:cubicBezTo>
                    <a:pt x="834" y="221"/>
                    <a:pt x="834" y="221"/>
                    <a:pt x="834" y="221"/>
                  </a:cubicBezTo>
                  <a:cubicBezTo>
                    <a:pt x="1199" y="349"/>
                    <a:pt x="1199" y="349"/>
                    <a:pt x="1199" y="349"/>
                  </a:cubicBezTo>
                  <a:cubicBezTo>
                    <a:pt x="1199" y="349"/>
                    <a:pt x="1199" y="349"/>
                    <a:pt x="1199" y="349"/>
                  </a:cubicBezTo>
                  <a:cubicBezTo>
                    <a:pt x="1200" y="349"/>
                    <a:pt x="1202" y="350"/>
                    <a:pt x="1203" y="350"/>
                  </a:cubicBezTo>
                  <a:cubicBezTo>
                    <a:pt x="1204" y="350"/>
                    <a:pt x="1204" y="350"/>
                    <a:pt x="1204" y="350"/>
                  </a:cubicBezTo>
                  <a:cubicBezTo>
                    <a:pt x="1205" y="350"/>
                    <a:pt x="1206" y="350"/>
                    <a:pt x="1208" y="350"/>
                  </a:cubicBezTo>
                  <a:cubicBezTo>
                    <a:pt x="1208" y="350"/>
                    <a:pt x="1208" y="350"/>
                    <a:pt x="1208" y="350"/>
                  </a:cubicBezTo>
                  <a:cubicBezTo>
                    <a:pt x="1210" y="350"/>
                    <a:pt x="1211" y="350"/>
                    <a:pt x="1213" y="350"/>
                  </a:cubicBezTo>
                  <a:cubicBezTo>
                    <a:pt x="1213" y="350"/>
                    <a:pt x="1213" y="350"/>
                    <a:pt x="1214" y="350"/>
                  </a:cubicBezTo>
                  <a:cubicBezTo>
                    <a:pt x="1215" y="350"/>
                    <a:pt x="1216" y="349"/>
                    <a:pt x="1217" y="349"/>
                  </a:cubicBezTo>
                  <a:cubicBezTo>
                    <a:pt x="1217" y="349"/>
                    <a:pt x="1218" y="349"/>
                    <a:pt x="1219" y="348"/>
                  </a:cubicBezTo>
                  <a:cubicBezTo>
                    <a:pt x="1219" y="348"/>
                    <a:pt x="1220" y="348"/>
                    <a:pt x="1221" y="347"/>
                  </a:cubicBezTo>
                  <a:cubicBezTo>
                    <a:pt x="1222" y="347"/>
                    <a:pt x="1222" y="347"/>
                    <a:pt x="1223" y="346"/>
                  </a:cubicBezTo>
                  <a:cubicBezTo>
                    <a:pt x="1223" y="346"/>
                    <a:pt x="1224" y="345"/>
                    <a:pt x="1225" y="345"/>
                  </a:cubicBezTo>
                  <a:cubicBezTo>
                    <a:pt x="1226" y="344"/>
                    <a:pt x="1226" y="344"/>
                    <a:pt x="1226" y="344"/>
                  </a:cubicBezTo>
                  <a:cubicBezTo>
                    <a:pt x="1505" y="114"/>
                    <a:pt x="1505" y="114"/>
                    <a:pt x="1505" y="114"/>
                  </a:cubicBezTo>
                  <a:cubicBezTo>
                    <a:pt x="1540" y="157"/>
                    <a:pt x="1540" y="157"/>
                    <a:pt x="1540" y="157"/>
                  </a:cubicBezTo>
                  <a:cubicBezTo>
                    <a:pt x="1599" y="0"/>
                    <a:pt x="1599" y="0"/>
                    <a:pt x="1599" y="0"/>
                  </a:cubicBezTo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9525">
              <a:noFill/>
              <a:round/>
            </a:ln>
          </p:spPr>
          <p:txBody>
            <a:bodyPr anchor="ctr"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endParaRPr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31" name="íš1íḍe" descr="D:\51PPT模板网\51pptmoban.com\图片.jpg"/>
            <p:cNvSpPr/>
            <p:nvPr/>
          </p:nvSpPr>
          <p:spPr bwMode="auto">
            <a:xfrm>
              <a:off x="1542672" y="3583667"/>
              <a:ext cx="681966" cy="2020356"/>
            </a:xfrm>
            <a:custGeom>
              <a:avLst/>
              <a:gdLst/>
              <a:ahLst/>
              <a:cxnLst>
                <a:cxn ang="0">
                  <a:pos x="0" y="174"/>
                </a:cxn>
                <a:cxn ang="0">
                  <a:pos x="0" y="1159"/>
                </a:cxn>
                <a:cxn ang="0">
                  <a:pos x="372" y="1159"/>
                </a:cxn>
                <a:cxn ang="0">
                  <a:pos x="372" y="0"/>
                </a:cxn>
                <a:cxn ang="0">
                  <a:pos x="0" y="174"/>
                </a:cxn>
              </a:cxnLst>
              <a:rect l="0" t="0" r="r" b="b"/>
              <a:pathLst>
                <a:path w="372" h="1159">
                  <a:moveTo>
                    <a:pt x="0" y="174"/>
                  </a:moveTo>
                  <a:lnTo>
                    <a:pt x="0" y="1159"/>
                  </a:lnTo>
                  <a:lnTo>
                    <a:pt x="372" y="1159"/>
                  </a:lnTo>
                  <a:lnTo>
                    <a:pt x="372" y="0"/>
                  </a:lnTo>
                  <a:lnTo>
                    <a:pt x="0" y="174"/>
                  </a:lnTo>
                  <a:close/>
                </a:path>
              </a:pathLst>
            </a:custGeom>
            <a:solidFill>
              <a:srgbClr val="B0C0F4"/>
            </a:solidFill>
            <a:ln>
              <a:noFill/>
            </a:ln>
          </p:spPr>
          <p:txBody>
            <a:bodyPr/>
            <a:lstStyle/>
            <a:p>
              <a:endParaRPr sz="1350">
                <a:solidFill>
                  <a:schemeClr val="bg1"/>
                </a:solidFill>
                <a:latin typeface="Arial" panose="020B0604020202020204" pitchFamily="34" charset="0"/>
                <a:sym typeface="+mn-lt"/>
              </a:endParaRPr>
            </a:p>
          </p:txBody>
        </p:sp>
        <p:sp>
          <p:nvSpPr>
            <p:cNvPr id="32" name="iš1ïḍê"/>
            <p:cNvSpPr/>
            <p:nvPr/>
          </p:nvSpPr>
          <p:spPr bwMode="auto">
            <a:xfrm>
              <a:off x="2407961" y="3194935"/>
              <a:ext cx="681966" cy="2409087"/>
            </a:xfrm>
            <a:custGeom>
              <a:avLst/>
              <a:gdLst/>
              <a:ahLst/>
              <a:cxnLst>
                <a:cxn ang="0">
                  <a:pos x="0" y="175"/>
                </a:cxn>
                <a:cxn ang="0">
                  <a:pos x="0" y="1382"/>
                </a:cxn>
                <a:cxn ang="0">
                  <a:pos x="372" y="1382"/>
                </a:cxn>
                <a:cxn ang="0">
                  <a:pos x="372" y="0"/>
                </a:cxn>
                <a:cxn ang="0">
                  <a:pos x="0" y="175"/>
                </a:cxn>
              </a:cxnLst>
              <a:rect l="0" t="0" r="r" b="b"/>
              <a:pathLst>
                <a:path w="372" h="1382">
                  <a:moveTo>
                    <a:pt x="0" y="175"/>
                  </a:moveTo>
                  <a:lnTo>
                    <a:pt x="0" y="1382"/>
                  </a:lnTo>
                  <a:lnTo>
                    <a:pt x="372" y="1382"/>
                  </a:lnTo>
                  <a:lnTo>
                    <a:pt x="372" y="0"/>
                  </a:lnTo>
                  <a:lnTo>
                    <a:pt x="0" y="175"/>
                  </a:lnTo>
                  <a:close/>
                </a:path>
              </a:pathLst>
            </a:custGeom>
            <a:solidFill>
              <a:srgbClr val="6887EA"/>
            </a:solidFill>
            <a:ln>
              <a:noFill/>
            </a:ln>
          </p:spPr>
          <p:txBody>
            <a:bodyPr/>
            <a:lstStyle/>
            <a:p>
              <a:endParaRPr sz="1350">
                <a:solidFill>
                  <a:schemeClr val="bg1"/>
                </a:solidFill>
                <a:latin typeface="Arial" panose="020B0604020202020204" pitchFamily="34" charset="0"/>
                <a:sym typeface="+mn-lt"/>
              </a:endParaRPr>
            </a:p>
          </p:txBody>
        </p:sp>
        <p:sp>
          <p:nvSpPr>
            <p:cNvPr id="33" name="iṥḷíḑé"/>
            <p:cNvSpPr/>
            <p:nvPr/>
          </p:nvSpPr>
          <p:spPr bwMode="auto">
            <a:xfrm>
              <a:off x="2407961" y="3194935"/>
              <a:ext cx="681966" cy="2409087"/>
            </a:xfrm>
            <a:custGeom>
              <a:avLst/>
              <a:gdLst/>
              <a:ahLst/>
              <a:cxnLst>
                <a:cxn ang="0">
                  <a:pos x="0" y="175"/>
                </a:cxn>
                <a:cxn ang="0">
                  <a:pos x="0" y="1382"/>
                </a:cxn>
                <a:cxn ang="0">
                  <a:pos x="372" y="1382"/>
                </a:cxn>
                <a:cxn ang="0">
                  <a:pos x="372" y="0"/>
                </a:cxn>
                <a:cxn ang="0">
                  <a:pos x="0" y="175"/>
                </a:cxn>
              </a:cxnLst>
              <a:rect l="0" t="0" r="r" b="b"/>
              <a:pathLst>
                <a:path w="372" h="1382">
                  <a:moveTo>
                    <a:pt x="0" y="175"/>
                  </a:moveTo>
                  <a:lnTo>
                    <a:pt x="0" y="1382"/>
                  </a:lnTo>
                  <a:lnTo>
                    <a:pt x="372" y="1382"/>
                  </a:lnTo>
                  <a:lnTo>
                    <a:pt x="372" y="0"/>
                  </a:lnTo>
                  <a:lnTo>
                    <a:pt x="0" y="175"/>
                  </a:lnTo>
                </a:path>
              </a:pathLst>
            </a:custGeom>
            <a:noFill/>
            <a:ln w="9525">
              <a:noFill/>
              <a:round/>
            </a:ln>
          </p:spPr>
          <p:txBody>
            <a:bodyPr anchor="ctr"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endParaRPr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34" name="î$ḻïḋe"/>
            <p:cNvSpPr/>
            <p:nvPr/>
          </p:nvSpPr>
          <p:spPr bwMode="auto">
            <a:xfrm>
              <a:off x="3275086" y="2888134"/>
              <a:ext cx="681966" cy="2715888"/>
            </a:xfrm>
            <a:custGeom>
              <a:avLst/>
              <a:gdLst/>
              <a:ahLst/>
              <a:cxnLst>
                <a:cxn ang="0">
                  <a:pos x="275" y="0"/>
                </a:cxn>
                <a:cxn ang="0">
                  <a:pos x="0" y="129"/>
                </a:cxn>
                <a:cxn ang="0">
                  <a:pos x="0" y="1558"/>
                </a:cxn>
                <a:cxn ang="0">
                  <a:pos x="372" y="1558"/>
                </a:cxn>
                <a:cxn ang="0">
                  <a:pos x="372" y="33"/>
                </a:cxn>
                <a:cxn ang="0">
                  <a:pos x="275" y="0"/>
                </a:cxn>
              </a:cxnLst>
              <a:rect l="0" t="0" r="r" b="b"/>
              <a:pathLst>
                <a:path w="372" h="1558">
                  <a:moveTo>
                    <a:pt x="275" y="0"/>
                  </a:moveTo>
                  <a:lnTo>
                    <a:pt x="0" y="129"/>
                  </a:lnTo>
                  <a:lnTo>
                    <a:pt x="0" y="1558"/>
                  </a:lnTo>
                  <a:lnTo>
                    <a:pt x="372" y="1558"/>
                  </a:lnTo>
                  <a:lnTo>
                    <a:pt x="372" y="33"/>
                  </a:lnTo>
                  <a:lnTo>
                    <a:pt x="275" y="0"/>
                  </a:lnTo>
                  <a:close/>
                </a:path>
              </a:pathLst>
            </a:custGeom>
            <a:solidFill>
              <a:srgbClr val="B0C0F4"/>
            </a:solidFill>
            <a:ln>
              <a:noFill/>
            </a:ln>
          </p:spPr>
          <p:txBody>
            <a:bodyPr/>
            <a:lstStyle/>
            <a:p>
              <a:endParaRPr sz="1350">
                <a:solidFill>
                  <a:schemeClr val="bg1"/>
                </a:solidFill>
                <a:latin typeface="Arial" panose="020B0604020202020204" pitchFamily="34" charset="0"/>
                <a:sym typeface="+mn-lt"/>
              </a:endParaRPr>
            </a:p>
          </p:txBody>
        </p:sp>
        <p:sp>
          <p:nvSpPr>
            <p:cNvPr id="35" name="işľïḍe"/>
            <p:cNvSpPr/>
            <p:nvPr/>
          </p:nvSpPr>
          <p:spPr bwMode="auto">
            <a:xfrm>
              <a:off x="3275086" y="2888134"/>
              <a:ext cx="681966" cy="2715888"/>
            </a:xfrm>
            <a:custGeom>
              <a:avLst/>
              <a:gdLst/>
              <a:ahLst/>
              <a:cxnLst>
                <a:cxn ang="0">
                  <a:pos x="275" y="0"/>
                </a:cxn>
                <a:cxn ang="0">
                  <a:pos x="0" y="129"/>
                </a:cxn>
                <a:cxn ang="0">
                  <a:pos x="0" y="1558"/>
                </a:cxn>
                <a:cxn ang="0">
                  <a:pos x="372" y="1558"/>
                </a:cxn>
                <a:cxn ang="0">
                  <a:pos x="372" y="33"/>
                </a:cxn>
                <a:cxn ang="0">
                  <a:pos x="275" y="0"/>
                </a:cxn>
              </a:cxnLst>
              <a:rect l="0" t="0" r="r" b="b"/>
              <a:pathLst>
                <a:path w="372" h="1558">
                  <a:moveTo>
                    <a:pt x="275" y="0"/>
                  </a:moveTo>
                  <a:lnTo>
                    <a:pt x="0" y="129"/>
                  </a:lnTo>
                  <a:lnTo>
                    <a:pt x="0" y="1558"/>
                  </a:lnTo>
                  <a:lnTo>
                    <a:pt x="372" y="1558"/>
                  </a:lnTo>
                  <a:lnTo>
                    <a:pt x="372" y="33"/>
                  </a:lnTo>
                  <a:lnTo>
                    <a:pt x="275" y="0"/>
                  </a:lnTo>
                </a:path>
              </a:pathLst>
            </a:custGeom>
            <a:noFill/>
            <a:ln w="9525">
              <a:noFill/>
              <a:round/>
            </a:ln>
          </p:spPr>
          <p:txBody>
            <a:bodyPr anchor="ctr"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endParaRPr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36" name="íṩḷídè"/>
            <p:cNvSpPr/>
            <p:nvPr/>
          </p:nvSpPr>
          <p:spPr bwMode="auto">
            <a:xfrm>
              <a:off x="4138541" y="3008415"/>
              <a:ext cx="681966" cy="259560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489"/>
                </a:cxn>
                <a:cxn ang="0">
                  <a:pos x="372" y="1489"/>
                </a:cxn>
                <a:cxn ang="0">
                  <a:pos x="372" y="130"/>
                </a:cxn>
                <a:cxn ang="0">
                  <a:pos x="0" y="0"/>
                </a:cxn>
              </a:cxnLst>
              <a:rect l="0" t="0" r="r" b="b"/>
              <a:pathLst>
                <a:path w="372" h="1489">
                  <a:moveTo>
                    <a:pt x="0" y="0"/>
                  </a:moveTo>
                  <a:lnTo>
                    <a:pt x="0" y="1489"/>
                  </a:lnTo>
                  <a:lnTo>
                    <a:pt x="372" y="1489"/>
                  </a:lnTo>
                  <a:lnTo>
                    <a:pt x="372" y="1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887EA"/>
            </a:solidFill>
            <a:ln>
              <a:noFill/>
            </a:ln>
          </p:spPr>
          <p:txBody>
            <a:bodyPr/>
            <a:lstStyle/>
            <a:p>
              <a:endParaRPr sz="1350">
                <a:solidFill>
                  <a:schemeClr val="bg1"/>
                </a:solidFill>
                <a:latin typeface="Arial" panose="020B0604020202020204" pitchFamily="34" charset="0"/>
                <a:sym typeface="+mn-lt"/>
              </a:endParaRPr>
            </a:p>
          </p:txBody>
        </p:sp>
        <p:sp>
          <p:nvSpPr>
            <p:cNvPr id="37" name="iṩ1ide"/>
            <p:cNvSpPr/>
            <p:nvPr/>
          </p:nvSpPr>
          <p:spPr bwMode="auto">
            <a:xfrm>
              <a:off x="4138541" y="3008415"/>
              <a:ext cx="681966" cy="259560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489"/>
                </a:cxn>
                <a:cxn ang="0">
                  <a:pos x="372" y="1489"/>
                </a:cxn>
                <a:cxn ang="0">
                  <a:pos x="372" y="130"/>
                </a:cxn>
                <a:cxn ang="0">
                  <a:pos x="0" y="0"/>
                </a:cxn>
              </a:cxnLst>
              <a:rect l="0" t="0" r="r" b="b"/>
              <a:pathLst>
                <a:path w="372" h="1489">
                  <a:moveTo>
                    <a:pt x="0" y="0"/>
                  </a:moveTo>
                  <a:lnTo>
                    <a:pt x="0" y="1489"/>
                  </a:lnTo>
                  <a:lnTo>
                    <a:pt x="372" y="1489"/>
                  </a:lnTo>
                  <a:lnTo>
                    <a:pt x="372" y="130"/>
                  </a:lnTo>
                  <a:lnTo>
                    <a:pt x="0" y="0"/>
                  </a:lnTo>
                </a:path>
              </a:pathLst>
            </a:custGeom>
            <a:noFill/>
            <a:ln w="9525">
              <a:noFill/>
              <a:round/>
            </a:ln>
          </p:spPr>
          <p:txBody>
            <a:bodyPr anchor="ctr"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endParaRPr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38" name="ïś1ïďê"/>
            <p:cNvSpPr/>
            <p:nvPr/>
          </p:nvSpPr>
          <p:spPr bwMode="auto">
            <a:xfrm>
              <a:off x="5003831" y="2764368"/>
              <a:ext cx="681966" cy="2839654"/>
            </a:xfrm>
            <a:custGeom>
              <a:avLst/>
              <a:gdLst/>
              <a:ahLst/>
              <a:cxnLst>
                <a:cxn ang="0">
                  <a:pos x="13" y="163"/>
                </a:cxn>
                <a:cxn ang="0">
                  <a:pos x="12" y="164"/>
                </a:cxn>
                <a:cxn ang="0">
                  <a:pos x="10" y="165"/>
                </a:cxn>
                <a:cxn ang="0">
                  <a:pos x="8" y="166"/>
                </a:cxn>
                <a:cxn ang="0">
                  <a:pos x="6" y="167"/>
                </a:cxn>
                <a:cxn ang="0">
                  <a:pos x="4" y="168"/>
                </a:cxn>
                <a:cxn ang="0">
                  <a:pos x="1" y="169"/>
                </a:cxn>
                <a:cxn ang="0">
                  <a:pos x="0" y="169"/>
                </a:cxn>
                <a:cxn ang="0">
                  <a:pos x="0" y="923"/>
                </a:cxn>
                <a:cxn ang="0">
                  <a:pos x="211" y="923"/>
                </a:cxn>
                <a:cxn ang="0">
                  <a:pos x="211" y="0"/>
                </a:cxn>
                <a:cxn ang="0">
                  <a:pos x="13" y="163"/>
                </a:cxn>
              </a:cxnLst>
              <a:rect l="0" t="0" r="r" b="b"/>
              <a:pathLst>
                <a:path w="211" h="923">
                  <a:moveTo>
                    <a:pt x="13" y="163"/>
                  </a:moveTo>
                  <a:cubicBezTo>
                    <a:pt x="12" y="164"/>
                    <a:pt x="12" y="164"/>
                    <a:pt x="12" y="164"/>
                  </a:cubicBezTo>
                  <a:cubicBezTo>
                    <a:pt x="11" y="164"/>
                    <a:pt x="10" y="165"/>
                    <a:pt x="10" y="165"/>
                  </a:cubicBezTo>
                  <a:cubicBezTo>
                    <a:pt x="9" y="166"/>
                    <a:pt x="9" y="166"/>
                    <a:pt x="8" y="166"/>
                  </a:cubicBezTo>
                  <a:cubicBezTo>
                    <a:pt x="7" y="167"/>
                    <a:pt x="6" y="167"/>
                    <a:pt x="6" y="167"/>
                  </a:cubicBezTo>
                  <a:cubicBezTo>
                    <a:pt x="5" y="168"/>
                    <a:pt x="4" y="168"/>
                    <a:pt x="4" y="168"/>
                  </a:cubicBezTo>
                  <a:cubicBezTo>
                    <a:pt x="3" y="168"/>
                    <a:pt x="2" y="169"/>
                    <a:pt x="1" y="169"/>
                  </a:cubicBezTo>
                  <a:cubicBezTo>
                    <a:pt x="0" y="169"/>
                    <a:pt x="0" y="169"/>
                    <a:pt x="0" y="169"/>
                  </a:cubicBezTo>
                  <a:cubicBezTo>
                    <a:pt x="0" y="923"/>
                    <a:pt x="0" y="923"/>
                    <a:pt x="0" y="923"/>
                  </a:cubicBezTo>
                  <a:cubicBezTo>
                    <a:pt x="211" y="923"/>
                    <a:pt x="211" y="923"/>
                    <a:pt x="211" y="923"/>
                  </a:cubicBezTo>
                  <a:cubicBezTo>
                    <a:pt x="211" y="0"/>
                    <a:pt x="211" y="0"/>
                    <a:pt x="211" y="0"/>
                  </a:cubicBezTo>
                  <a:cubicBezTo>
                    <a:pt x="13" y="163"/>
                    <a:pt x="13" y="163"/>
                    <a:pt x="13" y="163"/>
                  </a:cubicBezTo>
                </a:path>
              </a:pathLst>
            </a:custGeom>
            <a:solidFill>
              <a:srgbClr val="B0C0F4"/>
            </a:solidFill>
            <a:ln>
              <a:noFill/>
            </a:ln>
          </p:spPr>
          <p:txBody>
            <a:bodyPr/>
            <a:lstStyle/>
            <a:p>
              <a:endParaRPr sz="1350">
                <a:solidFill>
                  <a:schemeClr val="bg1"/>
                </a:solidFill>
                <a:latin typeface="Arial" panose="020B0604020202020204" pitchFamily="34" charset="0"/>
                <a:sym typeface="+mn-lt"/>
              </a:endParaRPr>
            </a:p>
          </p:txBody>
        </p:sp>
        <p:sp>
          <p:nvSpPr>
            <p:cNvPr id="44" name="îSḻïḑê"/>
            <p:cNvSpPr/>
            <p:nvPr/>
          </p:nvSpPr>
          <p:spPr>
            <a:xfrm rot="16200000">
              <a:off x="1287502" y="4672953"/>
              <a:ext cx="1190959" cy="252453"/>
            </a:xfrm>
            <a:prstGeom prst="rect">
              <a:avLst/>
            </a:prstGeom>
          </p:spPr>
          <p:txBody>
            <a:bodyPr wrap="none">
              <a:no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/>
              <a:r>
                <a:rPr lang="zh-CN" altLang="en-US" sz="1400" b="1" dirty="0">
                  <a:solidFill>
                    <a:schemeClr val="bg1"/>
                  </a:solidFill>
                  <a:cs typeface="+mn-ea"/>
                  <a:sym typeface="+mn-lt"/>
                </a:rPr>
                <a:t>添加标题文本</a:t>
              </a:r>
              <a:endParaRPr lang="zh-CN" altLang="en-US" sz="14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45" name="iṩḻïḍé"/>
            <p:cNvSpPr/>
            <p:nvPr/>
          </p:nvSpPr>
          <p:spPr>
            <a:xfrm rot="16200000">
              <a:off x="2127333" y="4672953"/>
              <a:ext cx="1190959" cy="252453"/>
            </a:xfrm>
            <a:prstGeom prst="rect">
              <a:avLst/>
            </a:prstGeom>
          </p:spPr>
          <p:txBody>
            <a:bodyPr wrap="none">
              <a:no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/>
              <a:r>
                <a:rPr lang="zh-CN" altLang="en-US" sz="1400" b="1" dirty="0">
                  <a:solidFill>
                    <a:schemeClr val="bg1"/>
                  </a:solidFill>
                  <a:cs typeface="+mn-ea"/>
                  <a:sym typeface="+mn-lt"/>
                </a:rPr>
                <a:t>添加标题文本</a:t>
              </a:r>
              <a:endParaRPr lang="zh-CN" altLang="en-US" sz="14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46" name="íşḷíḋê"/>
            <p:cNvSpPr/>
            <p:nvPr/>
          </p:nvSpPr>
          <p:spPr>
            <a:xfrm rot="16200000">
              <a:off x="3015852" y="4672953"/>
              <a:ext cx="1190959" cy="252453"/>
            </a:xfrm>
            <a:prstGeom prst="rect">
              <a:avLst/>
            </a:prstGeom>
          </p:spPr>
          <p:txBody>
            <a:bodyPr wrap="none">
              <a:no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/>
              <a:r>
                <a:rPr lang="zh-CN" altLang="en-US" sz="1400" b="1" dirty="0">
                  <a:solidFill>
                    <a:schemeClr val="bg1"/>
                  </a:solidFill>
                  <a:cs typeface="+mn-ea"/>
                  <a:sym typeface="+mn-lt"/>
                </a:rPr>
                <a:t>添加标题文本</a:t>
              </a:r>
              <a:endParaRPr lang="zh-CN" altLang="en-US" sz="14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47" name="iś1ïḑê"/>
            <p:cNvSpPr/>
            <p:nvPr/>
          </p:nvSpPr>
          <p:spPr>
            <a:xfrm rot="16200000">
              <a:off x="3851106" y="4672953"/>
              <a:ext cx="1190959" cy="252453"/>
            </a:xfrm>
            <a:prstGeom prst="rect">
              <a:avLst/>
            </a:prstGeom>
          </p:spPr>
          <p:txBody>
            <a:bodyPr wrap="none">
              <a:no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/>
              <a:r>
                <a:rPr lang="zh-CN" altLang="en-US" sz="1400" b="1" dirty="0">
                  <a:solidFill>
                    <a:schemeClr val="bg1"/>
                  </a:solidFill>
                  <a:cs typeface="+mn-ea"/>
                  <a:sym typeface="+mn-lt"/>
                </a:rPr>
                <a:t>添加标题文本</a:t>
              </a:r>
              <a:endParaRPr lang="zh-CN" altLang="en-US" sz="14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48" name="îsḻídé"/>
            <p:cNvSpPr/>
            <p:nvPr/>
          </p:nvSpPr>
          <p:spPr>
            <a:xfrm rot="16200000">
              <a:off x="4732975" y="4672953"/>
              <a:ext cx="1190959" cy="252453"/>
            </a:xfrm>
            <a:prstGeom prst="rect">
              <a:avLst/>
            </a:prstGeom>
          </p:spPr>
          <p:txBody>
            <a:bodyPr wrap="none">
              <a:no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lvl="0"/>
              <a:r>
                <a:rPr lang="zh-CN" altLang="en-US" sz="1400" b="1" dirty="0">
                  <a:solidFill>
                    <a:schemeClr val="bg1"/>
                  </a:solidFill>
                  <a:cs typeface="+mn-ea"/>
                  <a:sym typeface="+mn-lt"/>
                </a:rPr>
                <a:t>添加标题文本</a:t>
              </a:r>
              <a:endParaRPr lang="zh-CN" altLang="en-US" sz="14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" name="组合 31" descr="D:\51PPT模板网\51pptmoban.com\图片.jpg"/>
          <p:cNvGrpSpPr/>
          <p:nvPr/>
        </p:nvGrpSpPr>
        <p:grpSpPr bwMode="auto">
          <a:xfrm>
            <a:off x="6813020" y="1665117"/>
            <a:ext cx="552450" cy="419100"/>
            <a:chOff x="0" y="0"/>
            <a:chExt cx="509646" cy="387231"/>
          </a:xfrm>
          <a:solidFill>
            <a:srgbClr val="0F3271"/>
          </a:solidFill>
        </p:grpSpPr>
        <p:sp>
          <p:nvSpPr>
            <p:cNvPr id="4" name="Freeform 20"/>
            <p:cNvSpPr>
              <a:spLocks noEditPoints="1" noChangeArrowheads="1"/>
            </p:cNvSpPr>
            <p:nvPr/>
          </p:nvSpPr>
          <p:spPr bwMode="auto">
            <a:xfrm>
              <a:off x="0" y="51839"/>
              <a:ext cx="337890" cy="335392"/>
            </a:xfrm>
            <a:custGeom>
              <a:avLst/>
              <a:gdLst>
                <a:gd name="T0" fmla="*/ 337890 w 229"/>
                <a:gd name="T1" fmla="*/ 189120 h 227"/>
                <a:gd name="T2" fmla="*/ 337890 w 229"/>
                <a:gd name="T3" fmla="*/ 144795 h 227"/>
                <a:gd name="T4" fmla="*/ 303953 w 229"/>
                <a:gd name="T5" fmla="*/ 137407 h 227"/>
                <a:gd name="T6" fmla="*/ 295100 w 229"/>
                <a:gd name="T7" fmla="*/ 112290 h 227"/>
                <a:gd name="T8" fmla="*/ 318708 w 229"/>
                <a:gd name="T9" fmla="*/ 85695 h 227"/>
                <a:gd name="T10" fmla="*/ 292149 w 229"/>
                <a:gd name="T11" fmla="*/ 50235 h 227"/>
                <a:gd name="T12" fmla="*/ 259688 w 229"/>
                <a:gd name="T13" fmla="*/ 65010 h 227"/>
                <a:gd name="T14" fmla="*/ 237556 w 229"/>
                <a:gd name="T15" fmla="*/ 48757 h 227"/>
                <a:gd name="T16" fmla="*/ 241982 w 229"/>
                <a:gd name="T17" fmla="*/ 13297 h 227"/>
                <a:gd name="T18" fmla="*/ 199193 w 229"/>
                <a:gd name="T19" fmla="*/ 0 h 227"/>
                <a:gd name="T20" fmla="*/ 181487 w 229"/>
                <a:gd name="T21" fmla="*/ 29550 h 227"/>
                <a:gd name="T22" fmla="*/ 168207 w 229"/>
                <a:gd name="T23" fmla="*/ 29550 h 227"/>
                <a:gd name="T24" fmla="*/ 154928 w 229"/>
                <a:gd name="T25" fmla="*/ 29550 h 227"/>
                <a:gd name="T26" fmla="*/ 137222 w 229"/>
                <a:gd name="T27" fmla="*/ 0 h 227"/>
                <a:gd name="T28" fmla="*/ 95908 w 229"/>
                <a:gd name="T29" fmla="*/ 13297 h 227"/>
                <a:gd name="T30" fmla="*/ 98859 w 229"/>
                <a:gd name="T31" fmla="*/ 48757 h 227"/>
                <a:gd name="T32" fmla="*/ 76726 w 229"/>
                <a:gd name="T33" fmla="*/ 65010 h 227"/>
                <a:gd name="T34" fmla="*/ 44265 w 229"/>
                <a:gd name="T35" fmla="*/ 50235 h 227"/>
                <a:gd name="T36" fmla="*/ 19182 w 229"/>
                <a:gd name="T37" fmla="*/ 85695 h 227"/>
                <a:gd name="T38" fmla="*/ 42790 w 229"/>
                <a:gd name="T39" fmla="*/ 112290 h 227"/>
                <a:gd name="T40" fmla="*/ 33937 w 229"/>
                <a:gd name="T41" fmla="*/ 138885 h 227"/>
                <a:gd name="T42" fmla="*/ 0 w 229"/>
                <a:gd name="T43" fmla="*/ 144795 h 227"/>
                <a:gd name="T44" fmla="*/ 0 w 229"/>
                <a:gd name="T45" fmla="*/ 189120 h 227"/>
                <a:gd name="T46" fmla="*/ 33937 w 229"/>
                <a:gd name="T47" fmla="*/ 196507 h 227"/>
                <a:gd name="T48" fmla="*/ 42790 w 229"/>
                <a:gd name="T49" fmla="*/ 223102 h 227"/>
                <a:gd name="T50" fmla="*/ 19182 w 229"/>
                <a:gd name="T51" fmla="*/ 249697 h 227"/>
                <a:gd name="T52" fmla="*/ 45741 w 229"/>
                <a:gd name="T53" fmla="*/ 285157 h 227"/>
                <a:gd name="T54" fmla="*/ 76726 w 229"/>
                <a:gd name="T55" fmla="*/ 270382 h 227"/>
                <a:gd name="T56" fmla="*/ 98859 w 229"/>
                <a:gd name="T57" fmla="*/ 286635 h 227"/>
                <a:gd name="T58" fmla="*/ 95908 w 229"/>
                <a:gd name="T59" fmla="*/ 322095 h 227"/>
                <a:gd name="T60" fmla="*/ 137222 w 229"/>
                <a:gd name="T61" fmla="*/ 335392 h 227"/>
                <a:gd name="T62" fmla="*/ 154928 w 229"/>
                <a:gd name="T63" fmla="*/ 304365 h 227"/>
                <a:gd name="T64" fmla="*/ 168207 w 229"/>
                <a:gd name="T65" fmla="*/ 305842 h 227"/>
                <a:gd name="T66" fmla="*/ 182962 w 229"/>
                <a:gd name="T67" fmla="*/ 304365 h 227"/>
                <a:gd name="T68" fmla="*/ 199193 w 229"/>
                <a:gd name="T69" fmla="*/ 335392 h 227"/>
                <a:gd name="T70" fmla="*/ 241982 w 229"/>
                <a:gd name="T71" fmla="*/ 320617 h 227"/>
                <a:gd name="T72" fmla="*/ 237556 w 229"/>
                <a:gd name="T73" fmla="*/ 286635 h 227"/>
                <a:gd name="T74" fmla="*/ 259688 w 229"/>
                <a:gd name="T75" fmla="*/ 270382 h 227"/>
                <a:gd name="T76" fmla="*/ 292149 w 229"/>
                <a:gd name="T77" fmla="*/ 285157 h 227"/>
                <a:gd name="T78" fmla="*/ 318708 w 229"/>
                <a:gd name="T79" fmla="*/ 248220 h 227"/>
                <a:gd name="T80" fmla="*/ 295100 w 229"/>
                <a:gd name="T81" fmla="*/ 223102 h 227"/>
                <a:gd name="T82" fmla="*/ 303953 w 229"/>
                <a:gd name="T83" fmla="*/ 196507 h 227"/>
                <a:gd name="T84" fmla="*/ 337890 w 229"/>
                <a:gd name="T85" fmla="*/ 189120 h 227"/>
                <a:gd name="T86" fmla="*/ 168207 w 229"/>
                <a:gd name="T87" fmla="*/ 265950 h 227"/>
                <a:gd name="T88" fmla="*/ 69349 w 229"/>
                <a:gd name="T89" fmla="*/ 166957 h 227"/>
                <a:gd name="T90" fmla="*/ 168207 w 229"/>
                <a:gd name="T91" fmla="*/ 67965 h 227"/>
                <a:gd name="T92" fmla="*/ 267066 w 229"/>
                <a:gd name="T93" fmla="*/ 166957 h 227"/>
                <a:gd name="T94" fmla="*/ 168207 w 229"/>
                <a:gd name="T95" fmla="*/ 265950 h 227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29"/>
                <a:gd name="T145" fmla="*/ 0 h 227"/>
                <a:gd name="T146" fmla="*/ 229 w 229"/>
                <a:gd name="T147" fmla="*/ 227 h 227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29" h="227">
                  <a:moveTo>
                    <a:pt x="229" y="128"/>
                  </a:moveTo>
                  <a:cubicBezTo>
                    <a:pt x="229" y="98"/>
                    <a:pt x="229" y="98"/>
                    <a:pt x="229" y="98"/>
                  </a:cubicBezTo>
                  <a:cubicBezTo>
                    <a:pt x="206" y="93"/>
                    <a:pt x="206" y="93"/>
                    <a:pt x="206" y="93"/>
                  </a:cubicBezTo>
                  <a:cubicBezTo>
                    <a:pt x="204" y="87"/>
                    <a:pt x="202" y="81"/>
                    <a:pt x="200" y="76"/>
                  </a:cubicBezTo>
                  <a:cubicBezTo>
                    <a:pt x="216" y="58"/>
                    <a:pt x="216" y="58"/>
                    <a:pt x="216" y="58"/>
                  </a:cubicBezTo>
                  <a:cubicBezTo>
                    <a:pt x="198" y="34"/>
                    <a:pt x="198" y="34"/>
                    <a:pt x="198" y="34"/>
                  </a:cubicBezTo>
                  <a:cubicBezTo>
                    <a:pt x="176" y="44"/>
                    <a:pt x="176" y="44"/>
                    <a:pt x="176" y="44"/>
                  </a:cubicBezTo>
                  <a:cubicBezTo>
                    <a:pt x="172" y="39"/>
                    <a:pt x="167" y="36"/>
                    <a:pt x="161" y="33"/>
                  </a:cubicBezTo>
                  <a:cubicBezTo>
                    <a:pt x="164" y="9"/>
                    <a:pt x="164" y="9"/>
                    <a:pt x="164" y="9"/>
                  </a:cubicBezTo>
                  <a:cubicBezTo>
                    <a:pt x="135" y="0"/>
                    <a:pt x="135" y="0"/>
                    <a:pt x="135" y="0"/>
                  </a:cubicBezTo>
                  <a:cubicBezTo>
                    <a:pt x="123" y="20"/>
                    <a:pt x="123" y="20"/>
                    <a:pt x="123" y="20"/>
                  </a:cubicBezTo>
                  <a:cubicBezTo>
                    <a:pt x="120" y="20"/>
                    <a:pt x="117" y="20"/>
                    <a:pt x="114" y="20"/>
                  </a:cubicBezTo>
                  <a:cubicBezTo>
                    <a:pt x="111" y="20"/>
                    <a:pt x="108" y="20"/>
                    <a:pt x="105" y="2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65" y="9"/>
                    <a:pt x="65" y="9"/>
                    <a:pt x="65" y="9"/>
                  </a:cubicBezTo>
                  <a:cubicBezTo>
                    <a:pt x="67" y="33"/>
                    <a:pt x="67" y="33"/>
                    <a:pt x="67" y="33"/>
                  </a:cubicBezTo>
                  <a:cubicBezTo>
                    <a:pt x="62" y="36"/>
                    <a:pt x="57" y="39"/>
                    <a:pt x="52" y="4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13" y="58"/>
                    <a:pt x="13" y="58"/>
                    <a:pt x="13" y="58"/>
                  </a:cubicBezTo>
                  <a:cubicBezTo>
                    <a:pt x="29" y="76"/>
                    <a:pt x="29" y="76"/>
                    <a:pt x="29" y="76"/>
                  </a:cubicBezTo>
                  <a:cubicBezTo>
                    <a:pt x="26" y="81"/>
                    <a:pt x="24" y="87"/>
                    <a:pt x="23" y="94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0" y="128"/>
                    <a:pt x="0" y="128"/>
                    <a:pt x="0" y="128"/>
                  </a:cubicBezTo>
                  <a:cubicBezTo>
                    <a:pt x="23" y="133"/>
                    <a:pt x="23" y="133"/>
                    <a:pt x="23" y="133"/>
                  </a:cubicBezTo>
                  <a:cubicBezTo>
                    <a:pt x="24" y="139"/>
                    <a:pt x="26" y="145"/>
                    <a:pt x="29" y="151"/>
                  </a:cubicBezTo>
                  <a:cubicBezTo>
                    <a:pt x="13" y="169"/>
                    <a:pt x="13" y="169"/>
                    <a:pt x="13" y="169"/>
                  </a:cubicBezTo>
                  <a:cubicBezTo>
                    <a:pt x="31" y="193"/>
                    <a:pt x="31" y="193"/>
                    <a:pt x="31" y="193"/>
                  </a:cubicBezTo>
                  <a:cubicBezTo>
                    <a:pt x="52" y="183"/>
                    <a:pt x="52" y="183"/>
                    <a:pt x="52" y="183"/>
                  </a:cubicBezTo>
                  <a:cubicBezTo>
                    <a:pt x="57" y="187"/>
                    <a:pt x="62" y="191"/>
                    <a:pt x="67" y="194"/>
                  </a:cubicBezTo>
                  <a:cubicBezTo>
                    <a:pt x="65" y="218"/>
                    <a:pt x="65" y="218"/>
                    <a:pt x="65" y="218"/>
                  </a:cubicBezTo>
                  <a:cubicBezTo>
                    <a:pt x="93" y="227"/>
                    <a:pt x="93" y="227"/>
                    <a:pt x="93" y="227"/>
                  </a:cubicBezTo>
                  <a:cubicBezTo>
                    <a:pt x="105" y="206"/>
                    <a:pt x="105" y="206"/>
                    <a:pt x="105" y="206"/>
                  </a:cubicBezTo>
                  <a:cubicBezTo>
                    <a:pt x="108" y="207"/>
                    <a:pt x="111" y="207"/>
                    <a:pt x="114" y="207"/>
                  </a:cubicBezTo>
                  <a:cubicBezTo>
                    <a:pt x="117" y="207"/>
                    <a:pt x="121" y="207"/>
                    <a:pt x="124" y="206"/>
                  </a:cubicBezTo>
                  <a:cubicBezTo>
                    <a:pt x="135" y="227"/>
                    <a:pt x="135" y="227"/>
                    <a:pt x="135" y="227"/>
                  </a:cubicBezTo>
                  <a:cubicBezTo>
                    <a:pt x="164" y="217"/>
                    <a:pt x="164" y="217"/>
                    <a:pt x="164" y="217"/>
                  </a:cubicBezTo>
                  <a:cubicBezTo>
                    <a:pt x="161" y="194"/>
                    <a:pt x="161" y="194"/>
                    <a:pt x="161" y="194"/>
                  </a:cubicBezTo>
                  <a:cubicBezTo>
                    <a:pt x="167" y="191"/>
                    <a:pt x="172" y="187"/>
                    <a:pt x="176" y="183"/>
                  </a:cubicBezTo>
                  <a:cubicBezTo>
                    <a:pt x="198" y="193"/>
                    <a:pt x="198" y="193"/>
                    <a:pt x="198" y="193"/>
                  </a:cubicBezTo>
                  <a:cubicBezTo>
                    <a:pt x="216" y="168"/>
                    <a:pt x="216" y="168"/>
                    <a:pt x="216" y="168"/>
                  </a:cubicBezTo>
                  <a:cubicBezTo>
                    <a:pt x="200" y="151"/>
                    <a:pt x="200" y="151"/>
                    <a:pt x="200" y="151"/>
                  </a:cubicBezTo>
                  <a:cubicBezTo>
                    <a:pt x="202" y="145"/>
                    <a:pt x="204" y="139"/>
                    <a:pt x="206" y="133"/>
                  </a:cubicBezTo>
                  <a:lnTo>
                    <a:pt x="229" y="128"/>
                  </a:lnTo>
                  <a:close/>
                  <a:moveTo>
                    <a:pt x="114" y="180"/>
                  </a:moveTo>
                  <a:cubicBezTo>
                    <a:pt x="77" y="180"/>
                    <a:pt x="47" y="150"/>
                    <a:pt x="47" y="113"/>
                  </a:cubicBezTo>
                  <a:cubicBezTo>
                    <a:pt x="47" y="76"/>
                    <a:pt x="77" y="46"/>
                    <a:pt x="114" y="46"/>
                  </a:cubicBezTo>
                  <a:cubicBezTo>
                    <a:pt x="151" y="46"/>
                    <a:pt x="181" y="76"/>
                    <a:pt x="181" y="113"/>
                  </a:cubicBezTo>
                  <a:cubicBezTo>
                    <a:pt x="181" y="150"/>
                    <a:pt x="151" y="180"/>
                    <a:pt x="114" y="180"/>
                  </a:cubicBezTo>
                  <a:close/>
                </a:path>
              </a:pathLst>
            </a:custGeom>
            <a:solidFill>
              <a:srgbClr val="B0C0F4"/>
            </a:solidFill>
            <a:ln>
              <a:noFill/>
            </a:ln>
          </p:spPr>
          <p:txBody>
            <a:bodyPr/>
            <a:lstStyle/>
            <a:p>
              <a:endParaRPr lang="zh-CN" altLang="en-US" sz="1350">
                <a:latin typeface="Arial" panose="020B0604020202020204" pitchFamily="34" charset="0"/>
                <a:sym typeface="+mn-lt"/>
              </a:endParaRPr>
            </a:p>
          </p:txBody>
        </p:sp>
        <p:sp>
          <p:nvSpPr>
            <p:cNvPr id="6" name="Freeform 21"/>
            <p:cNvSpPr>
              <a:spLocks noEditPoints="1" noChangeArrowheads="1"/>
            </p:cNvSpPr>
            <p:nvPr/>
          </p:nvSpPr>
          <p:spPr bwMode="auto">
            <a:xfrm>
              <a:off x="309785" y="0"/>
              <a:ext cx="199861" cy="199861"/>
            </a:xfrm>
            <a:custGeom>
              <a:avLst/>
              <a:gdLst>
                <a:gd name="T0" fmla="*/ 199861 w 135"/>
                <a:gd name="T1" fmla="*/ 112514 h 135"/>
                <a:gd name="T2" fmla="*/ 199861 w 135"/>
                <a:gd name="T3" fmla="*/ 85866 h 135"/>
                <a:gd name="T4" fmla="*/ 180615 w 135"/>
                <a:gd name="T5" fmla="*/ 81425 h 135"/>
                <a:gd name="T6" fmla="*/ 174693 w 135"/>
                <a:gd name="T7" fmla="*/ 66620 h 135"/>
                <a:gd name="T8" fmla="*/ 189498 w 135"/>
                <a:gd name="T9" fmla="*/ 50335 h 135"/>
                <a:gd name="T10" fmla="*/ 173213 w 135"/>
                <a:gd name="T11" fmla="*/ 29609 h 135"/>
                <a:gd name="T12" fmla="*/ 153967 w 135"/>
                <a:gd name="T13" fmla="*/ 38492 h 135"/>
                <a:gd name="T14" fmla="*/ 142123 w 135"/>
                <a:gd name="T15" fmla="*/ 28129 h 135"/>
                <a:gd name="T16" fmla="*/ 143604 w 135"/>
                <a:gd name="T17" fmla="*/ 7402 h 135"/>
                <a:gd name="T18" fmla="*/ 118436 w 135"/>
                <a:gd name="T19" fmla="*/ 0 h 135"/>
                <a:gd name="T20" fmla="*/ 108073 w 135"/>
                <a:gd name="T21" fmla="*/ 17765 h 135"/>
                <a:gd name="T22" fmla="*/ 99190 w 135"/>
                <a:gd name="T23" fmla="*/ 17765 h 135"/>
                <a:gd name="T24" fmla="*/ 91788 w 135"/>
                <a:gd name="T25" fmla="*/ 17765 h 135"/>
                <a:gd name="T26" fmla="*/ 81425 w 135"/>
                <a:gd name="T27" fmla="*/ 0 h 135"/>
                <a:gd name="T28" fmla="*/ 56257 w 135"/>
                <a:gd name="T29" fmla="*/ 7402 h 135"/>
                <a:gd name="T30" fmla="*/ 57738 w 135"/>
                <a:gd name="T31" fmla="*/ 28129 h 135"/>
                <a:gd name="T32" fmla="*/ 44414 w 135"/>
                <a:gd name="T33" fmla="*/ 38492 h 135"/>
                <a:gd name="T34" fmla="*/ 26648 w 135"/>
                <a:gd name="T35" fmla="*/ 29609 h 135"/>
                <a:gd name="T36" fmla="*/ 10363 w 135"/>
                <a:gd name="T37" fmla="*/ 50335 h 135"/>
                <a:gd name="T38" fmla="*/ 25168 w 135"/>
                <a:gd name="T39" fmla="*/ 66620 h 135"/>
                <a:gd name="T40" fmla="*/ 19246 w 135"/>
                <a:gd name="T41" fmla="*/ 81425 h 135"/>
                <a:gd name="T42" fmla="*/ 0 w 135"/>
                <a:gd name="T43" fmla="*/ 85866 h 135"/>
                <a:gd name="T44" fmla="*/ 0 w 135"/>
                <a:gd name="T45" fmla="*/ 112514 h 135"/>
                <a:gd name="T46" fmla="*/ 19246 w 135"/>
                <a:gd name="T47" fmla="*/ 116956 h 135"/>
                <a:gd name="T48" fmla="*/ 25168 w 135"/>
                <a:gd name="T49" fmla="*/ 133241 h 135"/>
                <a:gd name="T50" fmla="*/ 10363 w 135"/>
                <a:gd name="T51" fmla="*/ 148045 h 135"/>
                <a:gd name="T52" fmla="*/ 26648 w 135"/>
                <a:gd name="T53" fmla="*/ 168772 h 135"/>
                <a:gd name="T54" fmla="*/ 45894 w 135"/>
                <a:gd name="T55" fmla="*/ 161369 h 135"/>
                <a:gd name="T56" fmla="*/ 57738 w 135"/>
                <a:gd name="T57" fmla="*/ 170252 h 135"/>
                <a:gd name="T58" fmla="*/ 56257 w 135"/>
                <a:gd name="T59" fmla="*/ 190978 h 135"/>
                <a:gd name="T60" fmla="*/ 81425 w 135"/>
                <a:gd name="T61" fmla="*/ 199861 h 135"/>
                <a:gd name="T62" fmla="*/ 91788 w 135"/>
                <a:gd name="T63" fmla="*/ 180615 h 135"/>
                <a:gd name="T64" fmla="*/ 100671 w 135"/>
                <a:gd name="T65" fmla="*/ 182096 h 135"/>
                <a:gd name="T66" fmla="*/ 108073 w 135"/>
                <a:gd name="T67" fmla="*/ 180615 h 135"/>
                <a:gd name="T68" fmla="*/ 118436 w 135"/>
                <a:gd name="T69" fmla="*/ 199861 h 135"/>
                <a:gd name="T70" fmla="*/ 143604 w 135"/>
                <a:gd name="T71" fmla="*/ 190978 h 135"/>
                <a:gd name="T72" fmla="*/ 142123 w 135"/>
                <a:gd name="T73" fmla="*/ 170252 h 135"/>
                <a:gd name="T74" fmla="*/ 153967 w 135"/>
                <a:gd name="T75" fmla="*/ 161369 h 135"/>
                <a:gd name="T76" fmla="*/ 173213 w 135"/>
                <a:gd name="T77" fmla="*/ 168772 h 135"/>
                <a:gd name="T78" fmla="*/ 189498 w 135"/>
                <a:gd name="T79" fmla="*/ 148045 h 135"/>
                <a:gd name="T80" fmla="*/ 174693 w 135"/>
                <a:gd name="T81" fmla="*/ 131760 h 135"/>
                <a:gd name="T82" fmla="*/ 180615 w 135"/>
                <a:gd name="T83" fmla="*/ 116956 h 135"/>
                <a:gd name="T84" fmla="*/ 199861 w 135"/>
                <a:gd name="T85" fmla="*/ 112514 h 135"/>
                <a:gd name="T86" fmla="*/ 99190 w 135"/>
                <a:gd name="T87" fmla="*/ 158408 h 135"/>
                <a:gd name="T88" fmla="*/ 41453 w 135"/>
                <a:gd name="T89" fmla="*/ 99190 h 135"/>
                <a:gd name="T90" fmla="*/ 99190 w 135"/>
                <a:gd name="T91" fmla="*/ 39972 h 135"/>
                <a:gd name="T92" fmla="*/ 158408 w 135"/>
                <a:gd name="T93" fmla="*/ 99190 h 135"/>
                <a:gd name="T94" fmla="*/ 99190 w 135"/>
                <a:gd name="T95" fmla="*/ 158408 h 135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135"/>
                <a:gd name="T145" fmla="*/ 0 h 135"/>
                <a:gd name="T146" fmla="*/ 135 w 135"/>
                <a:gd name="T147" fmla="*/ 135 h 135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135" h="135">
                  <a:moveTo>
                    <a:pt x="135" y="76"/>
                  </a:moveTo>
                  <a:cubicBezTo>
                    <a:pt x="135" y="58"/>
                    <a:pt x="135" y="58"/>
                    <a:pt x="135" y="58"/>
                  </a:cubicBezTo>
                  <a:cubicBezTo>
                    <a:pt x="122" y="55"/>
                    <a:pt x="122" y="55"/>
                    <a:pt x="122" y="55"/>
                  </a:cubicBezTo>
                  <a:cubicBezTo>
                    <a:pt x="121" y="52"/>
                    <a:pt x="120" y="48"/>
                    <a:pt x="118" y="45"/>
                  </a:cubicBezTo>
                  <a:cubicBezTo>
                    <a:pt x="128" y="34"/>
                    <a:pt x="128" y="34"/>
                    <a:pt x="128" y="34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04" y="26"/>
                    <a:pt x="104" y="26"/>
                    <a:pt x="104" y="26"/>
                  </a:cubicBezTo>
                  <a:cubicBezTo>
                    <a:pt x="102" y="23"/>
                    <a:pt x="99" y="21"/>
                    <a:pt x="96" y="19"/>
                  </a:cubicBezTo>
                  <a:cubicBezTo>
                    <a:pt x="97" y="5"/>
                    <a:pt x="97" y="5"/>
                    <a:pt x="97" y="5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73" y="12"/>
                    <a:pt x="73" y="12"/>
                    <a:pt x="73" y="12"/>
                  </a:cubicBezTo>
                  <a:cubicBezTo>
                    <a:pt x="71" y="12"/>
                    <a:pt x="69" y="12"/>
                    <a:pt x="67" y="12"/>
                  </a:cubicBezTo>
                  <a:cubicBezTo>
                    <a:pt x="66" y="12"/>
                    <a:pt x="64" y="12"/>
                    <a:pt x="62" y="12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38" y="5"/>
                    <a:pt x="38" y="5"/>
                    <a:pt x="38" y="5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6" y="21"/>
                    <a:pt x="33" y="23"/>
                    <a:pt x="30" y="26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7" y="34"/>
                    <a:pt x="7" y="34"/>
                    <a:pt x="7" y="34"/>
                  </a:cubicBezTo>
                  <a:cubicBezTo>
                    <a:pt x="17" y="45"/>
                    <a:pt x="17" y="45"/>
                    <a:pt x="17" y="45"/>
                  </a:cubicBezTo>
                  <a:cubicBezTo>
                    <a:pt x="15" y="48"/>
                    <a:pt x="14" y="52"/>
                    <a:pt x="13" y="55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13" y="79"/>
                    <a:pt x="13" y="79"/>
                    <a:pt x="13" y="79"/>
                  </a:cubicBezTo>
                  <a:cubicBezTo>
                    <a:pt x="14" y="83"/>
                    <a:pt x="15" y="86"/>
                    <a:pt x="17" y="90"/>
                  </a:cubicBezTo>
                  <a:cubicBezTo>
                    <a:pt x="7" y="100"/>
                    <a:pt x="7" y="100"/>
                    <a:pt x="7" y="100"/>
                  </a:cubicBezTo>
                  <a:cubicBezTo>
                    <a:pt x="18" y="114"/>
                    <a:pt x="18" y="114"/>
                    <a:pt x="18" y="114"/>
                  </a:cubicBezTo>
                  <a:cubicBezTo>
                    <a:pt x="31" y="109"/>
                    <a:pt x="31" y="109"/>
                    <a:pt x="31" y="109"/>
                  </a:cubicBezTo>
                  <a:cubicBezTo>
                    <a:pt x="33" y="111"/>
                    <a:pt x="36" y="113"/>
                    <a:pt x="39" y="115"/>
                  </a:cubicBezTo>
                  <a:cubicBezTo>
                    <a:pt x="38" y="129"/>
                    <a:pt x="38" y="129"/>
                    <a:pt x="38" y="129"/>
                  </a:cubicBezTo>
                  <a:cubicBezTo>
                    <a:pt x="55" y="135"/>
                    <a:pt x="55" y="135"/>
                    <a:pt x="55" y="135"/>
                  </a:cubicBezTo>
                  <a:cubicBezTo>
                    <a:pt x="62" y="122"/>
                    <a:pt x="62" y="122"/>
                    <a:pt x="62" y="122"/>
                  </a:cubicBezTo>
                  <a:cubicBezTo>
                    <a:pt x="64" y="123"/>
                    <a:pt x="66" y="123"/>
                    <a:pt x="68" y="123"/>
                  </a:cubicBezTo>
                  <a:cubicBezTo>
                    <a:pt x="69" y="123"/>
                    <a:pt x="71" y="123"/>
                    <a:pt x="73" y="122"/>
                  </a:cubicBezTo>
                  <a:cubicBezTo>
                    <a:pt x="80" y="135"/>
                    <a:pt x="80" y="135"/>
                    <a:pt x="80" y="135"/>
                  </a:cubicBezTo>
                  <a:cubicBezTo>
                    <a:pt x="97" y="129"/>
                    <a:pt x="97" y="129"/>
                    <a:pt x="97" y="129"/>
                  </a:cubicBezTo>
                  <a:cubicBezTo>
                    <a:pt x="96" y="115"/>
                    <a:pt x="96" y="115"/>
                    <a:pt x="96" y="115"/>
                  </a:cubicBezTo>
                  <a:cubicBezTo>
                    <a:pt x="99" y="113"/>
                    <a:pt x="102" y="111"/>
                    <a:pt x="104" y="109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28" y="100"/>
                    <a:pt x="128" y="100"/>
                    <a:pt x="128" y="100"/>
                  </a:cubicBezTo>
                  <a:cubicBezTo>
                    <a:pt x="118" y="89"/>
                    <a:pt x="118" y="89"/>
                    <a:pt x="118" y="89"/>
                  </a:cubicBezTo>
                  <a:cubicBezTo>
                    <a:pt x="120" y="86"/>
                    <a:pt x="121" y="83"/>
                    <a:pt x="122" y="79"/>
                  </a:cubicBezTo>
                  <a:lnTo>
                    <a:pt x="135" y="76"/>
                  </a:lnTo>
                  <a:close/>
                  <a:moveTo>
                    <a:pt x="67" y="107"/>
                  </a:moveTo>
                  <a:cubicBezTo>
                    <a:pt x="46" y="107"/>
                    <a:pt x="28" y="89"/>
                    <a:pt x="28" y="67"/>
                  </a:cubicBezTo>
                  <a:cubicBezTo>
                    <a:pt x="28" y="45"/>
                    <a:pt x="46" y="27"/>
                    <a:pt x="67" y="27"/>
                  </a:cubicBezTo>
                  <a:cubicBezTo>
                    <a:pt x="89" y="27"/>
                    <a:pt x="107" y="45"/>
                    <a:pt x="107" y="67"/>
                  </a:cubicBezTo>
                  <a:cubicBezTo>
                    <a:pt x="107" y="89"/>
                    <a:pt x="89" y="107"/>
                    <a:pt x="67" y="107"/>
                  </a:cubicBezTo>
                  <a:close/>
                </a:path>
              </a:pathLst>
            </a:custGeom>
            <a:solidFill>
              <a:srgbClr val="B0C0F4"/>
            </a:solidFill>
            <a:ln>
              <a:noFill/>
            </a:ln>
          </p:spPr>
          <p:txBody>
            <a:bodyPr/>
            <a:lstStyle/>
            <a:p>
              <a:endParaRPr lang="zh-CN" altLang="en-US" sz="1350">
                <a:latin typeface="Arial" panose="020B0604020202020204" pitchFamily="34" charset="0"/>
                <a:sym typeface="+mn-lt"/>
              </a:endParaRPr>
            </a:p>
          </p:txBody>
        </p:sp>
      </p:grpSp>
      <p:sp>
        <p:nvSpPr>
          <p:cNvPr id="7" name="iconfont-1096-617929"/>
          <p:cNvSpPr/>
          <p:nvPr/>
        </p:nvSpPr>
        <p:spPr>
          <a:xfrm>
            <a:off x="6898606" y="2815386"/>
            <a:ext cx="358540" cy="357146"/>
          </a:xfrm>
          <a:custGeom>
            <a:avLst/>
            <a:gdLst>
              <a:gd name="T0" fmla="*/ 11209 w 11256"/>
              <a:gd name="T1" fmla="*/ 4253 h 11213"/>
              <a:gd name="T2" fmla="*/ 10891 w 11256"/>
              <a:gd name="T3" fmla="*/ 3984 h 11213"/>
              <a:gd name="T4" fmla="*/ 7510 w 11256"/>
              <a:gd name="T5" fmla="*/ 3462 h 11213"/>
              <a:gd name="T6" fmla="*/ 6001 w 11256"/>
              <a:gd name="T7" fmla="*/ 230 h 11213"/>
              <a:gd name="T8" fmla="*/ 5640 w 11256"/>
              <a:gd name="T9" fmla="*/ 0 h 11213"/>
              <a:gd name="T10" fmla="*/ 5640 w 11256"/>
              <a:gd name="T11" fmla="*/ 0 h 11213"/>
              <a:gd name="T12" fmla="*/ 5279 w 11256"/>
              <a:gd name="T13" fmla="*/ 230 h 11213"/>
              <a:gd name="T14" fmla="*/ 3756 w 11256"/>
              <a:gd name="T15" fmla="*/ 3455 h 11213"/>
              <a:gd name="T16" fmla="*/ 370 w 11256"/>
              <a:gd name="T17" fmla="*/ 3965 h 11213"/>
              <a:gd name="T18" fmla="*/ 49 w 11256"/>
              <a:gd name="T19" fmla="*/ 4231 h 11213"/>
              <a:gd name="T20" fmla="*/ 142 w 11256"/>
              <a:gd name="T21" fmla="*/ 4638 h 11213"/>
              <a:gd name="T22" fmla="*/ 2597 w 11256"/>
              <a:gd name="T23" fmla="*/ 7164 h 11213"/>
              <a:gd name="T24" fmla="*/ 2010 w 11256"/>
              <a:gd name="T25" fmla="*/ 10725 h 11213"/>
              <a:gd name="T26" fmla="*/ 2174 w 11256"/>
              <a:gd name="T27" fmla="*/ 11116 h 11213"/>
              <a:gd name="T28" fmla="*/ 2597 w 11256"/>
              <a:gd name="T29" fmla="*/ 11140 h 11213"/>
              <a:gd name="T30" fmla="*/ 5620 w 11256"/>
              <a:gd name="T31" fmla="*/ 9478 h 11213"/>
              <a:gd name="T32" fmla="*/ 8637 w 11256"/>
              <a:gd name="T33" fmla="*/ 11151 h 11213"/>
              <a:gd name="T34" fmla="*/ 8831 w 11256"/>
              <a:gd name="T35" fmla="*/ 11200 h 11213"/>
              <a:gd name="T36" fmla="*/ 8839 w 11256"/>
              <a:gd name="T37" fmla="*/ 11200 h 11213"/>
              <a:gd name="T38" fmla="*/ 9239 w 11256"/>
              <a:gd name="T39" fmla="*/ 10800 h 11213"/>
              <a:gd name="T40" fmla="*/ 9213 w 11256"/>
              <a:gd name="T41" fmla="*/ 10658 h 11213"/>
              <a:gd name="T42" fmla="*/ 8652 w 11256"/>
              <a:gd name="T43" fmla="*/ 7175 h 11213"/>
              <a:gd name="T44" fmla="*/ 11114 w 11256"/>
              <a:gd name="T45" fmla="*/ 4659 h 11213"/>
              <a:gd name="T46" fmla="*/ 11209 w 11256"/>
              <a:gd name="T47" fmla="*/ 4253 h 112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1256" h="11213">
                <a:moveTo>
                  <a:pt x="11209" y="4253"/>
                </a:moveTo>
                <a:cubicBezTo>
                  <a:pt x="11161" y="4111"/>
                  <a:pt x="11039" y="4008"/>
                  <a:pt x="10891" y="3984"/>
                </a:cubicBezTo>
                <a:lnTo>
                  <a:pt x="7510" y="3462"/>
                </a:lnTo>
                <a:lnTo>
                  <a:pt x="6001" y="230"/>
                </a:lnTo>
                <a:cubicBezTo>
                  <a:pt x="5934" y="90"/>
                  <a:pt x="5795" y="0"/>
                  <a:pt x="5640" y="0"/>
                </a:cubicBezTo>
                <a:lnTo>
                  <a:pt x="5640" y="0"/>
                </a:lnTo>
                <a:cubicBezTo>
                  <a:pt x="5485" y="0"/>
                  <a:pt x="5345" y="88"/>
                  <a:pt x="5279" y="230"/>
                </a:cubicBezTo>
                <a:lnTo>
                  <a:pt x="3756" y="3455"/>
                </a:lnTo>
                <a:lnTo>
                  <a:pt x="370" y="3965"/>
                </a:lnTo>
                <a:cubicBezTo>
                  <a:pt x="221" y="3986"/>
                  <a:pt x="99" y="4090"/>
                  <a:pt x="49" y="4231"/>
                </a:cubicBezTo>
                <a:cubicBezTo>
                  <a:pt x="0" y="4373"/>
                  <a:pt x="36" y="4530"/>
                  <a:pt x="142" y="4638"/>
                </a:cubicBezTo>
                <a:lnTo>
                  <a:pt x="2597" y="7164"/>
                </a:lnTo>
                <a:lnTo>
                  <a:pt x="2010" y="10725"/>
                </a:lnTo>
                <a:cubicBezTo>
                  <a:pt x="1984" y="10875"/>
                  <a:pt x="2049" y="11028"/>
                  <a:pt x="2174" y="11116"/>
                </a:cubicBezTo>
                <a:cubicBezTo>
                  <a:pt x="2298" y="11204"/>
                  <a:pt x="2464" y="11213"/>
                  <a:pt x="2597" y="11140"/>
                </a:cubicBezTo>
                <a:lnTo>
                  <a:pt x="5620" y="9478"/>
                </a:lnTo>
                <a:lnTo>
                  <a:pt x="8637" y="11151"/>
                </a:lnTo>
                <a:cubicBezTo>
                  <a:pt x="8697" y="11183"/>
                  <a:pt x="8764" y="11200"/>
                  <a:pt x="8831" y="11200"/>
                </a:cubicBezTo>
                <a:lnTo>
                  <a:pt x="8839" y="11200"/>
                </a:lnTo>
                <a:cubicBezTo>
                  <a:pt x="9061" y="11200"/>
                  <a:pt x="9239" y="11022"/>
                  <a:pt x="9239" y="10800"/>
                </a:cubicBezTo>
                <a:cubicBezTo>
                  <a:pt x="9239" y="10751"/>
                  <a:pt x="9231" y="10703"/>
                  <a:pt x="9213" y="10658"/>
                </a:cubicBezTo>
                <a:lnTo>
                  <a:pt x="8652" y="7175"/>
                </a:lnTo>
                <a:lnTo>
                  <a:pt x="11114" y="4659"/>
                </a:lnTo>
                <a:cubicBezTo>
                  <a:pt x="11219" y="4552"/>
                  <a:pt x="11256" y="4395"/>
                  <a:pt x="11209" y="4253"/>
                </a:cubicBezTo>
                <a:close/>
              </a:path>
            </a:pathLst>
          </a:custGeom>
          <a:solidFill>
            <a:srgbClr val="6887EA"/>
          </a:solidFill>
          <a:ln>
            <a:noFill/>
          </a:ln>
        </p:spPr>
        <p:txBody>
          <a:bodyPr/>
          <a:lstStyle/>
          <a:p>
            <a:endParaRPr lang="en-US" sz="1350">
              <a:latin typeface="Arial" panose="020B0604020202020204" pitchFamily="34" charset="0"/>
              <a:sym typeface="+mn-lt"/>
            </a:endParaRPr>
          </a:p>
        </p:txBody>
      </p:sp>
      <p:grpSp>
        <p:nvGrpSpPr>
          <p:cNvPr id="8" name="组合 28"/>
          <p:cNvGrpSpPr/>
          <p:nvPr/>
        </p:nvGrpSpPr>
        <p:grpSpPr bwMode="auto">
          <a:xfrm>
            <a:off x="6895454" y="3889662"/>
            <a:ext cx="414338" cy="396875"/>
            <a:chOff x="0" y="0"/>
            <a:chExt cx="2438400" cy="2332038"/>
          </a:xfrm>
          <a:solidFill>
            <a:srgbClr val="0F3271"/>
          </a:solidFill>
        </p:grpSpPr>
        <p:sp>
          <p:nvSpPr>
            <p:cNvPr id="9" name="Freeform 25"/>
            <p:cNvSpPr>
              <a:spLocks noChangeArrowheads="1"/>
            </p:cNvSpPr>
            <p:nvPr/>
          </p:nvSpPr>
          <p:spPr bwMode="auto">
            <a:xfrm>
              <a:off x="893763" y="1676400"/>
              <a:ext cx="655638" cy="655638"/>
            </a:xfrm>
            <a:custGeom>
              <a:avLst/>
              <a:gdLst>
                <a:gd name="T0" fmla="*/ 327025 w 413"/>
                <a:gd name="T1" fmla="*/ 655638 h 413"/>
                <a:gd name="T2" fmla="*/ 0 w 413"/>
                <a:gd name="T3" fmla="*/ 0 h 413"/>
                <a:gd name="T4" fmla="*/ 655638 w 413"/>
                <a:gd name="T5" fmla="*/ 0 h 413"/>
                <a:gd name="T6" fmla="*/ 327025 w 413"/>
                <a:gd name="T7" fmla="*/ 655638 h 41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13"/>
                <a:gd name="T13" fmla="*/ 0 h 413"/>
                <a:gd name="T14" fmla="*/ 413 w 413"/>
                <a:gd name="T15" fmla="*/ 413 h 41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13" h="413">
                  <a:moveTo>
                    <a:pt x="206" y="413"/>
                  </a:moveTo>
                  <a:lnTo>
                    <a:pt x="0" y="0"/>
                  </a:lnTo>
                  <a:lnTo>
                    <a:pt x="413" y="0"/>
                  </a:lnTo>
                  <a:lnTo>
                    <a:pt x="206" y="413"/>
                  </a:lnTo>
                  <a:close/>
                </a:path>
              </a:pathLst>
            </a:custGeom>
            <a:solidFill>
              <a:srgbClr val="B0C0F4"/>
            </a:solidFill>
            <a:ln>
              <a:noFill/>
            </a:ln>
          </p:spPr>
          <p:txBody>
            <a:bodyPr/>
            <a:lstStyle/>
            <a:p>
              <a:endParaRPr lang="zh-CN" altLang="en-US" sz="1350">
                <a:latin typeface="Arial" panose="020B0604020202020204" pitchFamily="34" charset="0"/>
                <a:sym typeface="+mn-lt"/>
              </a:endParaRPr>
            </a:p>
          </p:txBody>
        </p:sp>
        <p:sp>
          <p:nvSpPr>
            <p:cNvPr id="10" name="任意多边形 30"/>
            <p:cNvSpPr>
              <a:spLocks noChangeArrowheads="1"/>
            </p:cNvSpPr>
            <p:nvPr/>
          </p:nvSpPr>
          <p:spPr bwMode="auto">
            <a:xfrm>
              <a:off x="0" y="0"/>
              <a:ext cx="2438400" cy="1774825"/>
            </a:xfrm>
            <a:custGeom>
              <a:avLst/>
              <a:gdLst>
                <a:gd name="T0" fmla="*/ 290196 w 2438400"/>
                <a:gd name="T1" fmla="*/ 0 h 1774825"/>
                <a:gd name="T2" fmla="*/ 2151973 w 2438400"/>
                <a:gd name="T3" fmla="*/ 0 h 1774825"/>
                <a:gd name="T4" fmla="*/ 2438400 w 2438400"/>
                <a:gd name="T5" fmla="*/ 286384 h 1774825"/>
                <a:gd name="T6" fmla="*/ 2438400 w 2438400"/>
                <a:gd name="T7" fmla="*/ 1484673 h 1774825"/>
                <a:gd name="T8" fmla="*/ 2151973 w 2438400"/>
                <a:gd name="T9" fmla="*/ 1774825 h 1774825"/>
                <a:gd name="T10" fmla="*/ 290196 w 2438400"/>
                <a:gd name="T11" fmla="*/ 1774825 h 1774825"/>
                <a:gd name="T12" fmla="*/ 0 w 2438400"/>
                <a:gd name="T13" fmla="*/ 1484673 h 1774825"/>
                <a:gd name="T14" fmla="*/ 0 w 2438400"/>
                <a:gd name="T15" fmla="*/ 286384 h 1774825"/>
                <a:gd name="T16" fmla="*/ 290196 w 2438400"/>
                <a:gd name="T17" fmla="*/ 0 h 1774825"/>
                <a:gd name="T18" fmla="*/ 471488 w 2438400"/>
                <a:gd name="T19" fmla="*/ 425450 h 1774825"/>
                <a:gd name="T20" fmla="*/ 471488 w 2438400"/>
                <a:gd name="T21" fmla="*/ 598488 h 1774825"/>
                <a:gd name="T22" fmla="*/ 1971676 w 2438400"/>
                <a:gd name="T23" fmla="*/ 598488 h 1774825"/>
                <a:gd name="T24" fmla="*/ 1971676 w 2438400"/>
                <a:gd name="T25" fmla="*/ 425450 h 1774825"/>
                <a:gd name="T26" fmla="*/ 471488 w 2438400"/>
                <a:gd name="T27" fmla="*/ 425450 h 1774825"/>
                <a:gd name="T28" fmla="*/ 471488 w 2438400"/>
                <a:gd name="T29" fmla="*/ 801688 h 1774825"/>
                <a:gd name="T30" fmla="*/ 471488 w 2438400"/>
                <a:gd name="T31" fmla="*/ 971551 h 1774825"/>
                <a:gd name="T32" fmla="*/ 1971676 w 2438400"/>
                <a:gd name="T33" fmla="*/ 971551 h 1774825"/>
                <a:gd name="T34" fmla="*/ 1971676 w 2438400"/>
                <a:gd name="T35" fmla="*/ 801688 h 1774825"/>
                <a:gd name="T36" fmla="*/ 471488 w 2438400"/>
                <a:gd name="T37" fmla="*/ 801688 h 1774825"/>
                <a:gd name="T38" fmla="*/ 471488 w 2438400"/>
                <a:gd name="T39" fmla="*/ 1174750 h 1774825"/>
                <a:gd name="T40" fmla="*/ 471488 w 2438400"/>
                <a:gd name="T41" fmla="*/ 1347788 h 1774825"/>
                <a:gd name="T42" fmla="*/ 1971676 w 2438400"/>
                <a:gd name="T43" fmla="*/ 1347788 h 1774825"/>
                <a:gd name="T44" fmla="*/ 1971676 w 2438400"/>
                <a:gd name="T45" fmla="*/ 1174750 h 1774825"/>
                <a:gd name="T46" fmla="*/ 471488 w 2438400"/>
                <a:gd name="T47" fmla="*/ 1174750 h 1774825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2438400"/>
                <a:gd name="T73" fmla="*/ 0 h 1774825"/>
                <a:gd name="T74" fmla="*/ 2438400 w 2438400"/>
                <a:gd name="T75" fmla="*/ 1774825 h 1774825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2438400" h="1774825">
                  <a:moveTo>
                    <a:pt x="290196" y="0"/>
                  </a:moveTo>
                  <a:cubicBezTo>
                    <a:pt x="2151973" y="0"/>
                    <a:pt x="2151973" y="0"/>
                    <a:pt x="2151973" y="0"/>
                  </a:cubicBezTo>
                  <a:cubicBezTo>
                    <a:pt x="2310262" y="0"/>
                    <a:pt x="2438400" y="128119"/>
                    <a:pt x="2438400" y="286384"/>
                  </a:cubicBezTo>
                  <a:lnTo>
                    <a:pt x="2438400" y="1484673"/>
                  </a:lnTo>
                  <a:cubicBezTo>
                    <a:pt x="2438400" y="1646706"/>
                    <a:pt x="2310262" y="1774825"/>
                    <a:pt x="2151973" y="1774825"/>
                  </a:cubicBezTo>
                  <a:cubicBezTo>
                    <a:pt x="290196" y="1774825"/>
                    <a:pt x="290196" y="1774825"/>
                    <a:pt x="290196" y="1774825"/>
                  </a:cubicBezTo>
                  <a:cubicBezTo>
                    <a:pt x="131907" y="1774825"/>
                    <a:pt x="0" y="1646706"/>
                    <a:pt x="0" y="1484673"/>
                  </a:cubicBezTo>
                  <a:cubicBezTo>
                    <a:pt x="0" y="286384"/>
                    <a:pt x="0" y="286384"/>
                    <a:pt x="0" y="286384"/>
                  </a:cubicBezTo>
                  <a:cubicBezTo>
                    <a:pt x="0" y="128119"/>
                    <a:pt x="131907" y="0"/>
                    <a:pt x="290196" y="0"/>
                  </a:cubicBezTo>
                  <a:close/>
                  <a:moveTo>
                    <a:pt x="471488" y="425450"/>
                  </a:moveTo>
                  <a:lnTo>
                    <a:pt x="471488" y="598488"/>
                  </a:lnTo>
                  <a:lnTo>
                    <a:pt x="1971676" y="598488"/>
                  </a:lnTo>
                  <a:lnTo>
                    <a:pt x="1971676" y="425450"/>
                  </a:lnTo>
                  <a:lnTo>
                    <a:pt x="471488" y="425450"/>
                  </a:lnTo>
                  <a:close/>
                  <a:moveTo>
                    <a:pt x="471488" y="801688"/>
                  </a:moveTo>
                  <a:lnTo>
                    <a:pt x="471488" y="971551"/>
                  </a:lnTo>
                  <a:lnTo>
                    <a:pt x="1971676" y="971551"/>
                  </a:lnTo>
                  <a:lnTo>
                    <a:pt x="1971676" y="801688"/>
                  </a:lnTo>
                  <a:lnTo>
                    <a:pt x="471488" y="801688"/>
                  </a:lnTo>
                  <a:close/>
                  <a:moveTo>
                    <a:pt x="471488" y="1174750"/>
                  </a:moveTo>
                  <a:lnTo>
                    <a:pt x="471488" y="1347788"/>
                  </a:lnTo>
                  <a:lnTo>
                    <a:pt x="1971676" y="1347788"/>
                  </a:lnTo>
                  <a:lnTo>
                    <a:pt x="1971676" y="1174750"/>
                  </a:lnTo>
                  <a:lnTo>
                    <a:pt x="471488" y="1174750"/>
                  </a:lnTo>
                  <a:close/>
                </a:path>
              </a:pathLst>
            </a:custGeom>
            <a:solidFill>
              <a:srgbClr val="B0C0F4"/>
            </a:solidFill>
            <a:ln>
              <a:noFill/>
            </a:ln>
          </p:spPr>
          <p:txBody>
            <a:bodyPr/>
            <a:lstStyle/>
            <a:p>
              <a:endParaRPr lang="zh-CN" altLang="en-US" sz="1350">
                <a:latin typeface="Arial" panose="020B0604020202020204" pitchFamily="34" charset="0"/>
                <a:sym typeface="+mn-lt"/>
              </a:endParaRPr>
            </a:p>
          </p:txBody>
        </p:sp>
      </p:grpSp>
      <p:grpSp>
        <p:nvGrpSpPr>
          <p:cNvPr id="11" name="组合 34" descr="D:\51PPT模板网\51pptmoban.com\图片.jpg"/>
          <p:cNvGrpSpPr/>
          <p:nvPr/>
        </p:nvGrpSpPr>
        <p:grpSpPr bwMode="auto">
          <a:xfrm>
            <a:off x="6895454" y="5035651"/>
            <a:ext cx="373062" cy="476250"/>
            <a:chOff x="0" y="0"/>
            <a:chExt cx="563562" cy="720725"/>
          </a:xfrm>
          <a:solidFill>
            <a:srgbClr val="6887EA"/>
          </a:solidFill>
        </p:grpSpPr>
        <p:sp>
          <p:nvSpPr>
            <p:cNvPr id="12" name="Freeform 32"/>
            <p:cNvSpPr>
              <a:spLocks noChangeArrowheads="1"/>
            </p:cNvSpPr>
            <p:nvPr/>
          </p:nvSpPr>
          <p:spPr bwMode="auto">
            <a:xfrm>
              <a:off x="209550" y="0"/>
              <a:ext cx="142875" cy="720725"/>
            </a:xfrm>
            <a:custGeom>
              <a:avLst/>
              <a:gdLst>
                <a:gd name="T0" fmla="*/ 142875 w 64"/>
                <a:gd name="T1" fmla="*/ 648877 h 321"/>
                <a:gd name="T2" fmla="*/ 71438 w 64"/>
                <a:gd name="T3" fmla="*/ 720725 h 321"/>
                <a:gd name="T4" fmla="*/ 0 w 64"/>
                <a:gd name="T5" fmla="*/ 648877 h 321"/>
                <a:gd name="T6" fmla="*/ 0 w 64"/>
                <a:gd name="T7" fmla="*/ 71848 h 321"/>
                <a:gd name="T8" fmla="*/ 71438 w 64"/>
                <a:gd name="T9" fmla="*/ 0 h 321"/>
                <a:gd name="T10" fmla="*/ 142875 w 64"/>
                <a:gd name="T11" fmla="*/ 71848 h 321"/>
                <a:gd name="T12" fmla="*/ 142875 w 64"/>
                <a:gd name="T13" fmla="*/ 648877 h 3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4"/>
                <a:gd name="T22" fmla="*/ 0 h 321"/>
                <a:gd name="T23" fmla="*/ 64 w 64"/>
                <a:gd name="T24" fmla="*/ 321 h 32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4" h="321">
                  <a:moveTo>
                    <a:pt x="64" y="289"/>
                  </a:moveTo>
                  <a:cubicBezTo>
                    <a:pt x="64" y="307"/>
                    <a:pt x="49" y="321"/>
                    <a:pt x="32" y="321"/>
                  </a:cubicBezTo>
                  <a:cubicBezTo>
                    <a:pt x="14" y="321"/>
                    <a:pt x="0" y="307"/>
                    <a:pt x="0" y="28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14"/>
                    <a:pt x="14" y="0"/>
                    <a:pt x="32" y="0"/>
                  </a:cubicBezTo>
                  <a:cubicBezTo>
                    <a:pt x="49" y="0"/>
                    <a:pt x="64" y="14"/>
                    <a:pt x="64" y="32"/>
                  </a:cubicBezTo>
                  <a:lnTo>
                    <a:pt x="64" y="28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 sz="1350">
                <a:latin typeface="Arial" panose="020B0604020202020204" pitchFamily="34" charset="0"/>
                <a:sym typeface="+mn-lt"/>
              </a:endParaRPr>
            </a:p>
          </p:txBody>
        </p:sp>
        <p:sp>
          <p:nvSpPr>
            <p:cNvPr id="13" name="Freeform 33"/>
            <p:cNvSpPr>
              <a:spLocks noChangeArrowheads="1"/>
            </p:cNvSpPr>
            <p:nvPr/>
          </p:nvSpPr>
          <p:spPr bwMode="auto">
            <a:xfrm>
              <a:off x="0" y="439737"/>
              <a:ext cx="141288" cy="280988"/>
            </a:xfrm>
            <a:custGeom>
              <a:avLst/>
              <a:gdLst>
                <a:gd name="T0" fmla="*/ 141288 w 63"/>
                <a:gd name="T1" fmla="*/ 209055 h 125"/>
                <a:gd name="T2" fmla="*/ 71765 w 63"/>
                <a:gd name="T3" fmla="*/ 280988 h 125"/>
                <a:gd name="T4" fmla="*/ 0 w 63"/>
                <a:gd name="T5" fmla="*/ 209055 h 125"/>
                <a:gd name="T6" fmla="*/ 0 w 63"/>
                <a:gd name="T7" fmla="*/ 71933 h 125"/>
                <a:gd name="T8" fmla="*/ 71765 w 63"/>
                <a:gd name="T9" fmla="*/ 0 h 125"/>
                <a:gd name="T10" fmla="*/ 141288 w 63"/>
                <a:gd name="T11" fmla="*/ 71933 h 125"/>
                <a:gd name="T12" fmla="*/ 141288 w 63"/>
                <a:gd name="T13" fmla="*/ 209055 h 1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3"/>
                <a:gd name="T22" fmla="*/ 0 h 125"/>
                <a:gd name="T23" fmla="*/ 63 w 63"/>
                <a:gd name="T24" fmla="*/ 125 h 12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3" h="125">
                  <a:moveTo>
                    <a:pt x="63" y="93"/>
                  </a:moveTo>
                  <a:cubicBezTo>
                    <a:pt x="63" y="111"/>
                    <a:pt x="49" y="125"/>
                    <a:pt x="32" y="125"/>
                  </a:cubicBezTo>
                  <a:cubicBezTo>
                    <a:pt x="14" y="125"/>
                    <a:pt x="0" y="111"/>
                    <a:pt x="0" y="93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14"/>
                    <a:pt x="14" y="0"/>
                    <a:pt x="32" y="0"/>
                  </a:cubicBezTo>
                  <a:cubicBezTo>
                    <a:pt x="49" y="0"/>
                    <a:pt x="63" y="14"/>
                    <a:pt x="63" y="32"/>
                  </a:cubicBezTo>
                  <a:lnTo>
                    <a:pt x="63" y="9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 sz="1350">
                <a:latin typeface="Arial" panose="020B0604020202020204" pitchFamily="34" charset="0"/>
                <a:sym typeface="+mn-lt"/>
              </a:endParaRPr>
            </a:p>
          </p:txBody>
        </p:sp>
        <p:sp>
          <p:nvSpPr>
            <p:cNvPr id="14" name="Freeform 34"/>
            <p:cNvSpPr>
              <a:spLocks noChangeArrowheads="1"/>
            </p:cNvSpPr>
            <p:nvPr/>
          </p:nvSpPr>
          <p:spPr bwMode="auto">
            <a:xfrm>
              <a:off x="420687" y="231775"/>
              <a:ext cx="142875" cy="488950"/>
            </a:xfrm>
            <a:custGeom>
              <a:avLst/>
              <a:gdLst>
                <a:gd name="T0" fmla="*/ 142875 w 64"/>
                <a:gd name="T1" fmla="*/ 417178 h 218"/>
                <a:gd name="T2" fmla="*/ 71438 w 64"/>
                <a:gd name="T3" fmla="*/ 488950 h 218"/>
                <a:gd name="T4" fmla="*/ 0 w 64"/>
                <a:gd name="T5" fmla="*/ 417178 h 218"/>
                <a:gd name="T6" fmla="*/ 0 w 64"/>
                <a:gd name="T7" fmla="*/ 71772 h 218"/>
                <a:gd name="T8" fmla="*/ 71438 w 64"/>
                <a:gd name="T9" fmla="*/ 0 h 218"/>
                <a:gd name="T10" fmla="*/ 142875 w 64"/>
                <a:gd name="T11" fmla="*/ 71772 h 218"/>
                <a:gd name="T12" fmla="*/ 142875 w 64"/>
                <a:gd name="T13" fmla="*/ 417178 h 2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4"/>
                <a:gd name="T22" fmla="*/ 0 h 218"/>
                <a:gd name="T23" fmla="*/ 64 w 64"/>
                <a:gd name="T24" fmla="*/ 218 h 21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4" h="218">
                  <a:moveTo>
                    <a:pt x="64" y="186"/>
                  </a:moveTo>
                  <a:cubicBezTo>
                    <a:pt x="64" y="204"/>
                    <a:pt x="49" y="218"/>
                    <a:pt x="32" y="218"/>
                  </a:cubicBezTo>
                  <a:cubicBezTo>
                    <a:pt x="14" y="218"/>
                    <a:pt x="0" y="204"/>
                    <a:pt x="0" y="186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14"/>
                    <a:pt x="14" y="0"/>
                    <a:pt x="32" y="0"/>
                  </a:cubicBezTo>
                  <a:cubicBezTo>
                    <a:pt x="49" y="0"/>
                    <a:pt x="64" y="14"/>
                    <a:pt x="64" y="32"/>
                  </a:cubicBezTo>
                  <a:lnTo>
                    <a:pt x="64" y="18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 sz="1350">
                <a:latin typeface="Arial" panose="020B0604020202020204" pitchFamily="34" charset="0"/>
                <a:sym typeface="+mn-lt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7515092" y="1558594"/>
            <a:ext cx="2966425" cy="889537"/>
            <a:chOff x="283598" y="1906534"/>
            <a:chExt cx="2966425" cy="889537"/>
          </a:xfrm>
        </p:grpSpPr>
        <p:sp>
          <p:nvSpPr>
            <p:cNvPr id="16" name="文本框 15"/>
            <p:cNvSpPr txBox="1"/>
            <p:nvPr/>
          </p:nvSpPr>
          <p:spPr>
            <a:xfrm>
              <a:off x="283598" y="2219631"/>
              <a:ext cx="2966425" cy="5764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10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chemeClr val="tx1"/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</a:t>
              </a:r>
              <a:r>
                <a:rPr lang="zh-CN" altLang="en-US">
                  <a:solidFill>
                    <a:schemeClr val="tx1"/>
                  </a:solidFill>
                  <a:sym typeface="HarmonyOS Sans SC Light" panose="00000400000000000000" pitchFamily="2" charset="-122"/>
                </a:rPr>
                <a:t>尽量简洁</a:t>
              </a:r>
              <a:r>
                <a:rPr lang="en-US" altLang="zh-CN" dirty="0">
                  <a:solidFill>
                    <a:schemeClr val="tx1"/>
                  </a:solidFill>
                  <a:sym typeface="HarmonyOS Sans SC Light" panose="00000400000000000000" pitchFamily="2" charset="-122"/>
                </a:rPr>
                <a:t>... ...</a:t>
              </a:r>
              <a:endParaRPr lang="en-US" altLang="zh-CN" dirty="0">
                <a:solidFill>
                  <a:schemeClr val="tx1"/>
                </a:solidFill>
                <a:sym typeface="HarmonyOS Sans SC Light" panose="00000400000000000000" pitchFamily="2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283598" y="1906534"/>
              <a:ext cx="22355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chemeClr val="tx1"/>
                  </a:solidFill>
                  <a:sym typeface="HarmonyOS Sans SC Light" panose="00000400000000000000" pitchFamily="2" charset="-122"/>
                </a:rPr>
                <a:t>添加标题文本</a:t>
              </a:r>
              <a:endParaRPr lang="zh-CN" altLang="en-US" dirty="0">
                <a:solidFill>
                  <a:schemeClr val="tx1"/>
                </a:solidFill>
                <a:sym typeface="HarmonyOS Sans SC Light" panose="00000400000000000000" pitchFamily="2" charset="-122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7515092" y="2675924"/>
            <a:ext cx="2966425" cy="889537"/>
            <a:chOff x="283598" y="1906534"/>
            <a:chExt cx="2966425" cy="889537"/>
          </a:xfrm>
        </p:grpSpPr>
        <p:sp>
          <p:nvSpPr>
            <p:cNvPr id="19" name="文本框 18"/>
            <p:cNvSpPr txBox="1"/>
            <p:nvPr/>
          </p:nvSpPr>
          <p:spPr>
            <a:xfrm>
              <a:off x="283598" y="2219631"/>
              <a:ext cx="2966425" cy="5764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10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chemeClr val="tx1"/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</a:t>
              </a:r>
              <a:r>
                <a:rPr lang="zh-CN" altLang="en-US">
                  <a:solidFill>
                    <a:schemeClr val="tx1"/>
                  </a:solidFill>
                  <a:sym typeface="HarmonyOS Sans SC Light" panose="00000400000000000000" pitchFamily="2" charset="-122"/>
                </a:rPr>
                <a:t>尽量简洁</a:t>
              </a:r>
              <a:r>
                <a:rPr lang="en-US" altLang="zh-CN" dirty="0">
                  <a:solidFill>
                    <a:schemeClr val="tx1"/>
                  </a:solidFill>
                  <a:sym typeface="HarmonyOS Sans SC Light" panose="00000400000000000000" pitchFamily="2" charset="-122"/>
                </a:rPr>
                <a:t>... ...</a:t>
              </a:r>
              <a:endParaRPr lang="en-US" altLang="zh-CN" dirty="0">
                <a:solidFill>
                  <a:schemeClr val="tx1"/>
                </a:solidFill>
                <a:sym typeface="HarmonyOS Sans SC Light" panose="00000400000000000000" pitchFamily="2" charset="-122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283598" y="1906534"/>
              <a:ext cx="22355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chemeClr val="tx1"/>
                  </a:solidFill>
                  <a:sym typeface="HarmonyOS Sans SC Light" panose="00000400000000000000" pitchFamily="2" charset="-122"/>
                </a:rPr>
                <a:t>添加标题文本</a:t>
              </a:r>
              <a:endParaRPr lang="zh-CN" altLang="en-US" dirty="0">
                <a:solidFill>
                  <a:schemeClr val="tx1"/>
                </a:solidFill>
                <a:sym typeface="HarmonyOS Sans SC Light" panose="00000400000000000000" pitchFamily="2" charset="-122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7515092" y="3793254"/>
            <a:ext cx="2966425" cy="889537"/>
            <a:chOff x="283598" y="1906534"/>
            <a:chExt cx="2966425" cy="889537"/>
          </a:xfrm>
        </p:grpSpPr>
        <p:sp>
          <p:nvSpPr>
            <p:cNvPr id="22" name="文本框 21"/>
            <p:cNvSpPr txBox="1"/>
            <p:nvPr/>
          </p:nvSpPr>
          <p:spPr>
            <a:xfrm>
              <a:off x="283598" y="2219631"/>
              <a:ext cx="2966425" cy="5764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100" dirty="0">
                  <a:solidFill>
                    <a:schemeClr val="tx1"/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sz="1100" dirty="0">
                  <a:solidFill>
                    <a:schemeClr val="tx1"/>
                  </a:solidFill>
                  <a:sym typeface="HarmonyOS Sans SC Light" panose="00000400000000000000" pitchFamily="2" charset="-122"/>
                </a:rPr>
                <a:t>... ...</a:t>
              </a:r>
              <a:endParaRPr lang="en-US" altLang="zh-CN" sz="1100" dirty="0">
                <a:solidFill>
                  <a:schemeClr val="tx1"/>
                </a:solidFill>
                <a:sym typeface="HarmonyOS Sans SC Light" panose="00000400000000000000" pitchFamily="2" charset="-122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283598" y="1906534"/>
              <a:ext cx="22355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chemeClr val="tx1"/>
                  </a:solidFill>
                  <a:sym typeface="HarmonyOS Sans SC Light" panose="00000400000000000000" pitchFamily="2" charset="-122"/>
                </a:rPr>
                <a:t>添加标题文本</a:t>
              </a:r>
              <a:endParaRPr lang="zh-CN" altLang="en-US" dirty="0">
                <a:solidFill>
                  <a:schemeClr val="tx1"/>
                </a:solidFill>
                <a:sym typeface="HarmonyOS Sans SC Light" panose="00000400000000000000" pitchFamily="2" charset="-122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7515092" y="4910584"/>
            <a:ext cx="2966425" cy="889537"/>
            <a:chOff x="283598" y="1906534"/>
            <a:chExt cx="2966425" cy="889537"/>
          </a:xfrm>
        </p:grpSpPr>
        <p:sp>
          <p:nvSpPr>
            <p:cNvPr id="25" name="文本框 24"/>
            <p:cNvSpPr txBox="1"/>
            <p:nvPr/>
          </p:nvSpPr>
          <p:spPr>
            <a:xfrm>
              <a:off x="283598" y="2219631"/>
              <a:ext cx="2966425" cy="5764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10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chemeClr val="tx1"/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</a:t>
              </a:r>
              <a:r>
                <a:rPr lang="zh-CN" altLang="en-US">
                  <a:solidFill>
                    <a:schemeClr val="tx1"/>
                  </a:solidFill>
                  <a:sym typeface="HarmonyOS Sans SC Light" panose="00000400000000000000" pitchFamily="2" charset="-122"/>
                </a:rPr>
                <a:t>尽量简洁</a:t>
              </a:r>
              <a:r>
                <a:rPr lang="en-US" altLang="zh-CN" dirty="0">
                  <a:solidFill>
                    <a:schemeClr val="tx1"/>
                  </a:solidFill>
                  <a:sym typeface="HarmonyOS Sans SC Light" panose="00000400000000000000" pitchFamily="2" charset="-122"/>
                </a:rPr>
                <a:t>... ...</a:t>
              </a:r>
              <a:endParaRPr lang="en-US" altLang="zh-CN" dirty="0">
                <a:solidFill>
                  <a:schemeClr val="tx1"/>
                </a:solidFill>
                <a:sym typeface="HarmonyOS Sans SC Light" panose="00000400000000000000" pitchFamily="2" charset="-122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283598" y="1906534"/>
              <a:ext cx="22355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chemeClr val="tx1"/>
                  </a:solidFill>
                  <a:sym typeface="HarmonyOS Sans SC Light" panose="00000400000000000000" pitchFamily="2" charset="-122"/>
                </a:rPr>
                <a:t>添加标题文本</a:t>
              </a:r>
              <a:endParaRPr lang="zh-CN" altLang="en-US" dirty="0">
                <a:solidFill>
                  <a:schemeClr val="tx1"/>
                </a:solidFill>
                <a:sym typeface="HarmonyOS Sans SC Light" panose="00000400000000000000" pitchFamily="2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497555" y="249084"/>
            <a:ext cx="5196889" cy="616350"/>
            <a:chOff x="902835" y="1974450"/>
            <a:chExt cx="5196889" cy="616350"/>
          </a:xfrm>
        </p:grpSpPr>
        <p:sp>
          <p:nvSpPr>
            <p:cNvPr id="166" name="椭圆 2"/>
            <p:cNvSpPr/>
            <p:nvPr/>
          </p:nvSpPr>
          <p:spPr>
            <a:xfrm>
              <a:off x="902835" y="1974450"/>
              <a:ext cx="5196889" cy="597932"/>
            </a:xfrm>
            <a:custGeom>
              <a:avLst/>
              <a:gdLst>
                <a:gd name="connsiteX0" fmla="*/ 0 w 5082540"/>
                <a:gd name="connsiteY0" fmla="*/ 395730 h 791459"/>
                <a:gd name="connsiteX1" fmla="*/ 2541270 w 5082540"/>
                <a:gd name="connsiteY1" fmla="*/ 0 h 791459"/>
                <a:gd name="connsiteX2" fmla="*/ 5082540 w 5082540"/>
                <a:gd name="connsiteY2" fmla="*/ 395730 h 791459"/>
                <a:gd name="connsiteX3" fmla="*/ 2541270 w 5082540"/>
                <a:gd name="connsiteY3" fmla="*/ 791460 h 791459"/>
                <a:gd name="connsiteX4" fmla="*/ 0 w 5082540"/>
                <a:gd name="connsiteY4" fmla="*/ 395730 h 791459"/>
                <a:gd name="connsiteX0-1" fmla="*/ 145828 w 5228368"/>
                <a:gd name="connsiteY0-2" fmla="*/ 395730 h 715260"/>
                <a:gd name="connsiteX1-3" fmla="*/ 2687098 w 5228368"/>
                <a:gd name="connsiteY1-4" fmla="*/ 0 h 715260"/>
                <a:gd name="connsiteX2-5" fmla="*/ 5228368 w 5228368"/>
                <a:gd name="connsiteY2-6" fmla="*/ 395730 h 715260"/>
                <a:gd name="connsiteX3-7" fmla="*/ 1208818 w 5228368"/>
                <a:gd name="connsiteY3-8" fmla="*/ 715260 h 715260"/>
                <a:gd name="connsiteX4-9" fmla="*/ 145828 w 5228368"/>
                <a:gd name="connsiteY4-10" fmla="*/ 395730 h 715260"/>
                <a:gd name="connsiteX0-11" fmla="*/ 220894 w 5303434"/>
                <a:gd name="connsiteY0-12" fmla="*/ 334770 h 654300"/>
                <a:gd name="connsiteX1-13" fmla="*/ 3775624 w 5303434"/>
                <a:gd name="connsiteY1-14" fmla="*/ 0 h 654300"/>
                <a:gd name="connsiteX2-15" fmla="*/ 5303434 w 5303434"/>
                <a:gd name="connsiteY2-16" fmla="*/ 334770 h 654300"/>
                <a:gd name="connsiteX3-17" fmla="*/ 1283884 w 5303434"/>
                <a:gd name="connsiteY3-18" fmla="*/ 654300 h 654300"/>
                <a:gd name="connsiteX4-19" fmla="*/ 220894 w 5303434"/>
                <a:gd name="connsiteY4-20" fmla="*/ 334770 h 654300"/>
                <a:gd name="connsiteX0-21" fmla="*/ 131008 w 5213548"/>
                <a:gd name="connsiteY0-22" fmla="*/ 165594 h 664455"/>
                <a:gd name="connsiteX1-23" fmla="*/ 3685738 w 5213548"/>
                <a:gd name="connsiteY1-24" fmla="*/ 6084 h 664455"/>
                <a:gd name="connsiteX2-25" fmla="*/ 5213548 w 5213548"/>
                <a:gd name="connsiteY2-26" fmla="*/ 340854 h 664455"/>
                <a:gd name="connsiteX3-27" fmla="*/ 1193998 w 5213548"/>
                <a:gd name="connsiteY3-28" fmla="*/ 660384 h 664455"/>
                <a:gd name="connsiteX4-29" fmla="*/ 131008 w 5213548"/>
                <a:gd name="connsiteY4-30" fmla="*/ 165594 h 664455"/>
                <a:gd name="connsiteX0-31" fmla="*/ 106935 w 5189475"/>
                <a:gd name="connsiteY0-32" fmla="*/ 217356 h 716217"/>
                <a:gd name="connsiteX1-33" fmla="*/ 3661665 w 5189475"/>
                <a:gd name="connsiteY1-34" fmla="*/ 57846 h 716217"/>
                <a:gd name="connsiteX2-35" fmla="*/ 5189475 w 5189475"/>
                <a:gd name="connsiteY2-36" fmla="*/ 392616 h 716217"/>
                <a:gd name="connsiteX3-37" fmla="*/ 1169925 w 5189475"/>
                <a:gd name="connsiteY3-38" fmla="*/ 712146 h 716217"/>
                <a:gd name="connsiteX4-39" fmla="*/ 106935 w 5189475"/>
                <a:gd name="connsiteY4-40" fmla="*/ 217356 h 716217"/>
                <a:gd name="connsiteX0-41" fmla="*/ 106935 w 5189475"/>
                <a:gd name="connsiteY0-42" fmla="*/ 217356 h 743830"/>
                <a:gd name="connsiteX1-43" fmla="*/ 3661665 w 5189475"/>
                <a:gd name="connsiteY1-44" fmla="*/ 57846 h 743830"/>
                <a:gd name="connsiteX2-45" fmla="*/ 5189475 w 5189475"/>
                <a:gd name="connsiteY2-46" fmla="*/ 392616 h 743830"/>
                <a:gd name="connsiteX3-47" fmla="*/ 1169925 w 5189475"/>
                <a:gd name="connsiteY3-48" fmla="*/ 712146 h 743830"/>
                <a:gd name="connsiteX4-49" fmla="*/ 106935 w 5189475"/>
                <a:gd name="connsiteY4-50" fmla="*/ 217356 h 743830"/>
                <a:gd name="connsiteX0-51" fmla="*/ 106935 w 5194775"/>
                <a:gd name="connsiteY0-52" fmla="*/ 217356 h 743830"/>
                <a:gd name="connsiteX1-53" fmla="*/ 3661665 w 5194775"/>
                <a:gd name="connsiteY1-54" fmla="*/ 57846 h 743830"/>
                <a:gd name="connsiteX2-55" fmla="*/ 5189475 w 5194775"/>
                <a:gd name="connsiteY2-56" fmla="*/ 392616 h 743830"/>
                <a:gd name="connsiteX3-57" fmla="*/ 1169925 w 5194775"/>
                <a:gd name="connsiteY3-58" fmla="*/ 712146 h 743830"/>
                <a:gd name="connsiteX4-59" fmla="*/ 106935 w 5194775"/>
                <a:gd name="connsiteY4-60" fmla="*/ 217356 h 743830"/>
                <a:gd name="connsiteX0-61" fmla="*/ 107430 w 5193674"/>
                <a:gd name="connsiteY0-62" fmla="*/ 187556 h 714030"/>
                <a:gd name="connsiteX1-63" fmla="*/ 3304020 w 5193674"/>
                <a:gd name="connsiteY1-64" fmla="*/ 5186 h 714030"/>
                <a:gd name="connsiteX2-65" fmla="*/ 5189970 w 5193674"/>
                <a:gd name="connsiteY2-66" fmla="*/ 362816 h 714030"/>
                <a:gd name="connsiteX3-67" fmla="*/ 1170420 w 5193674"/>
                <a:gd name="connsiteY3-68" fmla="*/ 682346 h 714030"/>
                <a:gd name="connsiteX4-69" fmla="*/ 107430 w 5193674"/>
                <a:gd name="connsiteY4-70" fmla="*/ 187556 h 714030"/>
                <a:gd name="connsiteX0-71" fmla="*/ 89779 w 5176023"/>
                <a:gd name="connsiteY0-72" fmla="*/ 218381 h 744855"/>
                <a:gd name="connsiteX1-73" fmla="*/ 3286369 w 5176023"/>
                <a:gd name="connsiteY1-74" fmla="*/ 36011 h 744855"/>
                <a:gd name="connsiteX2-75" fmla="*/ 5172319 w 5176023"/>
                <a:gd name="connsiteY2-76" fmla="*/ 393641 h 744855"/>
                <a:gd name="connsiteX3-77" fmla="*/ 1152769 w 5176023"/>
                <a:gd name="connsiteY3-78" fmla="*/ 713171 h 744855"/>
                <a:gd name="connsiteX4-79" fmla="*/ 89779 w 5176023"/>
                <a:gd name="connsiteY4-80" fmla="*/ 218381 h 744855"/>
                <a:gd name="connsiteX0-81" fmla="*/ 86611 w 5210975"/>
                <a:gd name="connsiteY0-82" fmla="*/ 245965 h 723357"/>
                <a:gd name="connsiteX1-83" fmla="*/ 3321301 w 5210975"/>
                <a:gd name="connsiteY1-84" fmla="*/ 17875 h 723357"/>
                <a:gd name="connsiteX2-85" fmla="*/ 5207251 w 5210975"/>
                <a:gd name="connsiteY2-86" fmla="*/ 375505 h 723357"/>
                <a:gd name="connsiteX3-87" fmla="*/ 1187701 w 5210975"/>
                <a:gd name="connsiteY3-88" fmla="*/ 695035 h 723357"/>
                <a:gd name="connsiteX4-89" fmla="*/ 86611 w 5210975"/>
                <a:gd name="connsiteY4-90" fmla="*/ 245965 h 723357"/>
                <a:gd name="connsiteX0-91" fmla="*/ 43224 w 5167588"/>
                <a:gd name="connsiteY0-92" fmla="*/ 255515 h 732907"/>
                <a:gd name="connsiteX1-93" fmla="*/ 3277914 w 5167588"/>
                <a:gd name="connsiteY1-94" fmla="*/ 27425 h 732907"/>
                <a:gd name="connsiteX2-95" fmla="*/ 5163864 w 5167588"/>
                <a:gd name="connsiteY2-96" fmla="*/ 385055 h 732907"/>
                <a:gd name="connsiteX3-97" fmla="*/ 1144314 w 5167588"/>
                <a:gd name="connsiteY3-98" fmla="*/ 704585 h 732907"/>
                <a:gd name="connsiteX4-99" fmla="*/ 43224 w 5167588"/>
                <a:gd name="connsiteY4-100" fmla="*/ 255515 h 732907"/>
                <a:gd name="connsiteX0-101" fmla="*/ 28682 w 5153046"/>
                <a:gd name="connsiteY0-102" fmla="*/ 257665 h 735057"/>
                <a:gd name="connsiteX1-103" fmla="*/ 3263372 w 5153046"/>
                <a:gd name="connsiteY1-104" fmla="*/ 29575 h 735057"/>
                <a:gd name="connsiteX2-105" fmla="*/ 5149322 w 5153046"/>
                <a:gd name="connsiteY2-106" fmla="*/ 387205 h 735057"/>
                <a:gd name="connsiteX3-107" fmla="*/ 1129772 w 5153046"/>
                <a:gd name="connsiteY3-108" fmla="*/ 706735 h 735057"/>
                <a:gd name="connsiteX4-109" fmla="*/ 28682 w 5153046"/>
                <a:gd name="connsiteY4-110" fmla="*/ 257665 h 735057"/>
                <a:gd name="connsiteX0-111" fmla="*/ 45765 w 5170129"/>
                <a:gd name="connsiteY0-112" fmla="*/ 259882 h 737274"/>
                <a:gd name="connsiteX1-113" fmla="*/ 3280455 w 5170129"/>
                <a:gd name="connsiteY1-114" fmla="*/ 31792 h 737274"/>
                <a:gd name="connsiteX2-115" fmla="*/ 5166405 w 5170129"/>
                <a:gd name="connsiteY2-116" fmla="*/ 389422 h 737274"/>
                <a:gd name="connsiteX3-117" fmla="*/ 1146855 w 5170129"/>
                <a:gd name="connsiteY3-118" fmla="*/ 708952 h 737274"/>
                <a:gd name="connsiteX4-119" fmla="*/ 45765 w 5170129"/>
                <a:gd name="connsiteY4-120" fmla="*/ 259882 h 737274"/>
                <a:gd name="connsiteX0-121" fmla="*/ 72525 w 5196889"/>
                <a:gd name="connsiteY0-122" fmla="*/ 266896 h 744288"/>
                <a:gd name="connsiteX1-123" fmla="*/ 3307215 w 5196889"/>
                <a:gd name="connsiteY1-124" fmla="*/ 38806 h 744288"/>
                <a:gd name="connsiteX2-125" fmla="*/ 5193165 w 5196889"/>
                <a:gd name="connsiteY2-126" fmla="*/ 396436 h 744288"/>
                <a:gd name="connsiteX3-127" fmla="*/ 1173615 w 5196889"/>
                <a:gd name="connsiteY3-128" fmla="*/ 715966 h 744288"/>
                <a:gd name="connsiteX4-129" fmla="*/ 72525 w 5196889"/>
                <a:gd name="connsiteY4-130" fmla="*/ 266896 h 74428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5196889" h="744288">
                  <a:moveTo>
                    <a:pt x="72525" y="266896"/>
                  </a:moveTo>
                  <a:cubicBezTo>
                    <a:pt x="344305" y="-112664"/>
                    <a:pt x="2453775" y="17216"/>
                    <a:pt x="3307215" y="38806"/>
                  </a:cubicBezTo>
                  <a:cubicBezTo>
                    <a:pt x="4160655" y="60396"/>
                    <a:pt x="5269365" y="25480"/>
                    <a:pt x="5193165" y="396436"/>
                  </a:cubicBezTo>
                  <a:cubicBezTo>
                    <a:pt x="5155065" y="851212"/>
                    <a:pt x="2027055" y="737556"/>
                    <a:pt x="1173615" y="715966"/>
                  </a:cubicBezTo>
                  <a:cubicBezTo>
                    <a:pt x="320175" y="694376"/>
                    <a:pt x="-199255" y="646456"/>
                    <a:pt x="72525" y="266896"/>
                  </a:cubicBezTo>
                  <a:close/>
                </a:path>
              </a:pathLst>
            </a:custGeom>
            <a:solidFill>
              <a:srgbClr val="B0C0F4"/>
            </a:solidFill>
            <a:ln w="66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167" name="椭圆 166"/>
            <p:cNvSpPr/>
            <p:nvPr/>
          </p:nvSpPr>
          <p:spPr>
            <a:xfrm>
              <a:off x="1544273" y="1974450"/>
              <a:ext cx="616350" cy="616350"/>
            </a:xfrm>
            <a:prstGeom prst="ellipse">
              <a:avLst/>
            </a:prstGeom>
            <a:solidFill>
              <a:srgbClr val="6887EA"/>
            </a:solidFill>
            <a:ln w="66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168" name="文本框 167"/>
            <p:cNvSpPr txBox="1"/>
            <p:nvPr/>
          </p:nvSpPr>
          <p:spPr>
            <a:xfrm>
              <a:off x="2557990" y="2111161"/>
              <a:ext cx="269250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solidFill>
                    <a:schemeClr val="bg1"/>
                  </a:solidFill>
                </a:rPr>
                <a:t>单击此处添加标题文本</a:t>
              </a:r>
              <a:endParaRPr lang="zh-CN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169" name="文本框 168"/>
            <p:cNvSpPr txBox="1"/>
            <p:nvPr/>
          </p:nvSpPr>
          <p:spPr>
            <a:xfrm>
              <a:off x="1601045" y="2050707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solidFill>
                    <a:schemeClr val="bg1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rPr>
                <a:t>03</a:t>
              </a:r>
              <a:endParaRPr lang="zh-CN" altLang="en-US" sz="2400" dirty="0">
                <a:solidFill>
                  <a:schemeClr val="bg1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</a:endParaRPr>
            </a:p>
          </p:txBody>
        </p:sp>
      </p:grpSp>
      <p:sp>
        <p:nvSpPr>
          <p:cNvPr id="3" name="모서리가 둥근 직사각형 17"/>
          <p:cNvSpPr>
            <a:spLocks noChangeArrowheads="1"/>
          </p:cNvSpPr>
          <p:nvPr/>
        </p:nvSpPr>
        <p:spPr bwMode="auto">
          <a:xfrm>
            <a:off x="954729" y="1409247"/>
            <a:ext cx="5085315" cy="1720850"/>
          </a:xfrm>
          <a:prstGeom prst="roundRect">
            <a:avLst>
              <a:gd name="adj" fmla="val 7356"/>
            </a:avLst>
          </a:prstGeom>
          <a:solidFill>
            <a:srgbClr val="B0C0F4"/>
          </a:solidFill>
          <a:ln>
            <a:noFill/>
          </a:ln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ko-KR" altLang="en-US" sz="1350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" name="모서리가 둥근 직사각형 18"/>
          <p:cNvSpPr>
            <a:spLocks noChangeArrowheads="1"/>
          </p:cNvSpPr>
          <p:nvPr/>
        </p:nvSpPr>
        <p:spPr bwMode="auto">
          <a:xfrm>
            <a:off x="6176567" y="1409247"/>
            <a:ext cx="5085315" cy="1720850"/>
          </a:xfrm>
          <a:prstGeom prst="roundRect">
            <a:avLst>
              <a:gd name="adj" fmla="val 5361"/>
            </a:avLst>
          </a:prstGeom>
          <a:solidFill>
            <a:srgbClr val="6887EA"/>
          </a:solidFill>
          <a:ln>
            <a:noFill/>
          </a:ln>
        </p:spPr>
        <p:txBody>
          <a:bodyPr/>
          <a:lstStyle/>
          <a:p>
            <a:endParaRPr lang="ko-KR" altLang="en-US" sz="1350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" name="모서리가 둥근 직사각형 19"/>
          <p:cNvSpPr>
            <a:spLocks noChangeArrowheads="1"/>
          </p:cNvSpPr>
          <p:nvPr/>
        </p:nvSpPr>
        <p:spPr bwMode="auto">
          <a:xfrm>
            <a:off x="954729" y="3268209"/>
            <a:ext cx="5085315" cy="1720850"/>
          </a:xfrm>
          <a:prstGeom prst="roundRect">
            <a:avLst>
              <a:gd name="adj" fmla="val 6690"/>
            </a:avLst>
          </a:prstGeom>
          <a:solidFill>
            <a:srgbClr val="6887EA"/>
          </a:solidFill>
          <a:ln>
            <a:noFill/>
          </a:ln>
        </p:spPr>
        <p:txBody>
          <a:bodyPr/>
          <a:lstStyle/>
          <a:p>
            <a:endParaRPr lang="ko-KR" altLang="en-US" sz="1350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" name="모서리가 둥근 직사각형 20"/>
          <p:cNvSpPr>
            <a:spLocks noChangeArrowheads="1"/>
          </p:cNvSpPr>
          <p:nvPr/>
        </p:nvSpPr>
        <p:spPr bwMode="auto">
          <a:xfrm>
            <a:off x="6176567" y="3268209"/>
            <a:ext cx="5085315" cy="1720850"/>
          </a:xfrm>
          <a:prstGeom prst="roundRect">
            <a:avLst>
              <a:gd name="adj" fmla="val 10014"/>
            </a:avLst>
          </a:prstGeom>
          <a:solidFill>
            <a:srgbClr val="B0C0F4"/>
          </a:solidFill>
          <a:ln>
            <a:noFill/>
          </a:ln>
        </p:spPr>
        <p:txBody>
          <a:bodyPr/>
          <a:lstStyle/>
          <a:p>
            <a:endParaRPr lang="ko-KR" altLang="en-US" sz="1350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" name="타원 25@|1FFC:0|FBC:0|LFC:16777215|LBC:16777215"/>
          <p:cNvSpPr>
            <a:spLocks noChangeArrowheads="1"/>
          </p:cNvSpPr>
          <p:nvPr/>
        </p:nvSpPr>
        <p:spPr bwMode="auto">
          <a:xfrm>
            <a:off x="5019280" y="1985509"/>
            <a:ext cx="2238375" cy="22383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ko-KR" altLang="en-US" sz="1800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2" name="원호 27@|1FFC:0|FBC:0|LFC:12566463|LBC:16777215"/>
          <p:cNvSpPr/>
          <p:nvPr/>
        </p:nvSpPr>
        <p:spPr bwMode="auto">
          <a:xfrm>
            <a:off x="5243118" y="2195059"/>
            <a:ext cx="1808162" cy="1808163"/>
          </a:xfrm>
          <a:custGeom>
            <a:avLst/>
            <a:gdLst>
              <a:gd name="T0" fmla="*/ 906240 w 1807300"/>
              <a:gd name="T1" fmla="*/ 0 h 1807299"/>
              <a:gd name="T2" fmla="*/ 1772242 w 1807300"/>
              <a:gd name="T3" fmla="*/ 639197 h 1807299"/>
              <a:gd name="T4" fmla="*/ 1416619 w 1807300"/>
              <a:gd name="T5" fmla="*/ 1655105 h 1807299"/>
              <a:gd name="T6" fmla="*/ 341032 w 1807300"/>
              <a:gd name="T7" fmla="*/ 1614635 h 1807299"/>
              <a:gd name="T8" fmla="*/ 62757 w 1807300"/>
              <a:gd name="T9" fmla="*/ 574875 h 1807299"/>
              <a:gd name="T10" fmla="*/ 906240 w 1807300"/>
              <a:gd name="T11" fmla="*/ 906245 h 1807299"/>
              <a:gd name="T12" fmla="*/ 906240 w 1807300"/>
              <a:gd name="T13" fmla="*/ 0 h 1807299"/>
              <a:gd name="T14" fmla="*/ 906240 w 1807300"/>
              <a:gd name="T15" fmla="*/ 0 h 1807299"/>
              <a:gd name="T16" fmla="*/ 1772242 w 1807300"/>
              <a:gd name="T17" fmla="*/ 639197 h 1807299"/>
              <a:gd name="T18" fmla="*/ 1416619 w 1807300"/>
              <a:gd name="T19" fmla="*/ 1655105 h 1807299"/>
              <a:gd name="T20" fmla="*/ 341032 w 1807300"/>
              <a:gd name="T21" fmla="*/ 1614635 h 1807299"/>
              <a:gd name="T22" fmla="*/ 62757 w 1807300"/>
              <a:gd name="T23" fmla="*/ 574875 h 1807299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1807300" h="1807299" stroke="0">
                <a:moveTo>
                  <a:pt x="903650" y="0"/>
                </a:moveTo>
                <a:cubicBezTo>
                  <a:pt x="1300151" y="0"/>
                  <a:pt x="1650337" y="258472"/>
                  <a:pt x="1767176" y="637367"/>
                </a:cubicBezTo>
                <a:cubicBezTo>
                  <a:pt x="1884015" y="1016262"/>
                  <a:pt x="1740211" y="1427064"/>
                  <a:pt x="1412570" y="1650366"/>
                </a:cubicBezTo>
                <a:cubicBezTo>
                  <a:pt x="1084928" y="1873668"/>
                  <a:pt x="649992" y="1857303"/>
                  <a:pt x="340057" y="1610011"/>
                </a:cubicBezTo>
                <a:cubicBezTo>
                  <a:pt x="30122" y="1362719"/>
                  <a:pt x="-82404" y="942272"/>
                  <a:pt x="62577" y="573229"/>
                </a:cubicBezTo>
                <a:lnTo>
                  <a:pt x="903650" y="903650"/>
                </a:lnTo>
                <a:lnTo>
                  <a:pt x="903650" y="0"/>
                </a:lnTo>
                <a:close/>
              </a:path>
              <a:path w="1807300" h="1807299" fill="none">
                <a:moveTo>
                  <a:pt x="903650" y="0"/>
                </a:moveTo>
                <a:cubicBezTo>
                  <a:pt x="1300151" y="0"/>
                  <a:pt x="1650337" y="258472"/>
                  <a:pt x="1767176" y="637367"/>
                </a:cubicBezTo>
                <a:cubicBezTo>
                  <a:pt x="1884015" y="1016262"/>
                  <a:pt x="1740211" y="1427064"/>
                  <a:pt x="1412570" y="1650366"/>
                </a:cubicBezTo>
                <a:cubicBezTo>
                  <a:pt x="1084928" y="1873668"/>
                  <a:pt x="649992" y="1857303"/>
                  <a:pt x="340057" y="1610011"/>
                </a:cubicBezTo>
                <a:cubicBezTo>
                  <a:pt x="30122" y="1362719"/>
                  <a:pt x="-82404" y="942272"/>
                  <a:pt x="62577" y="573229"/>
                </a:cubicBezTo>
              </a:path>
            </a:pathLst>
          </a:custGeom>
          <a:noFill/>
          <a:ln w="63500" cap="rnd" cmpd="sng">
            <a:solidFill>
              <a:srgbClr val="6887EA"/>
            </a:solidFill>
            <a:rou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grpSp>
        <p:nvGrpSpPr>
          <p:cNvPr id="18" name="组合 14" descr="D:\51PPT模板网\51pptmoban.com\图片.jpg"/>
          <p:cNvGrpSpPr/>
          <p:nvPr/>
        </p:nvGrpSpPr>
        <p:grpSpPr bwMode="auto">
          <a:xfrm>
            <a:off x="5809015" y="2499944"/>
            <a:ext cx="715963" cy="715963"/>
            <a:chOff x="0" y="0"/>
            <a:chExt cx="488316" cy="488319"/>
          </a:xfrm>
          <a:solidFill>
            <a:srgbClr val="6887EA"/>
          </a:solidFill>
        </p:grpSpPr>
        <p:sp>
          <p:nvSpPr>
            <p:cNvPr id="19" name="AutoShape 81"/>
            <p:cNvSpPr/>
            <p:nvPr/>
          </p:nvSpPr>
          <p:spPr bwMode="auto">
            <a:xfrm>
              <a:off x="0" y="0"/>
              <a:ext cx="488316" cy="488319"/>
            </a:xfrm>
            <a:custGeom>
              <a:avLst/>
              <a:gdLst>
                <a:gd name="T0" fmla="*/ 9659026 w 21600"/>
                <a:gd name="T1" fmla="*/ 5519813 h 21600"/>
                <a:gd name="T2" fmla="*/ 8796832 w 21600"/>
                <a:gd name="T3" fmla="*/ 5692036 h 21600"/>
                <a:gd name="T4" fmla="*/ 9638069 w 21600"/>
                <a:gd name="T5" fmla="*/ 5864779 h 21600"/>
                <a:gd name="T6" fmla="*/ 9443851 w 21600"/>
                <a:gd name="T7" fmla="*/ 7244732 h 21600"/>
                <a:gd name="T8" fmla="*/ 8451846 w 21600"/>
                <a:gd name="T9" fmla="*/ 7416978 h 21600"/>
                <a:gd name="T10" fmla="*/ 9303301 w 21600"/>
                <a:gd name="T11" fmla="*/ 7589721 h 21600"/>
                <a:gd name="T12" fmla="*/ 8840260 w 21600"/>
                <a:gd name="T13" fmla="*/ 8969177 h 21600"/>
                <a:gd name="T14" fmla="*/ 8105322 w 21600"/>
                <a:gd name="T15" fmla="*/ 9141919 h 21600"/>
                <a:gd name="T16" fmla="*/ 8818806 w 21600"/>
                <a:gd name="T17" fmla="*/ 9314662 h 21600"/>
                <a:gd name="T18" fmla="*/ 9077907 w 21600"/>
                <a:gd name="T19" fmla="*/ 10048090 h 21600"/>
                <a:gd name="T20" fmla="*/ 6564391 w 21600"/>
                <a:gd name="T21" fmla="*/ 10349107 h 21600"/>
                <a:gd name="T22" fmla="*/ 3054258 w 21600"/>
                <a:gd name="T23" fmla="*/ 9747571 h 21600"/>
                <a:gd name="T24" fmla="*/ 2759347 w 21600"/>
                <a:gd name="T25" fmla="*/ 4679046 h 21600"/>
                <a:gd name="T26" fmla="*/ 3104333 w 21600"/>
                <a:gd name="T27" fmla="*/ 4293680 h 21600"/>
                <a:gd name="T28" fmla="*/ 5519734 w 21600"/>
                <a:gd name="T29" fmla="*/ 689977 h 21600"/>
                <a:gd name="T30" fmla="*/ 6209187 w 21600"/>
                <a:gd name="T31" fmla="*/ 4139860 h 21600"/>
                <a:gd name="T32" fmla="*/ 10348999 w 21600"/>
                <a:gd name="T33" fmla="*/ 4797124 h 21600"/>
                <a:gd name="T34" fmla="*/ 2414384 w 21600"/>
                <a:gd name="T35" fmla="*/ 10004639 h 21600"/>
                <a:gd name="T36" fmla="*/ 1034439 w 21600"/>
                <a:gd name="T37" fmla="*/ 10349107 h 21600"/>
                <a:gd name="T38" fmla="*/ 689452 w 21600"/>
                <a:gd name="T39" fmla="*/ 4484328 h 21600"/>
                <a:gd name="T40" fmla="*/ 2069397 w 21600"/>
                <a:gd name="T41" fmla="*/ 4139860 h 21600"/>
                <a:gd name="T42" fmla="*/ 2414384 w 21600"/>
                <a:gd name="T43" fmla="*/ 10004639 h 21600"/>
                <a:gd name="T44" fmla="*/ 7132714 w 21600"/>
                <a:gd name="T45" fmla="*/ 3461639 h 21600"/>
                <a:gd name="T46" fmla="*/ 5519734 w 21600"/>
                <a:gd name="T47" fmla="*/ 0 h 21600"/>
                <a:gd name="T48" fmla="*/ 3104333 w 21600"/>
                <a:gd name="T49" fmla="*/ 3529597 h 21600"/>
                <a:gd name="T50" fmla="*/ 2759347 w 21600"/>
                <a:gd name="T51" fmla="*/ 3725354 h 21600"/>
                <a:gd name="T52" fmla="*/ 1034439 w 21600"/>
                <a:gd name="T53" fmla="*/ 3449883 h 21600"/>
                <a:gd name="T54" fmla="*/ 0 w 21600"/>
                <a:gd name="T55" fmla="*/ 10004639 h 21600"/>
                <a:gd name="T56" fmla="*/ 2069397 w 21600"/>
                <a:gd name="T57" fmla="*/ 11039084 h 21600"/>
                <a:gd name="T58" fmla="*/ 3006218 w 21600"/>
                <a:gd name="T59" fmla="*/ 10447766 h 21600"/>
                <a:gd name="T60" fmla="*/ 3104333 w 21600"/>
                <a:gd name="T61" fmla="*/ 10473312 h 21600"/>
                <a:gd name="T62" fmla="*/ 6564391 w 21600"/>
                <a:gd name="T63" fmla="*/ 11039084 h 21600"/>
                <a:gd name="T64" fmla="*/ 9686110 w 21600"/>
                <a:gd name="T65" fmla="*/ 10374156 h 21600"/>
                <a:gd name="T66" fmla="*/ 9841489 w 21600"/>
                <a:gd name="T67" fmla="*/ 9395936 h 21600"/>
                <a:gd name="T68" fmla="*/ 10409292 w 21600"/>
                <a:gd name="T69" fmla="*/ 7565712 h 21600"/>
                <a:gd name="T70" fmla="*/ 10736396 w 21600"/>
                <a:gd name="T71" fmla="*/ 5792729 h 21600"/>
                <a:gd name="T72" fmla="*/ 11034879 w 21600"/>
                <a:gd name="T73" fmla="*/ 4969867 h 21600"/>
                <a:gd name="T74" fmla="*/ 10061254 w 21600"/>
                <a:gd name="T75" fmla="*/ 3612905 h 2160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21600" h="21600">
                  <a:moveTo>
                    <a:pt x="20235" y="9811"/>
                  </a:moveTo>
                  <a:cubicBezTo>
                    <a:pt x="20220" y="10144"/>
                    <a:pt x="20081" y="10800"/>
                    <a:pt x="18899" y="10800"/>
                  </a:cubicBezTo>
                  <a:lnTo>
                    <a:pt x="17549" y="10800"/>
                  </a:lnTo>
                  <a:cubicBezTo>
                    <a:pt x="17363" y="10800"/>
                    <a:pt x="17212" y="10950"/>
                    <a:pt x="17212" y="11137"/>
                  </a:cubicBezTo>
                  <a:cubicBezTo>
                    <a:pt x="17212" y="11324"/>
                    <a:pt x="17363" y="11475"/>
                    <a:pt x="17549" y="11475"/>
                  </a:cubicBezTo>
                  <a:lnTo>
                    <a:pt x="18858" y="11475"/>
                  </a:lnTo>
                  <a:cubicBezTo>
                    <a:pt x="19870" y="11475"/>
                    <a:pt x="20003" y="12314"/>
                    <a:pt x="19938" y="12719"/>
                  </a:cubicBezTo>
                  <a:cubicBezTo>
                    <a:pt x="19855" y="13223"/>
                    <a:pt x="19618" y="14175"/>
                    <a:pt x="18478" y="14175"/>
                  </a:cubicBezTo>
                  <a:lnTo>
                    <a:pt x="16874" y="14175"/>
                  </a:lnTo>
                  <a:cubicBezTo>
                    <a:pt x="16688" y="14175"/>
                    <a:pt x="16537" y="14325"/>
                    <a:pt x="16537" y="14512"/>
                  </a:cubicBezTo>
                  <a:cubicBezTo>
                    <a:pt x="16537" y="14699"/>
                    <a:pt x="16688" y="14850"/>
                    <a:pt x="16874" y="14850"/>
                  </a:cubicBezTo>
                  <a:lnTo>
                    <a:pt x="18203" y="14850"/>
                  </a:lnTo>
                  <a:cubicBezTo>
                    <a:pt x="19343" y="14850"/>
                    <a:pt x="19243" y="15718"/>
                    <a:pt x="19079" y="16237"/>
                  </a:cubicBezTo>
                  <a:cubicBezTo>
                    <a:pt x="18864" y="16918"/>
                    <a:pt x="18732" y="17549"/>
                    <a:pt x="17297" y="17549"/>
                  </a:cubicBezTo>
                  <a:lnTo>
                    <a:pt x="16196" y="17549"/>
                  </a:lnTo>
                  <a:cubicBezTo>
                    <a:pt x="16009" y="17549"/>
                    <a:pt x="15859" y="17700"/>
                    <a:pt x="15859" y="17887"/>
                  </a:cubicBezTo>
                  <a:cubicBezTo>
                    <a:pt x="15859" y="18073"/>
                    <a:pt x="16009" y="18225"/>
                    <a:pt x="16196" y="18225"/>
                  </a:cubicBezTo>
                  <a:lnTo>
                    <a:pt x="17255" y="18225"/>
                  </a:lnTo>
                  <a:cubicBezTo>
                    <a:pt x="17993" y="18225"/>
                    <a:pt x="18027" y="18923"/>
                    <a:pt x="17950" y="19174"/>
                  </a:cubicBezTo>
                  <a:cubicBezTo>
                    <a:pt x="17866" y="19448"/>
                    <a:pt x="17767" y="19651"/>
                    <a:pt x="17762" y="19660"/>
                  </a:cubicBezTo>
                  <a:cubicBezTo>
                    <a:pt x="17558" y="20028"/>
                    <a:pt x="17229" y="20249"/>
                    <a:pt x="16534" y="20249"/>
                  </a:cubicBezTo>
                  <a:lnTo>
                    <a:pt x="12844" y="20249"/>
                  </a:lnTo>
                  <a:cubicBezTo>
                    <a:pt x="10990" y="20249"/>
                    <a:pt x="9151" y="19829"/>
                    <a:pt x="9104" y="19818"/>
                  </a:cubicBezTo>
                  <a:cubicBezTo>
                    <a:pt x="6299" y="19172"/>
                    <a:pt x="6152" y="19122"/>
                    <a:pt x="5976" y="19072"/>
                  </a:cubicBezTo>
                  <a:cubicBezTo>
                    <a:pt x="5976" y="19072"/>
                    <a:pt x="5405" y="18976"/>
                    <a:pt x="5405" y="18478"/>
                  </a:cubicBezTo>
                  <a:lnTo>
                    <a:pt x="5399" y="9155"/>
                  </a:lnTo>
                  <a:cubicBezTo>
                    <a:pt x="5399" y="8839"/>
                    <a:pt x="5601" y="8552"/>
                    <a:pt x="5935" y="8452"/>
                  </a:cubicBezTo>
                  <a:cubicBezTo>
                    <a:pt x="5977" y="8435"/>
                    <a:pt x="6034" y="8419"/>
                    <a:pt x="6074" y="8401"/>
                  </a:cubicBezTo>
                  <a:cubicBezTo>
                    <a:pt x="9158" y="7125"/>
                    <a:pt x="10097" y="4324"/>
                    <a:pt x="10124" y="2025"/>
                  </a:cubicBezTo>
                  <a:cubicBezTo>
                    <a:pt x="10128" y="1702"/>
                    <a:pt x="10378" y="1350"/>
                    <a:pt x="10800" y="1350"/>
                  </a:cubicBezTo>
                  <a:cubicBezTo>
                    <a:pt x="11514" y="1350"/>
                    <a:pt x="12774" y="2782"/>
                    <a:pt x="12774" y="4554"/>
                  </a:cubicBezTo>
                  <a:cubicBezTo>
                    <a:pt x="12774" y="6155"/>
                    <a:pt x="12711" y="6432"/>
                    <a:pt x="12149" y="8100"/>
                  </a:cubicBezTo>
                  <a:cubicBezTo>
                    <a:pt x="18899" y="8100"/>
                    <a:pt x="18852" y="8196"/>
                    <a:pt x="19448" y="8353"/>
                  </a:cubicBezTo>
                  <a:cubicBezTo>
                    <a:pt x="20187" y="8564"/>
                    <a:pt x="20249" y="9175"/>
                    <a:pt x="20249" y="9386"/>
                  </a:cubicBezTo>
                  <a:cubicBezTo>
                    <a:pt x="20249" y="9618"/>
                    <a:pt x="20243" y="9584"/>
                    <a:pt x="20235" y="9811"/>
                  </a:cubicBezTo>
                  <a:moveTo>
                    <a:pt x="4724" y="19575"/>
                  </a:moveTo>
                  <a:cubicBezTo>
                    <a:pt x="4724" y="19948"/>
                    <a:pt x="4423" y="20249"/>
                    <a:pt x="4049" y="20249"/>
                  </a:cubicBezTo>
                  <a:lnTo>
                    <a:pt x="2024" y="20249"/>
                  </a:lnTo>
                  <a:cubicBezTo>
                    <a:pt x="1652" y="20249"/>
                    <a:pt x="1349" y="19948"/>
                    <a:pt x="1349" y="19575"/>
                  </a:cubicBezTo>
                  <a:lnTo>
                    <a:pt x="1349" y="8774"/>
                  </a:lnTo>
                  <a:cubicBezTo>
                    <a:pt x="1349" y="8401"/>
                    <a:pt x="1652" y="8100"/>
                    <a:pt x="2024" y="8100"/>
                  </a:cubicBezTo>
                  <a:lnTo>
                    <a:pt x="4049" y="8100"/>
                  </a:lnTo>
                  <a:cubicBezTo>
                    <a:pt x="4423" y="8100"/>
                    <a:pt x="4724" y="8401"/>
                    <a:pt x="4724" y="8774"/>
                  </a:cubicBezTo>
                  <a:cubicBezTo>
                    <a:pt x="4724" y="8774"/>
                    <a:pt x="4724" y="19575"/>
                    <a:pt x="4724" y="19575"/>
                  </a:cubicBezTo>
                  <a:close/>
                  <a:moveTo>
                    <a:pt x="19686" y="7069"/>
                  </a:moveTo>
                  <a:cubicBezTo>
                    <a:pt x="18842" y="6846"/>
                    <a:pt x="16858" y="6849"/>
                    <a:pt x="13956" y="6773"/>
                  </a:cubicBezTo>
                  <a:cubicBezTo>
                    <a:pt x="14093" y="6139"/>
                    <a:pt x="14124" y="5568"/>
                    <a:pt x="14124" y="4554"/>
                  </a:cubicBezTo>
                  <a:cubicBezTo>
                    <a:pt x="14124" y="2133"/>
                    <a:pt x="12361" y="0"/>
                    <a:pt x="10800" y="0"/>
                  </a:cubicBezTo>
                  <a:cubicBezTo>
                    <a:pt x="9698" y="0"/>
                    <a:pt x="8789" y="901"/>
                    <a:pt x="8774" y="2009"/>
                  </a:cubicBezTo>
                  <a:cubicBezTo>
                    <a:pt x="8760" y="3368"/>
                    <a:pt x="8340" y="5716"/>
                    <a:pt x="6074" y="6906"/>
                  </a:cubicBezTo>
                  <a:cubicBezTo>
                    <a:pt x="5908" y="6994"/>
                    <a:pt x="5433" y="7228"/>
                    <a:pt x="5364" y="7259"/>
                  </a:cubicBezTo>
                  <a:lnTo>
                    <a:pt x="5399" y="7289"/>
                  </a:lnTo>
                  <a:cubicBezTo>
                    <a:pt x="5045" y="6984"/>
                    <a:pt x="4554" y="6750"/>
                    <a:pt x="4049" y="6750"/>
                  </a:cubicBezTo>
                  <a:lnTo>
                    <a:pt x="2024" y="6750"/>
                  </a:lnTo>
                  <a:cubicBezTo>
                    <a:pt x="908" y="6750"/>
                    <a:pt x="0" y="7658"/>
                    <a:pt x="0" y="8774"/>
                  </a:cubicBezTo>
                  <a:lnTo>
                    <a:pt x="0" y="19575"/>
                  </a:lnTo>
                  <a:cubicBezTo>
                    <a:pt x="0" y="20691"/>
                    <a:pt x="908" y="21599"/>
                    <a:pt x="2024" y="21599"/>
                  </a:cubicBezTo>
                  <a:lnTo>
                    <a:pt x="4049" y="21599"/>
                  </a:lnTo>
                  <a:cubicBezTo>
                    <a:pt x="4853" y="21599"/>
                    <a:pt x="5525" y="21114"/>
                    <a:pt x="5850" y="20434"/>
                  </a:cubicBezTo>
                  <a:cubicBezTo>
                    <a:pt x="5859" y="20437"/>
                    <a:pt x="5873" y="20441"/>
                    <a:pt x="5882" y="20442"/>
                  </a:cubicBezTo>
                  <a:cubicBezTo>
                    <a:pt x="5927" y="20454"/>
                    <a:pt x="5979" y="20467"/>
                    <a:pt x="6044" y="20485"/>
                  </a:cubicBezTo>
                  <a:cubicBezTo>
                    <a:pt x="6056" y="20487"/>
                    <a:pt x="6062" y="20488"/>
                    <a:pt x="6074" y="20492"/>
                  </a:cubicBezTo>
                  <a:cubicBezTo>
                    <a:pt x="6464" y="20588"/>
                    <a:pt x="7212" y="20768"/>
                    <a:pt x="8812" y="21135"/>
                  </a:cubicBezTo>
                  <a:cubicBezTo>
                    <a:pt x="9155" y="21213"/>
                    <a:pt x="10966" y="21599"/>
                    <a:pt x="12844" y="21599"/>
                  </a:cubicBezTo>
                  <a:lnTo>
                    <a:pt x="16534" y="21599"/>
                  </a:lnTo>
                  <a:cubicBezTo>
                    <a:pt x="17659" y="21599"/>
                    <a:pt x="18469" y="21167"/>
                    <a:pt x="18952" y="20298"/>
                  </a:cubicBezTo>
                  <a:cubicBezTo>
                    <a:pt x="18958" y="20285"/>
                    <a:pt x="19114" y="19982"/>
                    <a:pt x="19240" y="19572"/>
                  </a:cubicBezTo>
                  <a:cubicBezTo>
                    <a:pt x="19336" y="19263"/>
                    <a:pt x="19371" y="18827"/>
                    <a:pt x="19256" y="18384"/>
                  </a:cubicBezTo>
                  <a:cubicBezTo>
                    <a:pt x="19981" y="17886"/>
                    <a:pt x="20214" y="17133"/>
                    <a:pt x="20366" y="16643"/>
                  </a:cubicBezTo>
                  <a:cubicBezTo>
                    <a:pt x="20620" y="15838"/>
                    <a:pt x="20544" y="15235"/>
                    <a:pt x="20367" y="14803"/>
                  </a:cubicBezTo>
                  <a:cubicBezTo>
                    <a:pt x="20775" y="14418"/>
                    <a:pt x="21122" y="13831"/>
                    <a:pt x="21269" y="12935"/>
                  </a:cubicBezTo>
                  <a:cubicBezTo>
                    <a:pt x="21361" y="12380"/>
                    <a:pt x="21263" y="11809"/>
                    <a:pt x="21007" y="11334"/>
                  </a:cubicBezTo>
                  <a:cubicBezTo>
                    <a:pt x="21389" y="10905"/>
                    <a:pt x="21564" y="10365"/>
                    <a:pt x="21583" y="9865"/>
                  </a:cubicBezTo>
                  <a:lnTo>
                    <a:pt x="21591" y="9724"/>
                  </a:lnTo>
                  <a:cubicBezTo>
                    <a:pt x="21596" y="9635"/>
                    <a:pt x="21600" y="9581"/>
                    <a:pt x="21600" y="9386"/>
                  </a:cubicBezTo>
                  <a:cubicBezTo>
                    <a:pt x="21600" y="8533"/>
                    <a:pt x="21010" y="7446"/>
                    <a:pt x="19686" y="7069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 sz="1350">
                <a:latin typeface="Arial" panose="020B0604020202020204" pitchFamily="34" charset="0"/>
              </a:endParaRPr>
            </a:p>
          </p:txBody>
        </p:sp>
        <p:sp>
          <p:nvSpPr>
            <p:cNvPr id="20" name="AutoShape 82"/>
            <p:cNvSpPr/>
            <p:nvPr/>
          </p:nvSpPr>
          <p:spPr bwMode="auto">
            <a:xfrm>
              <a:off x="45909" y="396498"/>
              <a:ext cx="45910" cy="45910"/>
            </a:xfrm>
            <a:custGeom>
              <a:avLst/>
              <a:gdLst>
                <a:gd name="T0" fmla="*/ 48790 w 21600"/>
                <a:gd name="T1" fmla="*/ 65054 h 21600"/>
                <a:gd name="T2" fmla="*/ 32526 w 21600"/>
                <a:gd name="T3" fmla="*/ 48790 h 21600"/>
                <a:gd name="T4" fmla="*/ 48790 w 21600"/>
                <a:gd name="T5" fmla="*/ 32526 h 21600"/>
                <a:gd name="T6" fmla="*/ 65054 w 21600"/>
                <a:gd name="T7" fmla="*/ 48790 h 21600"/>
                <a:gd name="T8" fmla="*/ 48790 w 21600"/>
                <a:gd name="T9" fmla="*/ 65054 h 21600"/>
                <a:gd name="T10" fmla="*/ 48790 w 21600"/>
                <a:gd name="T11" fmla="*/ 0 h 21600"/>
                <a:gd name="T12" fmla="*/ 0 w 21600"/>
                <a:gd name="T13" fmla="*/ 48790 h 21600"/>
                <a:gd name="T14" fmla="*/ 48790 w 21600"/>
                <a:gd name="T15" fmla="*/ 97576 h 21600"/>
                <a:gd name="T16" fmla="*/ 97580 w 21600"/>
                <a:gd name="T17" fmla="*/ 48790 h 21600"/>
                <a:gd name="T18" fmla="*/ 48790 w 21600"/>
                <a:gd name="T19" fmla="*/ 0 h 2160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1600" h="21600">
                  <a:moveTo>
                    <a:pt x="10800" y="14400"/>
                  </a:moveTo>
                  <a:cubicBezTo>
                    <a:pt x="8820" y="14400"/>
                    <a:pt x="7200" y="12782"/>
                    <a:pt x="7200" y="10800"/>
                  </a:cubicBezTo>
                  <a:cubicBezTo>
                    <a:pt x="7200" y="8817"/>
                    <a:pt x="8820" y="7200"/>
                    <a:pt x="10800" y="7200"/>
                  </a:cubicBezTo>
                  <a:cubicBezTo>
                    <a:pt x="12779" y="7200"/>
                    <a:pt x="14400" y="8817"/>
                    <a:pt x="14400" y="10800"/>
                  </a:cubicBezTo>
                  <a:cubicBezTo>
                    <a:pt x="14400" y="12782"/>
                    <a:pt x="12779" y="14400"/>
                    <a:pt x="10800" y="14400"/>
                  </a:cubicBezTo>
                  <a:moveTo>
                    <a:pt x="10800" y="0"/>
                  </a:moveTo>
                  <a:cubicBezTo>
                    <a:pt x="4837" y="0"/>
                    <a:pt x="0" y="4837"/>
                    <a:pt x="0" y="10800"/>
                  </a:cubicBezTo>
                  <a:cubicBezTo>
                    <a:pt x="0" y="16762"/>
                    <a:pt x="4837" y="21599"/>
                    <a:pt x="10800" y="21599"/>
                  </a:cubicBezTo>
                  <a:cubicBezTo>
                    <a:pt x="16762" y="21599"/>
                    <a:pt x="21600" y="16762"/>
                    <a:pt x="21600" y="10800"/>
                  </a:cubicBezTo>
                  <a:cubicBezTo>
                    <a:pt x="21600" y="4837"/>
                    <a:pt x="16762" y="0"/>
                    <a:pt x="10800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zh-CN" altLang="en-US" sz="1350">
                <a:latin typeface="Arial" panose="020B0604020202020204" pitchFamily="34" charset="0"/>
              </a:endParaRPr>
            </a:p>
          </p:txBody>
        </p:sp>
      </p:grpSp>
      <p:sp>
        <p:nvSpPr>
          <p:cNvPr id="21" name="矩形 1"/>
          <p:cNvSpPr>
            <a:spLocks noChangeArrowheads="1"/>
          </p:cNvSpPr>
          <p:nvPr/>
        </p:nvSpPr>
        <p:spPr bwMode="auto">
          <a:xfrm>
            <a:off x="5599710" y="3396882"/>
            <a:ext cx="99257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600" b="1" dirty="0">
                <a:latin typeface="+mn-ea"/>
                <a:ea typeface="+mn-ea"/>
                <a:cs typeface="Times New Roman" panose="02020603050405020304" pitchFamily="18" charset="0"/>
              </a:rPr>
              <a:t>添加标题</a:t>
            </a:r>
            <a:endParaRPr lang="zh-CN" altLang="en-US" sz="1600" b="1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7481493" y="1842773"/>
            <a:ext cx="2966425" cy="816522"/>
            <a:chOff x="283598" y="1906534"/>
            <a:chExt cx="2966425" cy="816522"/>
          </a:xfrm>
        </p:grpSpPr>
        <p:sp>
          <p:nvSpPr>
            <p:cNvPr id="23" name="文本框 22"/>
            <p:cNvSpPr txBox="1"/>
            <p:nvPr/>
          </p:nvSpPr>
          <p:spPr>
            <a:xfrm>
              <a:off x="283598" y="2190603"/>
              <a:ext cx="2966425" cy="5324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000" dirty="0">
                  <a:solidFill>
                    <a:schemeClr val="bg1"/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sz="1000" dirty="0">
                  <a:solidFill>
                    <a:schemeClr val="bg1"/>
                  </a:solidFill>
                  <a:sym typeface="HarmonyOS Sans SC Light" panose="00000400000000000000" pitchFamily="2" charset="-122"/>
                </a:rPr>
                <a:t>... ...</a:t>
              </a:r>
              <a:endParaRPr lang="en-US" altLang="zh-CN" sz="1000" dirty="0">
                <a:solidFill>
                  <a:schemeClr val="bg1"/>
                </a:solidFill>
                <a:sym typeface="HarmonyOS Sans SC Light" panose="00000400000000000000" pitchFamily="2" charset="-122"/>
              </a:endParaRP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283599" y="1906534"/>
              <a:ext cx="22355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chemeClr val="bg1"/>
                  </a:solidFill>
                  <a:sym typeface="HarmonyOS Sans SC Light" panose="00000400000000000000" pitchFamily="2" charset="-122"/>
                </a:rPr>
                <a:t>添加标题文本</a:t>
              </a:r>
              <a:endParaRPr lang="zh-CN" altLang="en-US" dirty="0">
                <a:solidFill>
                  <a:schemeClr val="bg1"/>
                </a:solidFill>
                <a:sym typeface="HarmonyOS Sans SC Light" panose="00000400000000000000" pitchFamily="2" charset="-122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1751792" y="1842773"/>
            <a:ext cx="2984539" cy="816522"/>
            <a:chOff x="283598" y="1906534"/>
            <a:chExt cx="2984539" cy="816522"/>
          </a:xfrm>
        </p:grpSpPr>
        <p:sp>
          <p:nvSpPr>
            <p:cNvPr id="26" name="文本框 25"/>
            <p:cNvSpPr txBox="1"/>
            <p:nvPr/>
          </p:nvSpPr>
          <p:spPr>
            <a:xfrm>
              <a:off x="283598" y="2190603"/>
              <a:ext cx="2966425" cy="5324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r"/>
              <a:r>
                <a:rPr lang="zh-CN" altLang="en-US" sz="1000" dirty="0">
                  <a:solidFill>
                    <a:schemeClr val="bg1"/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sz="1000" dirty="0">
                  <a:solidFill>
                    <a:schemeClr val="bg1"/>
                  </a:solidFill>
                  <a:sym typeface="HarmonyOS Sans SC Light" panose="00000400000000000000" pitchFamily="2" charset="-122"/>
                </a:rPr>
                <a:t>... ...</a:t>
              </a:r>
              <a:endParaRPr lang="en-US" altLang="zh-CN" sz="1000" dirty="0">
                <a:solidFill>
                  <a:schemeClr val="bg1"/>
                </a:solidFill>
                <a:sym typeface="HarmonyOS Sans SC Light" panose="00000400000000000000" pitchFamily="2" charset="-122"/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1032570" y="1906534"/>
              <a:ext cx="22355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r"/>
              <a:r>
                <a:rPr lang="zh-CN" altLang="en-US" sz="1600" dirty="0">
                  <a:solidFill>
                    <a:schemeClr val="bg1"/>
                  </a:solidFill>
                  <a:sym typeface="HarmonyOS Sans SC Light" panose="00000400000000000000" pitchFamily="2" charset="-122"/>
                </a:rPr>
                <a:t>添加标题文本</a:t>
              </a:r>
              <a:endParaRPr lang="zh-CN" altLang="en-US" sz="1600" dirty="0">
                <a:solidFill>
                  <a:schemeClr val="bg1"/>
                </a:solidFill>
                <a:sym typeface="HarmonyOS Sans SC Light" panose="00000400000000000000" pitchFamily="2" charset="-122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7481493" y="3733074"/>
            <a:ext cx="2966425" cy="816522"/>
            <a:chOff x="283598" y="1906534"/>
            <a:chExt cx="2966425" cy="816522"/>
          </a:xfrm>
        </p:grpSpPr>
        <p:sp>
          <p:nvSpPr>
            <p:cNvPr id="29" name="文本框 28"/>
            <p:cNvSpPr txBox="1"/>
            <p:nvPr/>
          </p:nvSpPr>
          <p:spPr>
            <a:xfrm>
              <a:off x="283598" y="2190603"/>
              <a:ext cx="2966425" cy="5324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000" dirty="0">
                  <a:solidFill>
                    <a:schemeClr val="bg1"/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sz="1000" dirty="0">
                  <a:solidFill>
                    <a:schemeClr val="bg1"/>
                  </a:solidFill>
                  <a:sym typeface="HarmonyOS Sans SC Light" panose="00000400000000000000" pitchFamily="2" charset="-122"/>
                </a:rPr>
                <a:t>... ...</a:t>
              </a:r>
              <a:endParaRPr lang="en-US" altLang="zh-CN" sz="1000" dirty="0">
                <a:solidFill>
                  <a:schemeClr val="bg1"/>
                </a:solidFill>
                <a:sym typeface="HarmonyOS Sans SC Light" panose="00000400000000000000" pitchFamily="2" charset="-122"/>
              </a:endParaRP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283599" y="1906534"/>
              <a:ext cx="22355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chemeClr val="bg1"/>
                  </a:solidFill>
                  <a:sym typeface="HarmonyOS Sans SC Light" panose="00000400000000000000" pitchFamily="2" charset="-122"/>
                </a:rPr>
                <a:t>添加标题文本</a:t>
              </a:r>
              <a:endParaRPr lang="zh-CN" altLang="en-US" dirty="0">
                <a:solidFill>
                  <a:schemeClr val="bg1"/>
                </a:solidFill>
                <a:sym typeface="HarmonyOS Sans SC Light" panose="00000400000000000000" pitchFamily="2" charset="-122"/>
              </a:endParaRP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1751792" y="3733074"/>
            <a:ext cx="2984539" cy="816522"/>
            <a:chOff x="283598" y="1906534"/>
            <a:chExt cx="2984539" cy="816522"/>
          </a:xfrm>
        </p:grpSpPr>
        <p:sp>
          <p:nvSpPr>
            <p:cNvPr id="32" name="文本框 31"/>
            <p:cNvSpPr txBox="1"/>
            <p:nvPr/>
          </p:nvSpPr>
          <p:spPr>
            <a:xfrm>
              <a:off x="283598" y="2190603"/>
              <a:ext cx="2966425" cy="5324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r"/>
              <a:r>
                <a:rPr lang="zh-CN" altLang="en-US" sz="1000" dirty="0">
                  <a:solidFill>
                    <a:schemeClr val="bg1"/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sz="1000" dirty="0">
                  <a:solidFill>
                    <a:schemeClr val="bg1"/>
                  </a:solidFill>
                  <a:sym typeface="HarmonyOS Sans SC Light" panose="00000400000000000000" pitchFamily="2" charset="-122"/>
                </a:rPr>
                <a:t>... ...</a:t>
              </a:r>
              <a:endParaRPr lang="en-US" altLang="zh-CN" sz="1000" dirty="0">
                <a:solidFill>
                  <a:schemeClr val="bg1"/>
                </a:solidFill>
                <a:sym typeface="HarmonyOS Sans SC Light" panose="00000400000000000000" pitchFamily="2" charset="-122"/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1032570" y="1906534"/>
              <a:ext cx="22355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r"/>
              <a:r>
                <a:rPr lang="zh-CN" altLang="en-US" sz="1600" dirty="0">
                  <a:solidFill>
                    <a:schemeClr val="bg1"/>
                  </a:solidFill>
                  <a:sym typeface="HarmonyOS Sans SC Light" panose="00000400000000000000" pitchFamily="2" charset="-122"/>
                </a:rPr>
                <a:t>添加标题文本</a:t>
              </a:r>
              <a:endParaRPr lang="zh-CN" altLang="en-US" sz="1600" dirty="0">
                <a:solidFill>
                  <a:schemeClr val="bg1"/>
                </a:solidFill>
                <a:sym typeface="HarmonyOS Sans SC Light" panose="00000400000000000000" pitchFamily="2" charset="-122"/>
              </a:endParaRPr>
            </a:p>
          </p:txBody>
        </p:sp>
      </p:grpSp>
      <p:sp>
        <p:nvSpPr>
          <p:cNvPr id="34" name="文本框 33"/>
          <p:cNvSpPr txBox="1"/>
          <p:nvPr/>
        </p:nvSpPr>
        <p:spPr>
          <a:xfrm>
            <a:off x="1047499" y="5619727"/>
            <a:ext cx="10097002" cy="55438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50" b="0" i="0">
                <a:solidFill>
                  <a:schemeClr val="bg1">
                    <a:lumMod val="50000"/>
                  </a:schemeClr>
                </a:solidFill>
                <a:effectLst/>
                <a:latin typeface="HarmonyOS Sans SC Light" panose="00000400000000000000" pitchFamily="2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defRPr>
            </a:lvl1pPr>
          </a:lstStyle>
          <a:p>
            <a:pPr algn="ctr"/>
            <a:r>
              <a:rPr lang="zh-CN" altLang="en-US" b="1" dirty="0">
                <a:solidFill>
                  <a:schemeClr val="tx1"/>
                </a:solidFill>
                <a:sym typeface="HarmonyOS Sans SC Light" panose="00000400000000000000" pitchFamily="2" charset="-122"/>
              </a:rPr>
              <a:t>此处添加详细文本描述，建议与标题相关并符合整体语言风格，语言描述尽量简洁生动。尽量将每页幻灯片的字数控制在</a:t>
            </a:r>
            <a:r>
              <a:rPr lang="en-US" altLang="zh-CN" b="1" dirty="0">
                <a:solidFill>
                  <a:schemeClr val="tx1"/>
                </a:solidFill>
                <a:sym typeface="HarmonyOS Sans SC Light" panose="00000400000000000000" pitchFamily="2" charset="-122"/>
              </a:rPr>
              <a:t>200</a:t>
            </a:r>
            <a:r>
              <a:rPr lang="zh-CN" altLang="en-US" b="1" dirty="0">
                <a:solidFill>
                  <a:schemeClr val="tx1"/>
                </a:solidFill>
                <a:sym typeface="HarmonyOS Sans SC Light" panose="00000400000000000000" pitchFamily="2" charset="-122"/>
              </a:rPr>
              <a:t>字以内，据统计每页幻灯片的最好控制在</a:t>
            </a:r>
            <a:r>
              <a:rPr lang="en-US" altLang="zh-CN" b="1" dirty="0">
                <a:solidFill>
                  <a:schemeClr val="tx1"/>
                </a:solidFill>
                <a:sym typeface="HarmonyOS Sans SC Light" panose="00000400000000000000" pitchFamily="2" charset="-122"/>
              </a:rPr>
              <a:t>5</a:t>
            </a:r>
            <a:r>
              <a:rPr lang="zh-CN" altLang="en-US" b="1" dirty="0">
                <a:solidFill>
                  <a:schemeClr val="tx1"/>
                </a:solidFill>
                <a:sym typeface="HarmonyOS Sans SC Light" panose="00000400000000000000" pitchFamily="2" charset="-122"/>
              </a:rPr>
              <a:t>分钟之内。此处添加详细文本描述，建议与标题相关并符合整体语言风格，语言描述尽量简洁生动。</a:t>
            </a:r>
            <a:endParaRPr lang="en-US" altLang="zh-CN" b="1" dirty="0">
              <a:solidFill>
                <a:schemeClr val="tx1"/>
              </a:solidFill>
              <a:sym typeface="HarmonyOS Sans SC Light" panose="00000400000000000000" pitchFamily="2" charset="-122"/>
            </a:endParaRPr>
          </a:p>
        </p:txBody>
      </p:sp>
      <p:cxnSp>
        <p:nvCxnSpPr>
          <p:cNvPr id="35" name="直接连接符 34" descr="D:\51PPT模板网\51pptmoban.com\图片.jpg"/>
          <p:cNvCxnSpPr/>
          <p:nvPr/>
        </p:nvCxnSpPr>
        <p:spPr>
          <a:xfrm>
            <a:off x="947738" y="5365727"/>
            <a:ext cx="10296524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组合 162"/>
          <p:cNvGrpSpPr/>
          <p:nvPr/>
        </p:nvGrpSpPr>
        <p:grpSpPr>
          <a:xfrm>
            <a:off x="6612252" y="790554"/>
            <a:ext cx="4990363" cy="5276891"/>
            <a:chOff x="2853053" y="-82"/>
            <a:chExt cx="6483576" cy="6855838"/>
          </a:xfrm>
        </p:grpSpPr>
        <p:grpSp>
          <p:nvGrpSpPr>
            <p:cNvPr id="7" name="图形 4"/>
            <p:cNvGrpSpPr/>
            <p:nvPr/>
          </p:nvGrpSpPr>
          <p:grpSpPr>
            <a:xfrm>
              <a:off x="2853053" y="-82"/>
              <a:ext cx="6434220" cy="6855838"/>
              <a:chOff x="2853053" y="-82"/>
              <a:chExt cx="6434220" cy="6855838"/>
            </a:xfrm>
            <a:solidFill>
              <a:srgbClr val="F8F8FF"/>
            </a:solidFill>
          </p:grpSpPr>
          <p:sp>
            <p:nvSpPr>
              <p:cNvPr id="8" name="任意多边形: 形状 7"/>
              <p:cNvSpPr/>
              <p:nvPr/>
            </p:nvSpPr>
            <p:spPr>
              <a:xfrm>
                <a:off x="3261008" y="-82"/>
                <a:ext cx="5660976" cy="6855838"/>
              </a:xfrm>
              <a:custGeom>
                <a:avLst/>
                <a:gdLst>
                  <a:gd name="connsiteX0" fmla="*/ 1915271 w 5660976"/>
                  <a:gd name="connsiteY0" fmla="*/ 467079 h 6855838"/>
                  <a:gd name="connsiteX1" fmla="*/ 361855 w 5660976"/>
                  <a:gd name="connsiteY1" fmla="*/ 1408260 h 6855838"/>
                  <a:gd name="connsiteX2" fmla="*/ 81222 w 5660976"/>
                  <a:gd name="connsiteY2" fmla="*/ 3348702 h 6855838"/>
                  <a:gd name="connsiteX3" fmla="*/ 1269543 w 5660976"/>
                  <a:gd name="connsiteY3" fmla="*/ 5872938 h 6855838"/>
                  <a:gd name="connsiteX4" fmla="*/ 2736304 w 5660976"/>
                  <a:gd name="connsiteY4" fmla="*/ 6774180 h 6855838"/>
                  <a:gd name="connsiteX5" fmla="*/ 5231500 w 5660976"/>
                  <a:gd name="connsiteY5" fmla="*/ 5961986 h 6855838"/>
                  <a:gd name="connsiteX6" fmla="*/ 5336629 w 5660976"/>
                  <a:gd name="connsiteY6" fmla="*/ 2923134 h 6855838"/>
                  <a:gd name="connsiteX7" fmla="*/ 3879902 w 5660976"/>
                  <a:gd name="connsiteY7" fmla="*/ 37524 h 6855838"/>
                  <a:gd name="connsiteX8" fmla="*/ 1915271 w 5660976"/>
                  <a:gd name="connsiteY8" fmla="*/ 467079 h 6855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660976" h="6855838">
                    <a:moveTo>
                      <a:pt x="1915271" y="467079"/>
                    </a:moveTo>
                    <a:cubicBezTo>
                      <a:pt x="1184416" y="1201257"/>
                      <a:pt x="824039" y="691094"/>
                      <a:pt x="361855" y="1408260"/>
                    </a:cubicBezTo>
                    <a:cubicBezTo>
                      <a:pt x="62814" y="1871972"/>
                      <a:pt x="-112225" y="2505208"/>
                      <a:pt x="81222" y="3348702"/>
                    </a:cubicBezTo>
                    <a:cubicBezTo>
                      <a:pt x="606736" y="5639288"/>
                      <a:pt x="565867" y="5405637"/>
                      <a:pt x="1269543" y="5872938"/>
                    </a:cubicBezTo>
                    <a:cubicBezTo>
                      <a:pt x="1973219" y="6340239"/>
                      <a:pt x="1778311" y="7107976"/>
                      <a:pt x="2736304" y="6774180"/>
                    </a:cubicBezTo>
                    <a:cubicBezTo>
                      <a:pt x="3694298" y="6440384"/>
                      <a:pt x="4876705" y="7208188"/>
                      <a:pt x="5231500" y="5961986"/>
                    </a:cubicBezTo>
                    <a:cubicBezTo>
                      <a:pt x="5586295" y="4715783"/>
                      <a:pt x="4666645" y="3611725"/>
                      <a:pt x="5336629" y="2923134"/>
                    </a:cubicBezTo>
                    <a:cubicBezTo>
                      <a:pt x="6006613" y="2234543"/>
                      <a:pt x="5693285" y="104310"/>
                      <a:pt x="3879902" y="37524"/>
                    </a:cubicBezTo>
                    <a:cubicBezTo>
                      <a:pt x="2871138" y="376"/>
                      <a:pt x="2507372" y="-127812"/>
                      <a:pt x="1915271" y="467079"/>
                    </a:cubicBezTo>
                    <a:close/>
                  </a:path>
                </a:pathLst>
              </a:custGeom>
              <a:solidFill>
                <a:srgbClr val="F8F8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" name="任意多边形: 形状 8"/>
              <p:cNvSpPr/>
              <p:nvPr/>
            </p:nvSpPr>
            <p:spPr>
              <a:xfrm>
                <a:off x="2853053" y="981534"/>
                <a:ext cx="6434220" cy="4686805"/>
              </a:xfrm>
              <a:custGeom>
                <a:avLst/>
                <a:gdLst>
                  <a:gd name="connsiteX0" fmla="*/ 2176762 w 6434220"/>
                  <a:gd name="connsiteY0" fmla="*/ 319321 h 4686805"/>
                  <a:gd name="connsiteX1" fmla="*/ 411226 w 6434220"/>
                  <a:gd name="connsiteY1" fmla="*/ 962723 h 4686805"/>
                  <a:gd name="connsiteX2" fmla="*/ 92249 w 6434220"/>
                  <a:gd name="connsiteY2" fmla="*/ 2289135 h 4686805"/>
                  <a:gd name="connsiteX3" fmla="*/ 1442850 w 6434220"/>
                  <a:gd name="connsiteY3" fmla="*/ 4014799 h 4686805"/>
                  <a:gd name="connsiteX4" fmla="*/ 3109902 w 6434220"/>
                  <a:gd name="connsiteY4" fmla="*/ 4630956 h 4686805"/>
                  <a:gd name="connsiteX5" fmla="*/ 5945871 w 6434220"/>
                  <a:gd name="connsiteY5" fmla="*/ 4075671 h 4686805"/>
                  <a:gd name="connsiteX6" fmla="*/ 6065488 w 6434220"/>
                  <a:gd name="connsiteY6" fmla="*/ 1998202 h 4686805"/>
                  <a:gd name="connsiteX7" fmla="*/ 4410065 w 6434220"/>
                  <a:gd name="connsiteY7" fmla="*/ 25463 h 4686805"/>
                  <a:gd name="connsiteX8" fmla="*/ 2176762 w 6434220"/>
                  <a:gd name="connsiteY8" fmla="*/ 319321 h 46868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434220" h="4686805">
                    <a:moveTo>
                      <a:pt x="2176762" y="319321"/>
                    </a:moveTo>
                    <a:cubicBezTo>
                      <a:pt x="1346094" y="821111"/>
                      <a:pt x="936541" y="472164"/>
                      <a:pt x="411226" y="962723"/>
                    </a:cubicBezTo>
                    <a:cubicBezTo>
                      <a:pt x="71649" y="1279706"/>
                      <a:pt x="-127579" y="1712651"/>
                      <a:pt x="92249" y="2289135"/>
                    </a:cubicBezTo>
                    <a:cubicBezTo>
                      <a:pt x="689600" y="3855111"/>
                      <a:pt x="643149" y="3695158"/>
                      <a:pt x="1442850" y="4014799"/>
                    </a:cubicBezTo>
                    <a:cubicBezTo>
                      <a:pt x="2242551" y="4334441"/>
                      <a:pt x="2020995" y="4859157"/>
                      <a:pt x="3109902" y="4630956"/>
                    </a:cubicBezTo>
                    <a:cubicBezTo>
                      <a:pt x="4198809" y="4402755"/>
                      <a:pt x="5542698" y="4927605"/>
                      <a:pt x="5945871" y="4075671"/>
                    </a:cubicBezTo>
                    <a:cubicBezTo>
                      <a:pt x="6349045" y="3223737"/>
                      <a:pt x="5303798" y="2468958"/>
                      <a:pt x="6065488" y="1998202"/>
                    </a:cubicBezTo>
                    <a:cubicBezTo>
                      <a:pt x="6827177" y="1527445"/>
                      <a:pt x="6470854" y="71050"/>
                      <a:pt x="4410065" y="25463"/>
                    </a:cubicBezTo>
                    <a:cubicBezTo>
                      <a:pt x="3263144" y="344"/>
                      <a:pt x="2849737" y="-87375"/>
                      <a:pt x="2176762" y="319321"/>
                    </a:cubicBezTo>
                    <a:close/>
                  </a:path>
                </a:pathLst>
              </a:custGeom>
              <a:solidFill>
                <a:srgbClr val="F8F8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10" name="图形 4"/>
            <p:cNvGrpSpPr/>
            <p:nvPr/>
          </p:nvGrpSpPr>
          <p:grpSpPr>
            <a:xfrm>
              <a:off x="4303683" y="1789326"/>
              <a:ext cx="3532002" cy="2458779"/>
              <a:chOff x="4303683" y="1789326"/>
              <a:chExt cx="3532002" cy="2458779"/>
            </a:xfrm>
          </p:grpSpPr>
          <p:sp>
            <p:nvSpPr>
              <p:cNvPr id="11" name="任意多边形: 形状 10"/>
              <p:cNvSpPr/>
              <p:nvPr/>
            </p:nvSpPr>
            <p:spPr>
              <a:xfrm>
                <a:off x="4549560" y="1789326"/>
                <a:ext cx="3286124" cy="2266063"/>
              </a:xfrm>
              <a:custGeom>
                <a:avLst/>
                <a:gdLst>
                  <a:gd name="connsiteX0" fmla="*/ 0 w 3286124"/>
                  <a:gd name="connsiteY0" fmla="*/ 93035 h 2266063"/>
                  <a:gd name="connsiteX1" fmla="*/ 0 w 3286124"/>
                  <a:gd name="connsiteY1" fmla="*/ 2266064 h 2266063"/>
                  <a:gd name="connsiteX2" fmla="*/ 3282802 w 3286124"/>
                  <a:gd name="connsiteY2" fmla="*/ 2266064 h 2266063"/>
                  <a:gd name="connsiteX3" fmla="*/ 3286125 w 3286124"/>
                  <a:gd name="connsiteY3" fmla="*/ 3323 h 2266063"/>
                  <a:gd name="connsiteX4" fmla="*/ 0 w 3286124"/>
                  <a:gd name="connsiteY4" fmla="*/ 0 h 2266063"/>
                  <a:gd name="connsiteX5" fmla="*/ 0 w 3286124"/>
                  <a:gd name="connsiteY5" fmla="*/ 93035 h 22660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286124" h="2266063">
                    <a:moveTo>
                      <a:pt x="0" y="93035"/>
                    </a:moveTo>
                    <a:lnTo>
                      <a:pt x="0" y="2266064"/>
                    </a:lnTo>
                    <a:lnTo>
                      <a:pt x="3282802" y="2266064"/>
                    </a:lnTo>
                    <a:lnTo>
                      <a:pt x="3286125" y="3323"/>
                    </a:lnTo>
                    <a:lnTo>
                      <a:pt x="0" y="0"/>
                    </a:lnTo>
                    <a:lnTo>
                      <a:pt x="0" y="93035"/>
                    </a:lnTo>
                    <a:close/>
                  </a:path>
                </a:pathLst>
              </a:custGeom>
              <a:solidFill>
                <a:srgbClr val="E1E6FB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" name="任意多边形: 形状 11"/>
              <p:cNvSpPr/>
              <p:nvPr/>
            </p:nvSpPr>
            <p:spPr>
              <a:xfrm>
                <a:off x="4303683" y="1982041"/>
                <a:ext cx="3286124" cy="2266063"/>
              </a:xfrm>
              <a:custGeom>
                <a:avLst/>
                <a:gdLst>
                  <a:gd name="connsiteX0" fmla="*/ 0 w 3286124"/>
                  <a:gd name="connsiteY0" fmla="*/ 93035 h 2266063"/>
                  <a:gd name="connsiteX1" fmla="*/ 0 w 3286124"/>
                  <a:gd name="connsiteY1" fmla="*/ 2266064 h 2266063"/>
                  <a:gd name="connsiteX2" fmla="*/ 3282802 w 3286124"/>
                  <a:gd name="connsiteY2" fmla="*/ 2266064 h 2266063"/>
                  <a:gd name="connsiteX3" fmla="*/ 3286125 w 3286124"/>
                  <a:gd name="connsiteY3" fmla="*/ 3323 h 2266063"/>
                  <a:gd name="connsiteX4" fmla="*/ 0 w 3286124"/>
                  <a:gd name="connsiteY4" fmla="*/ 0 h 2266063"/>
                  <a:gd name="connsiteX5" fmla="*/ 0 w 3286124"/>
                  <a:gd name="connsiteY5" fmla="*/ 93035 h 22660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286124" h="2266063">
                    <a:moveTo>
                      <a:pt x="0" y="93035"/>
                    </a:moveTo>
                    <a:lnTo>
                      <a:pt x="0" y="2266064"/>
                    </a:lnTo>
                    <a:lnTo>
                      <a:pt x="3282802" y="2266064"/>
                    </a:lnTo>
                    <a:lnTo>
                      <a:pt x="3286125" y="3323"/>
                    </a:lnTo>
                    <a:lnTo>
                      <a:pt x="0" y="0"/>
                    </a:lnTo>
                    <a:lnTo>
                      <a:pt x="0" y="93035"/>
                    </a:lnTo>
                    <a:close/>
                  </a:path>
                </a:pathLst>
              </a:custGeom>
              <a:solidFill>
                <a:srgbClr val="EAEDFB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" name="任意多边形: 形状 12"/>
              <p:cNvSpPr/>
              <p:nvPr/>
            </p:nvSpPr>
            <p:spPr>
              <a:xfrm>
                <a:off x="4400040" y="2158143"/>
                <a:ext cx="99680" cy="99680"/>
              </a:xfrm>
              <a:custGeom>
                <a:avLst/>
                <a:gdLst>
                  <a:gd name="connsiteX0" fmla="*/ 49840 w 99680"/>
                  <a:gd name="connsiteY0" fmla="*/ 0 h 99680"/>
                  <a:gd name="connsiteX1" fmla="*/ 99680 w 99680"/>
                  <a:gd name="connsiteY1" fmla="*/ 0 h 99680"/>
                  <a:gd name="connsiteX2" fmla="*/ 99680 w 99680"/>
                  <a:gd name="connsiteY2" fmla="*/ 99680 h 99680"/>
                  <a:gd name="connsiteX3" fmla="*/ 49840 w 99680"/>
                  <a:gd name="connsiteY3" fmla="*/ 99680 h 99680"/>
                  <a:gd name="connsiteX4" fmla="*/ 49840 w 99680"/>
                  <a:gd name="connsiteY4" fmla="*/ 99680 h 99680"/>
                  <a:gd name="connsiteX5" fmla="*/ 0 w 99680"/>
                  <a:gd name="connsiteY5" fmla="*/ 99680 h 99680"/>
                  <a:gd name="connsiteX6" fmla="*/ 0 w 99680"/>
                  <a:gd name="connsiteY6" fmla="*/ 0 h 99680"/>
                  <a:gd name="connsiteX7" fmla="*/ 49840 w 99680"/>
                  <a:gd name="connsiteY7" fmla="*/ 0 h 99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9680" h="99680">
                    <a:moveTo>
                      <a:pt x="49840" y="0"/>
                    </a:moveTo>
                    <a:cubicBezTo>
                      <a:pt x="77366" y="0"/>
                      <a:pt x="99680" y="0"/>
                      <a:pt x="99680" y="0"/>
                    </a:cubicBezTo>
                    <a:lnTo>
                      <a:pt x="99680" y="99680"/>
                    </a:lnTo>
                    <a:cubicBezTo>
                      <a:pt x="99680" y="99680"/>
                      <a:pt x="77366" y="99680"/>
                      <a:pt x="49840" y="99680"/>
                    </a:cubicBezTo>
                    <a:lnTo>
                      <a:pt x="49840" y="99680"/>
                    </a:lnTo>
                    <a:cubicBezTo>
                      <a:pt x="22314" y="99680"/>
                      <a:pt x="0" y="99680"/>
                      <a:pt x="0" y="99680"/>
                    </a:cubicBezTo>
                    <a:lnTo>
                      <a:pt x="0" y="0"/>
                    </a:lnTo>
                    <a:cubicBezTo>
                      <a:pt x="0" y="0"/>
                      <a:pt x="22314" y="0"/>
                      <a:pt x="49840" y="0"/>
                    </a:cubicBez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4" name="任意多边形: 形状 13"/>
              <p:cNvSpPr/>
              <p:nvPr/>
            </p:nvSpPr>
            <p:spPr>
              <a:xfrm>
                <a:off x="4552883" y="2158143"/>
                <a:ext cx="99680" cy="99680"/>
              </a:xfrm>
              <a:custGeom>
                <a:avLst/>
                <a:gdLst>
                  <a:gd name="connsiteX0" fmla="*/ 49840 w 99680"/>
                  <a:gd name="connsiteY0" fmla="*/ 0 h 99680"/>
                  <a:gd name="connsiteX1" fmla="*/ 99680 w 99680"/>
                  <a:gd name="connsiteY1" fmla="*/ 0 h 99680"/>
                  <a:gd name="connsiteX2" fmla="*/ 99680 w 99680"/>
                  <a:gd name="connsiteY2" fmla="*/ 99680 h 99680"/>
                  <a:gd name="connsiteX3" fmla="*/ 49840 w 99680"/>
                  <a:gd name="connsiteY3" fmla="*/ 99680 h 99680"/>
                  <a:gd name="connsiteX4" fmla="*/ 49840 w 99680"/>
                  <a:gd name="connsiteY4" fmla="*/ 99680 h 99680"/>
                  <a:gd name="connsiteX5" fmla="*/ 0 w 99680"/>
                  <a:gd name="connsiteY5" fmla="*/ 99680 h 99680"/>
                  <a:gd name="connsiteX6" fmla="*/ 0 w 99680"/>
                  <a:gd name="connsiteY6" fmla="*/ 0 h 99680"/>
                  <a:gd name="connsiteX7" fmla="*/ 49840 w 99680"/>
                  <a:gd name="connsiteY7" fmla="*/ 0 h 99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9680" h="99680">
                    <a:moveTo>
                      <a:pt x="49840" y="0"/>
                    </a:moveTo>
                    <a:cubicBezTo>
                      <a:pt x="77366" y="0"/>
                      <a:pt x="99680" y="0"/>
                      <a:pt x="99680" y="0"/>
                    </a:cubicBezTo>
                    <a:lnTo>
                      <a:pt x="99680" y="99680"/>
                    </a:lnTo>
                    <a:cubicBezTo>
                      <a:pt x="99680" y="99680"/>
                      <a:pt x="77366" y="99680"/>
                      <a:pt x="49840" y="99680"/>
                    </a:cubicBezTo>
                    <a:lnTo>
                      <a:pt x="49840" y="99680"/>
                    </a:lnTo>
                    <a:cubicBezTo>
                      <a:pt x="22314" y="99680"/>
                      <a:pt x="0" y="99680"/>
                      <a:pt x="0" y="99680"/>
                    </a:cubicBezTo>
                    <a:lnTo>
                      <a:pt x="0" y="0"/>
                    </a:lnTo>
                    <a:cubicBezTo>
                      <a:pt x="0" y="0"/>
                      <a:pt x="22314" y="0"/>
                      <a:pt x="49840" y="0"/>
                    </a:cubicBez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5" name="任意多边形: 形状 14"/>
              <p:cNvSpPr/>
              <p:nvPr/>
            </p:nvSpPr>
            <p:spPr>
              <a:xfrm>
                <a:off x="4705726" y="2158143"/>
                <a:ext cx="99680" cy="99680"/>
              </a:xfrm>
              <a:custGeom>
                <a:avLst/>
                <a:gdLst>
                  <a:gd name="connsiteX0" fmla="*/ 49840 w 99680"/>
                  <a:gd name="connsiteY0" fmla="*/ 0 h 99680"/>
                  <a:gd name="connsiteX1" fmla="*/ 99680 w 99680"/>
                  <a:gd name="connsiteY1" fmla="*/ 0 h 99680"/>
                  <a:gd name="connsiteX2" fmla="*/ 99680 w 99680"/>
                  <a:gd name="connsiteY2" fmla="*/ 99680 h 99680"/>
                  <a:gd name="connsiteX3" fmla="*/ 49840 w 99680"/>
                  <a:gd name="connsiteY3" fmla="*/ 99680 h 99680"/>
                  <a:gd name="connsiteX4" fmla="*/ 49840 w 99680"/>
                  <a:gd name="connsiteY4" fmla="*/ 99680 h 99680"/>
                  <a:gd name="connsiteX5" fmla="*/ 0 w 99680"/>
                  <a:gd name="connsiteY5" fmla="*/ 99680 h 99680"/>
                  <a:gd name="connsiteX6" fmla="*/ 0 w 99680"/>
                  <a:gd name="connsiteY6" fmla="*/ 0 h 99680"/>
                  <a:gd name="connsiteX7" fmla="*/ 49840 w 99680"/>
                  <a:gd name="connsiteY7" fmla="*/ 0 h 99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9680" h="99680">
                    <a:moveTo>
                      <a:pt x="49840" y="0"/>
                    </a:moveTo>
                    <a:cubicBezTo>
                      <a:pt x="77366" y="0"/>
                      <a:pt x="99680" y="0"/>
                      <a:pt x="99680" y="0"/>
                    </a:cubicBezTo>
                    <a:lnTo>
                      <a:pt x="99680" y="99680"/>
                    </a:lnTo>
                    <a:cubicBezTo>
                      <a:pt x="99680" y="99680"/>
                      <a:pt x="77366" y="99680"/>
                      <a:pt x="49840" y="99680"/>
                    </a:cubicBezTo>
                    <a:lnTo>
                      <a:pt x="49840" y="99680"/>
                    </a:lnTo>
                    <a:cubicBezTo>
                      <a:pt x="22314" y="99680"/>
                      <a:pt x="0" y="99680"/>
                      <a:pt x="0" y="99680"/>
                    </a:cubicBezTo>
                    <a:lnTo>
                      <a:pt x="0" y="0"/>
                    </a:lnTo>
                    <a:cubicBezTo>
                      <a:pt x="0" y="0"/>
                      <a:pt x="22314" y="0"/>
                      <a:pt x="49840" y="0"/>
                    </a:cubicBez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grpSp>
            <p:nvGrpSpPr>
              <p:cNvPr id="16" name="图形 4"/>
              <p:cNvGrpSpPr/>
              <p:nvPr/>
            </p:nvGrpSpPr>
            <p:grpSpPr>
              <a:xfrm>
                <a:off x="4479784" y="2483765"/>
                <a:ext cx="2272709" cy="1528430"/>
                <a:chOff x="4479784" y="2483765"/>
                <a:chExt cx="2272709" cy="1528430"/>
              </a:xfrm>
              <a:solidFill>
                <a:srgbClr val="FFFFFF"/>
              </a:solidFill>
            </p:grpSpPr>
            <p:grpSp>
              <p:nvGrpSpPr>
                <p:cNvPr id="17" name="图形 4"/>
                <p:cNvGrpSpPr/>
                <p:nvPr/>
              </p:nvGrpSpPr>
              <p:grpSpPr>
                <a:xfrm>
                  <a:off x="4479784" y="2483765"/>
                  <a:ext cx="684470" cy="677825"/>
                  <a:chOff x="4479784" y="2483765"/>
                  <a:chExt cx="684470" cy="677825"/>
                </a:xfrm>
                <a:solidFill>
                  <a:srgbClr val="FFFFFF"/>
                </a:solidFill>
              </p:grpSpPr>
              <p:sp>
                <p:nvSpPr>
                  <p:cNvPr id="18" name="任意多边形: 形状 17"/>
                  <p:cNvSpPr/>
                  <p:nvPr/>
                </p:nvSpPr>
                <p:spPr>
                  <a:xfrm>
                    <a:off x="4479784" y="2483765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9" name="任意多边形: 形状 18"/>
                  <p:cNvSpPr/>
                  <p:nvPr/>
                </p:nvSpPr>
                <p:spPr>
                  <a:xfrm>
                    <a:off x="4539592" y="2483765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0" name="任意多边形: 形状 19"/>
                  <p:cNvSpPr/>
                  <p:nvPr/>
                </p:nvSpPr>
                <p:spPr>
                  <a:xfrm>
                    <a:off x="4592755" y="2483765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1" name="任意多边形: 形状 20"/>
                  <p:cNvSpPr/>
                  <p:nvPr/>
                </p:nvSpPr>
                <p:spPr>
                  <a:xfrm>
                    <a:off x="4652563" y="2483765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2" name="任意多边形: 形状 21"/>
                  <p:cNvSpPr/>
                  <p:nvPr/>
                </p:nvSpPr>
                <p:spPr>
                  <a:xfrm>
                    <a:off x="4705726" y="2483765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3" name="任意多边形: 形状 22"/>
                  <p:cNvSpPr/>
                  <p:nvPr/>
                </p:nvSpPr>
                <p:spPr>
                  <a:xfrm>
                    <a:off x="4765534" y="2483765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4" name="任意多边形: 形状 23"/>
                  <p:cNvSpPr/>
                  <p:nvPr/>
                </p:nvSpPr>
                <p:spPr>
                  <a:xfrm>
                    <a:off x="4818697" y="2483765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5" name="任意多边形: 形状 24"/>
                  <p:cNvSpPr/>
                  <p:nvPr/>
                </p:nvSpPr>
                <p:spPr>
                  <a:xfrm>
                    <a:off x="4871860" y="2483765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6" name="任意多边形: 形状 25"/>
                  <p:cNvSpPr/>
                  <p:nvPr/>
                </p:nvSpPr>
                <p:spPr>
                  <a:xfrm>
                    <a:off x="4925023" y="2483765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7" name="任意多边形: 形状 26"/>
                  <p:cNvSpPr/>
                  <p:nvPr/>
                </p:nvSpPr>
                <p:spPr>
                  <a:xfrm>
                    <a:off x="4984831" y="2483765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8" name="任意多边形: 形状 27"/>
                  <p:cNvSpPr/>
                  <p:nvPr/>
                </p:nvSpPr>
                <p:spPr>
                  <a:xfrm>
                    <a:off x="5037994" y="2483765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9" name="任意多边形: 形状 28"/>
                  <p:cNvSpPr/>
                  <p:nvPr/>
                </p:nvSpPr>
                <p:spPr>
                  <a:xfrm>
                    <a:off x="5097802" y="2483765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0" name="任意多边形: 形状 29"/>
                  <p:cNvSpPr/>
                  <p:nvPr/>
                </p:nvSpPr>
                <p:spPr>
                  <a:xfrm>
                    <a:off x="5150965" y="2483765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1" name="任意多边形: 形状 30"/>
                  <p:cNvSpPr/>
                  <p:nvPr/>
                </p:nvSpPr>
                <p:spPr>
                  <a:xfrm>
                    <a:off x="4479784" y="2483765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2" name="任意多边形: 形状 31"/>
                  <p:cNvSpPr/>
                  <p:nvPr/>
                </p:nvSpPr>
                <p:spPr>
                  <a:xfrm>
                    <a:off x="4479784" y="2550219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3" name="任意多边形: 形状 32"/>
                  <p:cNvSpPr/>
                  <p:nvPr/>
                </p:nvSpPr>
                <p:spPr>
                  <a:xfrm>
                    <a:off x="4479784" y="2616672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4" name="任意多边形: 形状 33"/>
                  <p:cNvSpPr/>
                  <p:nvPr/>
                </p:nvSpPr>
                <p:spPr>
                  <a:xfrm>
                    <a:off x="4479784" y="2683126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5" name="任意多边形: 形状 34"/>
                  <p:cNvSpPr/>
                  <p:nvPr/>
                </p:nvSpPr>
                <p:spPr>
                  <a:xfrm>
                    <a:off x="4479784" y="2749579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6" name="任意多边形: 形状 35"/>
                  <p:cNvSpPr/>
                  <p:nvPr/>
                </p:nvSpPr>
                <p:spPr>
                  <a:xfrm>
                    <a:off x="4479784" y="2816033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7" name="任意多边形: 形状 36"/>
                  <p:cNvSpPr/>
                  <p:nvPr/>
                </p:nvSpPr>
                <p:spPr>
                  <a:xfrm>
                    <a:off x="4479784" y="2882486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8" name="任意多边形: 形状 37"/>
                  <p:cNvSpPr/>
                  <p:nvPr/>
                </p:nvSpPr>
                <p:spPr>
                  <a:xfrm>
                    <a:off x="4479784" y="2948940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9" name="任意多边形: 形状 38"/>
                  <p:cNvSpPr/>
                  <p:nvPr/>
                </p:nvSpPr>
                <p:spPr>
                  <a:xfrm>
                    <a:off x="4479784" y="3015393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0" name="任意多边形: 形状 39"/>
                  <p:cNvSpPr/>
                  <p:nvPr/>
                </p:nvSpPr>
                <p:spPr>
                  <a:xfrm>
                    <a:off x="4479784" y="3081846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1" name="任意多边形: 形状 40"/>
                  <p:cNvSpPr/>
                  <p:nvPr/>
                </p:nvSpPr>
                <p:spPr>
                  <a:xfrm>
                    <a:off x="4479784" y="3148300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</p:grpSp>
            <p:grpSp>
              <p:nvGrpSpPr>
                <p:cNvPr id="42" name="图形 4"/>
                <p:cNvGrpSpPr/>
                <p:nvPr/>
              </p:nvGrpSpPr>
              <p:grpSpPr>
                <a:xfrm>
                  <a:off x="5317098" y="3334370"/>
                  <a:ext cx="684470" cy="677825"/>
                  <a:chOff x="5317098" y="3334370"/>
                  <a:chExt cx="684470" cy="677825"/>
                </a:xfrm>
                <a:solidFill>
                  <a:srgbClr val="FFFFFF"/>
                </a:solidFill>
              </p:grpSpPr>
              <p:sp>
                <p:nvSpPr>
                  <p:cNvPr id="43" name="任意多边形: 形状 42"/>
                  <p:cNvSpPr/>
                  <p:nvPr/>
                </p:nvSpPr>
                <p:spPr>
                  <a:xfrm>
                    <a:off x="5317098" y="3334370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4" name="任意多边形: 形状 43"/>
                  <p:cNvSpPr/>
                  <p:nvPr/>
                </p:nvSpPr>
                <p:spPr>
                  <a:xfrm>
                    <a:off x="5376906" y="3334370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5" name="任意多边形: 形状 44"/>
                  <p:cNvSpPr/>
                  <p:nvPr/>
                </p:nvSpPr>
                <p:spPr>
                  <a:xfrm>
                    <a:off x="5430069" y="3334370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6" name="任意多边形: 形状 45"/>
                  <p:cNvSpPr/>
                  <p:nvPr/>
                </p:nvSpPr>
                <p:spPr>
                  <a:xfrm>
                    <a:off x="5489877" y="3334370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7" name="任意多边形: 形状 46"/>
                  <p:cNvSpPr/>
                  <p:nvPr/>
                </p:nvSpPr>
                <p:spPr>
                  <a:xfrm>
                    <a:off x="5543040" y="3334370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8" name="任意多边形: 形状 47"/>
                  <p:cNvSpPr/>
                  <p:nvPr/>
                </p:nvSpPr>
                <p:spPr>
                  <a:xfrm>
                    <a:off x="5602848" y="3334370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9" name="任意多边形: 形状 48"/>
                  <p:cNvSpPr/>
                  <p:nvPr/>
                </p:nvSpPr>
                <p:spPr>
                  <a:xfrm>
                    <a:off x="5656011" y="3334370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0" name="任意多边形: 形状 49"/>
                  <p:cNvSpPr/>
                  <p:nvPr/>
                </p:nvSpPr>
                <p:spPr>
                  <a:xfrm>
                    <a:off x="5709174" y="3334370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1" name="任意多边形: 形状 50"/>
                  <p:cNvSpPr/>
                  <p:nvPr/>
                </p:nvSpPr>
                <p:spPr>
                  <a:xfrm>
                    <a:off x="5762337" y="3334370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2" name="任意多边形: 形状 51"/>
                  <p:cNvSpPr/>
                  <p:nvPr/>
                </p:nvSpPr>
                <p:spPr>
                  <a:xfrm>
                    <a:off x="5822145" y="3334370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3" name="任意多边形: 形状 52"/>
                  <p:cNvSpPr/>
                  <p:nvPr/>
                </p:nvSpPr>
                <p:spPr>
                  <a:xfrm>
                    <a:off x="5875307" y="3334370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4" name="任意多边形: 形状 53"/>
                  <p:cNvSpPr/>
                  <p:nvPr/>
                </p:nvSpPr>
                <p:spPr>
                  <a:xfrm>
                    <a:off x="5935116" y="3334370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5" name="任意多边形: 形状 54"/>
                  <p:cNvSpPr/>
                  <p:nvPr/>
                </p:nvSpPr>
                <p:spPr>
                  <a:xfrm>
                    <a:off x="5988278" y="3334370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6" name="任意多边形: 形状 55"/>
                  <p:cNvSpPr/>
                  <p:nvPr/>
                </p:nvSpPr>
                <p:spPr>
                  <a:xfrm>
                    <a:off x="5317098" y="3334370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7" name="任意多边形: 形状 56"/>
                  <p:cNvSpPr/>
                  <p:nvPr/>
                </p:nvSpPr>
                <p:spPr>
                  <a:xfrm>
                    <a:off x="5317098" y="3400823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8" name="任意多边形: 形状 57"/>
                  <p:cNvSpPr/>
                  <p:nvPr/>
                </p:nvSpPr>
                <p:spPr>
                  <a:xfrm>
                    <a:off x="5317098" y="3467277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9" name="任意多边形: 形状 58"/>
                  <p:cNvSpPr/>
                  <p:nvPr/>
                </p:nvSpPr>
                <p:spPr>
                  <a:xfrm>
                    <a:off x="5317098" y="3533730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0" name="任意多边形: 形状 59"/>
                  <p:cNvSpPr/>
                  <p:nvPr/>
                </p:nvSpPr>
                <p:spPr>
                  <a:xfrm>
                    <a:off x="5317098" y="3600184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1" name="任意多边形: 形状 60"/>
                  <p:cNvSpPr/>
                  <p:nvPr/>
                </p:nvSpPr>
                <p:spPr>
                  <a:xfrm>
                    <a:off x="5317098" y="3666637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2" name="任意多边形: 形状 61"/>
                  <p:cNvSpPr/>
                  <p:nvPr/>
                </p:nvSpPr>
                <p:spPr>
                  <a:xfrm>
                    <a:off x="5317098" y="3733091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3" name="任意多边形: 形状 62"/>
                  <p:cNvSpPr/>
                  <p:nvPr/>
                </p:nvSpPr>
                <p:spPr>
                  <a:xfrm>
                    <a:off x="5317098" y="3799544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4" name="任意多边形: 形状 63"/>
                  <p:cNvSpPr/>
                  <p:nvPr/>
                </p:nvSpPr>
                <p:spPr>
                  <a:xfrm>
                    <a:off x="5317098" y="3865998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5" name="任意多边形: 形状 64"/>
                  <p:cNvSpPr/>
                  <p:nvPr/>
                </p:nvSpPr>
                <p:spPr>
                  <a:xfrm>
                    <a:off x="5317098" y="3932451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6" name="任意多边形: 形状 65"/>
                  <p:cNvSpPr/>
                  <p:nvPr/>
                </p:nvSpPr>
                <p:spPr>
                  <a:xfrm>
                    <a:off x="5317098" y="3998905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</p:grpSp>
            <p:grpSp>
              <p:nvGrpSpPr>
                <p:cNvPr id="67" name="图形 4"/>
                <p:cNvGrpSpPr/>
                <p:nvPr/>
              </p:nvGrpSpPr>
              <p:grpSpPr>
                <a:xfrm>
                  <a:off x="6068023" y="2556864"/>
                  <a:ext cx="684470" cy="677825"/>
                  <a:chOff x="6068023" y="2556864"/>
                  <a:chExt cx="684470" cy="677825"/>
                </a:xfrm>
                <a:solidFill>
                  <a:srgbClr val="FFFFFF"/>
                </a:solidFill>
              </p:grpSpPr>
              <p:sp>
                <p:nvSpPr>
                  <p:cNvPr id="68" name="任意多边形: 形状 67"/>
                  <p:cNvSpPr/>
                  <p:nvPr/>
                </p:nvSpPr>
                <p:spPr>
                  <a:xfrm>
                    <a:off x="6068023" y="2556864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9" name="任意多边形: 形状 68"/>
                  <p:cNvSpPr/>
                  <p:nvPr/>
                </p:nvSpPr>
                <p:spPr>
                  <a:xfrm>
                    <a:off x="6127831" y="2556864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0" name="任意多边形: 形状 69"/>
                  <p:cNvSpPr/>
                  <p:nvPr/>
                </p:nvSpPr>
                <p:spPr>
                  <a:xfrm>
                    <a:off x="6180994" y="2556864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1" name="任意多边形: 形状 70"/>
                  <p:cNvSpPr/>
                  <p:nvPr/>
                </p:nvSpPr>
                <p:spPr>
                  <a:xfrm>
                    <a:off x="6240802" y="2556864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2" name="任意多边形: 形状 71"/>
                  <p:cNvSpPr/>
                  <p:nvPr/>
                </p:nvSpPr>
                <p:spPr>
                  <a:xfrm>
                    <a:off x="6293964" y="2556864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3" name="任意多边形: 形状 72"/>
                  <p:cNvSpPr/>
                  <p:nvPr/>
                </p:nvSpPr>
                <p:spPr>
                  <a:xfrm>
                    <a:off x="6353773" y="2556864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4" name="任意多边形: 形状 73"/>
                  <p:cNvSpPr/>
                  <p:nvPr/>
                </p:nvSpPr>
                <p:spPr>
                  <a:xfrm>
                    <a:off x="6406935" y="2556864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5" name="任意多边形: 形状 74"/>
                  <p:cNvSpPr/>
                  <p:nvPr/>
                </p:nvSpPr>
                <p:spPr>
                  <a:xfrm>
                    <a:off x="6460098" y="2556864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6" name="任意多边形: 形状 75"/>
                  <p:cNvSpPr/>
                  <p:nvPr/>
                </p:nvSpPr>
                <p:spPr>
                  <a:xfrm>
                    <a:off x="6513261" y="2556864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7" name="任意多边形: 形状 76"/>
                  <p:cNvSpPr/>
                  <p:nvPr/>
                </p:nvSpPr>
                <p:spPr>
                  <a:xfrm>
                    <a:off x="6573069" y="2556864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8" name="任意多边形: 形状 77"/>
                  <p:cNvSpPr/>
                  <p:nvPr/>
                </p:nvSpPr>
                <p:spPr>
                  <a:xfrm>
                    <a:off x="6626232" y="2556864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9" name="任意多边形: 形状 78"/>
                  <p:cNvSpPr/>
                  <p:nvPr/>
                </p:nvSpPr>
                <p:spPr>
                  <a:xfrm>
                    <a:off x="6686040" y="2556864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0" name="任意多边形: 形状 79"/>
                  <p:cNvSpPr/>
                  <p:nvPr/>
                </p:nvSpPr>
                <p:spPr>
                  <a:xfrm>
                    <a:off x="6739203" y="2556864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1" name="任意多边形: 形状 80"/>
                  <p:cNvSpPr/>
                  <p:nvPr/>
                </p:nvSpPr>
                <p:spPr>
                  <a:xfrm>
                    <a:off x="6068023" y="2556864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2" name="任意多边形: 形状 81"/>
                  <p:cNvSpPr/>
                  <p:nvPr/>
                </p:nvSpPr>
                <p:spPr>
                  <a:xfrm>
                    <a:off x="6068023" y="2623317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3" name="任意多边形: 形状 82"/>
                  <p:cNvSpPr/>
                  <p:nvPr/>
                </p:nvSpPr>
                <p:spPr>
                  <a:xfrm>
                    <a:off x="6068023" y="2689771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4" name="任意多边形: 形状 83"/>
                  <p:cNvSpPr/>
                  <p:nvPr/>
                </p:nvSpPr>
                <p:spPr>
                  <a:xfrm>
                    <a:off x="6068023" y="2756224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5" name="任意多边形: 形状 84"/>
                  <p:cNvSpPr/>
                  <p:nvPr/>
                </p:nvSpPr>
                <p:spPr>
                  <a:xfrm>
                    <a:off x="6068023" y="2822678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6" name="任意多边形: 形状 85"/>
                  <p:cNvSpPr/>
                  <p:nvPr/>
                </p:nvSpPr>
                <p:spPr>
                  <a:xfrm>
                    <a:off x="6068023" y="2889131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7" name="任意多边形: 形状 86"/>
                  <p:cNvSpPr/>
                  <p:nvPr/>
                </p:nvSpPr>
                <p:spPr>
                  <a:xfrm>
                    <a:off x="6068023" y="2955585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8" name="任意多边形: 形状 87"/>
                  <p:cNvSpPr/>
                  <p:nvPr/>
                </p:nvSpPr>
                <p:spPr>
                  <a:xfrm>
                    <a:off x="6068023" y="3022038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9" name="任意多边形: 形状 88"/>
                  <p:cNvSpPr/>
                  <p:nvPr/>
                </p:nvSpPr>
                <p:spPr>
                  <a:xfrm>
                    <a:off x="6068023" y="3088492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0" name="任意多边形: 形状 89"/>
                  <p:cNvSpPr/>
                  <p:nvPr/>
                </p:nvSpPr>
                <p:spPr>
                  <a:xfrm>
                    <a:off x="6068023" y="3154945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1" name="任意多边形: 形状 90"/>
                  <p:cNvSpPr/>
                  <p:nvPr/>
                </p:nvSpPr>
                <p:spPr>
                  <a:xfrm>
                    <a:off x="6068023" y="3221399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</p:grpSp>
          </p:grpSp>
          <p:sp>
            <p:nvSpPr>
              <p:cNvPr id="92" name="任意多边形: 形状 91"/>
              <p:cNvSpPr/>
              <p:nvPr/>
            </p:nvSpPr>
            <p:spPr>
              <a:xfrm>
                <a:off x="4805406" y="2696416"/>
                <a:ext cx="976866" cy="677825"/>
              </a:xfrm>
              <a:custGeom>
                <a:avLst/>
                <a:gdLst>
                  <a:gd name="connsiteX0" fmla="*/ 0 w 976866"/>
                  <a:gd name="connsiteY0" fmla="*/ 0 h 677825"/>
                  <a:gd name="connsiteX1" fmla="*/ 976866 w 976866"/>
                  <a:gd name="connsiteY1" fmla="*/ 0 h 677825"/>
                  <a:gd name="connsiteX2" fmla="*/ 976866 w 976866"/>
                  <a:gd name="connsiteY2" fmla="*/ 677826 h 677825"/>
                  <a:gd name="connsiteX3" fmla="*/ 0 w 976866"/>
                  <a:gd name="connsiteY3" fmla="*/ 677826 h 677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76866" h="677825">
                    <a:moveTo>
                      <a:pt x="0" y="0"/>
                    </a:moveTo>
                    <a:lnTo>
                      <a:pt x="976866" y="0"/>
                    </a:lnTo>
                    <a:lnTo>
                      <a:pt x="976866" y="677826"/>
                    </a:lnTo>
                    <a:lnTo>
                      <a:pt x="0" y="677826"/>
                    </a:ln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3" name="任意多边形: 形状 92"/>
              <p:cNvSpPr/>
              <p:nvPr/>
            </p:nvSpPr>
            <p:spPr>
              <a:xfrm>
                <a:off x="4905087" y="2782806"/>
                <a:ext cx="976866" cy="677825"/>
              </a:xfrm>
              <a:custGeom>
                <a:avLst/>
                <a:gdLst>
                  <a:gd name="connsiteX0" fmla="*/ 0 w 976866"/>
                  <a:gd name="connsiteY0" fmla="*/ 0 h 677825"/>
                  <a:gd name="connsiteX1" fmla="*/ 976866 w 976866"/>
                  <a:gd name="connsiteY1" fmla="*/ 0 h 677825"/>
                  <a:gd name="connsiteX2" fmla="*/ 976866 w 976866"/>
                  <a:gd name="connsiteY2" fmla="*/ 677826 h 677825"/>
                  <a:gd name="connsiteX3" fmla="*/ 0 w 976866"/>
                  <a:gd name="connsiteY3" fmla="*/ 677826 h 677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76866" h="677825">
                    <a:moveTo>
                      <a:pt x="0" y="0"/>
                    </a:moveTo>
                    <a:lnTo>
                      <a:pt x="976866" y="0"/>
                    </a:lnTo>
                    <a:lnTo>
                      <a:pt x="976866" y="677826"/>
                    </a:lnTo>
                    <a:lnTo>
                      <a:pt x="0" y="677826"/>
                    </a:lnTo>
                    <a:close/>
                  </a:path>
                </a:pathLst>
              </a:custGeom>
              <a:solidFill>
                <a:srgbClr val="E1E6FB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4" name="任意多边形: 形状 93"/>
              <p:cNvSpPr/>
              <p:nvPr/>
            </p:nvSpPr>
            <p:spPr>
              <a:xfrm>
                <a:off x="5104447" y="2875841"/>
                <a:ext cx="558209" cy="13290"/>
              </a:xfrm>
              <a:custGeom>
                <a:avLst/>
                <a:gdLst>
                  <a:gd name="connsiteX0" fmla="*/ 0 w 558209"/>
                  <a:gd name="connsiteY0" fmla="*/ 0 h 13290"/>
                  <a:gd name="connsiteX1" fmla="*/ 558209 w 558209"/>
                  <a:gd name="connsiteY1" fmla="*/ 0 h 13290"/>
                  <a:gd name="connsiteX2" fmla="*/ 558209 w 558209"/>
                  <a:gd name="connsiteY2" fmla="*/ 13291 h 13290"/>
                  <a:gd name="connsiteX3" fmla="*/ 0 w 558209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58209" h="13290">
                    <a:moveTo>
                      <a:pt x="0" y="0"/>
                    </a:moveTo>
                    <a:lnTo>
                      <a:pt x="558209" y="0"/>
                    </a:lnTo>
                    <a:lnTo>
                      <a:pt x="558209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5" name="任意多边形: 形状 94"/>
              <p:cNvSpPr/>
              <p:nvPr/>
            </p:nvSpPr>
            <p:spPr>
              <a:xfrm>
                <a:off x="5104447" y="2909067"/>
                <a:ext cx="458529" cy="13290"/>
              </a:xfrm>
              <a:custGeom>
                <a:avLst/>
                <a:gdLst>
                  <a:gd name="connsiteX0" fmla="*/ 0 w 458529"/>
                  <a:gd name="connsiteY0" fmla="*/ 0 h 13290"/>
                  <a:gd name="connsiteX1" fmla="*/ 458529 w 458529"/>
                  <a:gd name="connsiteY1" fmla="*/ 0 h 13290"/>
                  <a:gd name="connsiteX2" fmla="*/ 458529 w 458529"/>
                  <a:gd name="connsiteY2" fmla="*/ 13291 h 13290"/>
                  <a:gd name="connsiteX3" fmla="*/ 0 w 458529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58529" h="13290">
                    <a:moveTo>
                      <a:pt x="0" y="0"/>
                    </a:moveTo>
                    <a:lnTo>
                      <a:pt x="458529" y="0"/>
                    </a:lnTo>
                    <a:lnTo>
                      <a:pt x="458529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6" name="任意多边形: 形状 95"/>
              <p:cNvSpPr/>
              <p:nvPr/>
            </p:nvSpPr>
            <p:spPr>
              <a:xfrm>
                <a:off x="5104447" y="2935649"/>
                <a:ext cx="604726" cy="13290"/>
              </a:xfrm>
              <a:custGeom>
                <a:avLst/>
                <a:gdLst>
                  <a:gd name="connsiteX0" fmla="*/ 0 w 604726"/>
                  <a:gd name="connsiteY0" fmla="*/ 0 h 13290"/>
                  <a:gd name="connsiteX1" fmla="*/ 604727 w 604726"/>
                  <a:gd name="connsiteY1" fmla="*/ 0 h 13290"/>
                  <a:gd name="connsiteX2" fmla="*/ 604727 w 604726"/>
                  <a:gd name="connsiteY2" fmla="*/ 13291 h 13290"/>
                  <a:gd name="connsiteX3" fmla="*/ 0 w 604726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04726" h="13290">
                    <a:moveTo>
                      <a:pt x="0" y="0"/>
                    </a:moveTo>
                    <a:lnTo>
                      <a:pt x="604727" y="0"/>
                    </a:lnTo>
                    <a:lnTo>
                      <a:pt x="604727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7" name="任意多边形: 形状 96"/>
              <p:cNvSpPr/>
              <p:nvPr/>
            </p:nvSpPr>
            <p:spPr>
              <a:xfrm>
                <a:off x="5104447" y="3022038"/>
                <a:ext cx="265813" cy="13290"/>
              </a:xfrm>
              <a:custGeom>
                <a:avLst/>
                <a:gdLst>
                  <a:gd name="connsiteX0" fmla="*/ 0 w 265813"/>
                  <a:gd name="connsiteY0" fmla="*/ 0 h 13290"/>
                  <a:gd name="connsiteX1" fmla="*/ 265814 w 265813"/>
                  <a:gd name="connsiteY1" fmla="*/ 0 h 13290"/>
                  <a:gd name="connsiteX2" fmla="*/ 265814 w 265813"/>
                  <a:gd name="connsiteY2" fmla="*/ 13291 h 13290"/>
                  <a:gd name="connsiteX3" fmla="*/ 0 w 265813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5813" h="13290">
                    <a:moveTo>
                      <a:pt x="0" y="0"/>
                    </a:moveTo>
                    <a:lnTo>
                      <a:pt x="265814" y="0"/>
                    </a:lnTo>
                    <a:lnTo>
                      <a:pt x="265814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8" name="任意多边形: 形状 97"/>
              <p:cNvSpPr/>
              <p:nvPr/>
            </p:nvSpPr>
            <p:spPr>
              <a:xfrm>
                <a:off x="5104447" y="3055265"/>
                <a:ext cx="405366" cy="13290"/>
              </a:xfrm>
              <a:custGeom>
                <a:avLst/>
                <a:gdLst>
                  <a:gd name="connsiteX0" fmla="*/ 0 w 405366"/>
                  <a:gd name="connsiteY0" fmla="*/ 0 h 13290"/>
                  <a:gd name="connsiteX1" fmla="*/ 405366 w 405366"/>
                  <a:gd name="connsiteY1" fmla="*/ 0 h 13290"/>
                  <a:gd name="connsiteX2" fmla="*/ 405366 w 405366"/>
                  <a:gd name="connsiteY2" fmla="*/ 13291 h 13290"/>
                  <a:gd name="connsiteX3" fmla="*/ 0 w 405366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05366" h="13290">
                    <a:moveTo>
                      <a:pt x="0" y="0"/>
                    </a:moveTo>
                    <a:lnTo>
                      <a:pt x="405366" y="0"/>
                    </a:lnTo>
                    <a:lnTo>
                      <a:pt x="405366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9" name="任意多边形: 形状 98"/>
              <p:cNvSpPr/>
              <p:nvPr/>
            </p:nvSpPr>
            <p:spPr>
              <a:xfrm>
                <a:off x="5104447" y="3081846"/>
                <a:ext cx="378784" cy="13290"/>
              </a:xfrm>
              <a:custGeom>
                <a:avLst/>
                <a:gdLst>
                  <a:gd name="connsiteX0" fmla="*/ 0 w 378784"/>
                  <a:gd name="connsiteY0" fmla="*/ 0 h 13290"/>
                  <a:gd name="connsiteX1" fmla="*/ 378785 w 378784"/>
                  <a:gd name="connsiteY1" fmla="*/ 0 h 13290"/>
                  <a:gd name="connsiteX2" fmla="*/ 378785 w 378784"/>
                  <a:gd name="connsiteY2" fmla="*/ 13291 h 13290"/>
                  <a:gd name="connsiteX3" fmla="*/ 0 w 378784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8784" h="13290">
                    <a:moveTo>
                      <a:pt x="0" y="0"/>
                    </a:moveTo>
                    <a:lnTo>
                      <a:pt x="378785" y="0"/>
                    </a:lnTo>
                    <a:lnTo>
                      <a:pt x="378785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0" name="任意多边形: 形状 99"/>
              <p:cNvSpPr/>
              <p:nvPr/>
            </p:nvSpPr>
            <p:spPr>
              <a:xfrm>
                <a:off x="5104447" y="3174881"/>
                <a:ext cx="265813" cy="13290"/>
              </a:xfrm>
              <a:custGeom>
                <a:avLst/>
                <a:gdLst>
                  <a:gd name="connsiteX0" fmla="*/ 0 w 265813"/>
                  <a:gd name="connsiteY0" fmla="*/ 0 h 13290"/>
                  <a:gd name="connsiteX1" fmla="*/ 265814 w 265813"/>
                  <a:gd name="connsiteY1" fmla="*/ 0 h 13290"/>
                  <a:gd name="connsiteX2" fmla="*/ 265814 w 265813"/>
                  <a:gd name="connsiteY2" fmla="*/ 13291 h 13290"/>
                  <a:gd name="connsiteX3" fmla="*/ 0 w 265813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5813" h="13290">
                    <a:moveTo>
                      <a:pt x="0" y="0"/>
                    </a:moveTo>
                    <a:lnTo>
                      <a:pt x="265814" y="0"/>
                    </a:lnTo>
                    <a:lnTo>
                      <a:pt x="265814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1" name="任意多边形: 形状 100"/>
              <p:cNvSpPr/>
              <p:nvPr/>
            </p:nvSpPr>
            <p:spPr>
              <a:xfrm>
                <a:off x="5104447" y="3208108"/>
                <a:ext cx="405366" cy="13290"/>
              </a:xfrm>
              <a:custGeom>
                <a:avLst/>
                <a:gdLst>
                  <a:gd name="connsiteX0" fmla="*/ 0 w 405366"/>
                  <a:gd name="connsiteY0" fmla="*/ 0 h 13290"/>
                  <a:gd name="connsiteX1" fmla="*/ 405366 w 405366"/>
                  <a:gd name="connsiteY1" fmla="*/ 0 h 13290"/>
                  <a:gd name="connsiteX2" fmla="*/ 405366 w 405366"/>
                  <a:gd name="connsiteY2" fmla="*/ 13291 h 13290"/>
                  <a:gd name="connsiteX3" fmla="*/ 0 w 405366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05366" h="13290">
                    <a:moveTo>
                      <a:pt x="0" y="0"/>
                    </a:moveTo>
                    <a:lnTo>
                      <a:pt x="405366" y="0"/>
                    </a:lnTo>
                    <a:lnTo>
                      <a:pt x="405366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2" name="任意多边形: 形状 101"/>
              <p:cNvSpPr/>
              <p:nvPr/>
            </p:nvSpPr>
            <p:spPr>
              <a:xfrm>
                <a:off x="5104447" y="3234690"/>
                <a:ext cx="378784" cy="13290"/>
              </a:xfrm>
              <a:custGeom>
                <a:avLst/>
                <a:gdLst>
                  <a:gd name="connsiteX0" fmla="*/ 0 w 378784"/>
                  <a:gd name="connsiteY0" fmla="*/ 0 h 13290"/>
                  <a:gd name="connsiteX1" fmla="*/ 378785 w 378784"/>
                  <a:gd name="connsiteY1" fmla="*/ 0 h 13290"/>
                  <a:gd name="connsiteX2" fmla="*/ 378785 w 378784"/>
                  <a:gd name="connsiteY2" fmla="*/ 13291 h 13290"/>
                  <a:gd name="connsiteX3" fmla="*/ 0 w 378784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8784" h="13290">
                    <a:moveTo>
                      <a:pt x="0" y="0"/>
                    </a:moveTo>
                    <a:lnTo>
                      <a:pt x="378785" y="0"/>
                    </a:lnTo>
                    <a:lnTo>
                      <a:pt x="378785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3" name="任意多边形: 形状 102"/>
              <p:cNvSpPr/>
              <p:nvPr/>
            </p:nvSpPr>
            <p:spPr>
              <a:xfrm>
                <a:off x="4978185" y="2869195"/>
                <a:ext cx="86389" cy="86389"/>
              </a:xfrm>
              <a:custGeom>
                <a:avLst/>
                <a:gdLst>
                  <a:gd name="connsiteX0" fmla="*/ 86390 w 86389"/>
                  <a:gd name="connsiteY0" fmla="*/ 43195 h 86389"/>
                  <a:gd name="connsiteX1" fmla="*/ 43195 w 86389"/>
                  <a:gd name="connsiteY1" fmla="*/ 86390 h 86389"/>
                  <a:gd name="connsiteX2" fmla="*/ 0 w 86389"/>
                  <a:gd name="connsiteY2" fmla="*/ 43195 h 86389"/>
                  <a:gd name="connsiteX3" fmla="*/ 43195 w 86389"/>
                  <a:gd name="connsiteY3" fmla="*/ 0 h 86389"/>
                  <a:gd name="connsiteX4" fmla="*/ 86390 w 86389"/>
                  <a:gd name="connsiteY4" fmla="*/ 43195 h 86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6389" h="86389">
                    <a:moveTo>
                      <a:pt x="86390" y="43195"/>
                    </a:moveTo>
                    <a:cubicBezTo>
                      <a:pt x="86390" y="67051"/>
                      <a:pt x="67051" y="86390"/>
                      <a:pt x="43195" y="86390"/>
                    </a:cubicBezTo>
                    <a:cubicBezTo>
                      <a:pt x="19339" y="86390"/>
                      <a:pt x="0" y="67051"/>
                      <a:pt x="0" y="43195"/>
                    </a:cubicBezTo>
                    <a:cubicBezTo>
                      <a:pt x="0" y="19339"/>
                      <a:pt x="19339" y="0"/>
                      <a:pt x="43195" y="0"/>
                    </a:cubicBezTo>
                    <a:cubicBezTo>
                      <a:pt x="67051" y="0"/>
                      <a:pt x="86390" y="19339"/>
                      <a:pt x="86390" y="43195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4" name="任意多边形: 形状 103"/>
              <p:cNvSpPr/>
              <p:nvPr/>
            </p:nvSpPr>
            <p:spPr>
              <a:xfrm>
                <a:off x="4978185" y="3008748"/>
                <a:ext cx="86389" cy="86389"/>
              </a:xfrm>
              <a:custGeom>
                <a:avLst/>
                <a:gdLst>
                  <a:gd name="connsiteX0" fmla="*/ 86390 w 86389"/>
                  <a:gd name="connsiteY0" fmla="*/ 43195 h 86389"/>
                  <a:gd name="connsiteX1" fmla="*/ 43195 w 86389"/>
                  <a:gd name="connsiteY1" fmla="*/ 86390 h 86389"/>
                  <a:gd name="connsiteX2" fmla="*/ 0 w 86389"/>
                  <a:gd name="connsiteY2" fmla="*/ 43195 h 86389"/>
                  <a:gd name="connsiteX3" fmla="*/ 43195 w 86389"/>
                  <a:gd name="connsiteY3" fmla="*/ 0 h 86389"/>
                  <a:gd name="connsiteX4" fmla="*/ 86390 w 86389"/>
                  <a:gd name="connsiteY4" fmla="*/ 43195 h 86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6389" h="86389">
                    <a:moveTo>
                      <a:pt x="86390" y="43195"/>
                    </a:moveTo>
                    <a:cubicBezTo>
                      <a:pt x="86390" y="67051"/>
                      <a:pt x="67051" y="86390"/>
                      <a:pt x="43195" y="86390"/>
                    </a:cubicBezTo>
                    <a:cubicBezTo>
                      <a:pt x="19339" y="86390"/>
                      <a:pt x="0" y="67051"/>
                      <a:pt x="0" y="43195"/>
                    </a:cubicBezTo>
                    <a:cubicBezTo>
                      <a:pt x="0" y="19339"/>
                      <a:pt x="19339" y="0"/>
                      <a:pt x="43195" y="0"/>
                    </a:cubicBezTo>
                    <a:cubicBezTo>
                      <a:pt x="67051" y="0"/>
                      <a:pt x="86390" y="19339"/>
                      <a:pt x="86390" y="43195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5" name="任意多边形: 形状 104"/>
              <p:cNvSpPr/>
              <p:nvPr/>
            </p:nvSpPr>
            <p:spPr>
              <a:xfrm>
                <a:off x="4984831" y="3168236"/>
                <a:ext cx="86389" cy="86389"/>
              </a:xfrm>
              <a:custGeom>
                <a:avLst/>
                <a:gdLst>
                  <a:gd name="connsiteX0" fmla="*/ 86390 w 86389"/>
                  <a:gd name="connsiteY0" fmla="*/ 43195 h 86389"/>
                  <a:gd name="connsiteX1" fmla="*/ 43195 w 86389"/>
                  <a:gd name="connsiteY1" fmla="*/ 86390 h 86389"/>
                  <a:gd name="connsiteX2" fmla="*/ 0 w 86389"/>
                  <a:gd name="connsiteY2" fmla="*/ 43195 h 86389"/>
                  <a:gd name="connsiteX3" fmla="*/ 43195 w 86389"/>
                  <a:gd name="connsiteY3" fmla="*/ 0 h 86389"/>
                  <a:gd name="connsiteX4" fmla="*/ 86390 w 86389"/>
                  <a:gd name="connsiteY4" fmla="*/ 43195 h 86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6389" h="86389">
                    <a:moveTo>
                      <a:pt x="86390" y="43195"/>
                    </a:moveTo>
                    <a:cubicBezTo>
                      <a:pt x="86390" y="67051"/>
                      <a:pt x="67051" y="86390"/>
                      <a:pt x="43195" y="86390"/>
                    </a:cubicBezTo>
                    <a:cubicBezTo>
                      <a:pt x="19339" y="86390"/>
                      <a:pt x="0" y="67051"/>
                      <a:pt x="0" y="43195"/>
                    </a:cubicBezTo>
                    <a:cubicBezTo>
                      <a:pt x="0" y="19339"/>
                      <a:pt x="19339" y="0"/>
                      <a:pt x="43195" y="0"/>
                    </a:cubicBezTo>
                    <a:cubicBezTo>
                      <a:pt x="67051" y="0"/>
                      <a:pt x="86390" y="19339"/>
                      <a:pt x="86390" y="43195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6" name="任意多边形: 形状 105"/>
              <p:cNvSpPr/>
              <p:nvPr/>
            </p:nvSpPr>
            <p:spPr>
              <a:xfrm>
                <a:off x="6898691" y="2782806"/>
                <a:ext cx="485110" cy="13290"/>
              </a:xfrm>
              <a:custGeom>
                <a:avLst/>
                <a:gdLst>
                  <a:gd name="connsiteX0" fmla="*/ 0 w 485110"/>
                  <a:gd name="connsiteY0" fmla="*/ 0 h 13290"/>
                  <a:gd name="connsiteX1" fmla="*/ 485110 w 485110"/>
                  <a:gd name="connsiteY1" fmla="*/ 0 h 13290"/>
                  <a:gd name="connsiteX2" fmla="*/ 485110 w 485110"/>
                  <a:gd name="connsiteY2" fmla="*/ 13291 h 13290"/>
                  <a:gd name="connsiteX3" fmla="*/ 0 w 485110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5110" h="13290">
                    <a:moveTo>
                      <a:pt x="0" y="0"/>
                    </a:moveTo>
                    <a:lnTo>
                      <a:pt x="485110" y="0"/>
                    </a:lnTo>
                    <a:lnTo>
                      <a:pt x="485110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7" name="任意多边形: 形状 106"/>
              <p:cNvSpPr/>
              <p:nvPr/>
            </p:nvSpPr>
            <p:spPr>
              <a:xfrm>
                <a:off x="6898691" y="2855905"/>
                <a:ext cx="485110" cy="13290"/>
              </a:xfrm>
              <a:custGeom>
                <a:avLst/>
                <a:gdLst>
                  <a:gd name="connsiteX0" fmla="*/ 0 w 485110"/>
                  <a:gd name="connsiteY0" fmla="*/ 0 h 13290"/>
                  <a:gd name="connsiteX1" fmla="*/ 485110 w 485110"/>
                  <a:gd name="connsiteY1" fmla="*/ 0 h 13290"/>
                  <a:gd name="connsiteX2" fmla="*/ 485110 w 485110"/>
                  <a:gd name="connsiteY2" fmla="*/ 13291 h 13290"/>
                  <a:gd name="connsiteX3" fmla="*/ 0 w 485110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5110" h="13290">
                    <a:moveTo>
                      <a:pt x="0" y="0"/>
                    </a:moveTo>
                    <a:lnTo>
                      <a:pt x="485110" y="0"/>
                    </a:lnTo>
                    <a:lnTo>
                      <a:pt x="485110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8" name="任意多边形: 形状 107"/>
              <p:cNvSpPr/>
              <p:nvPr/>
            </p:nvSpPr>
            <p:spPr>
              <a:xfrm>
                <a:off x="6898691" y="2929003"/>
                <a:ext cx="485110" cy="13290"/>
              </a:xfrm>
              <a:custGeom>
                <a:avLst/>
                <a:gdLst>
                  <a:gd name="connsiteX0" fmla="*/ 0 w 485110"/>
                  <a:gd name="connsiteY0" fmla="*/ 0 h 13290"/>
                  <a:gd name="connsiteX1" fmla="*/ 485110 w 485110"/>
                  <a:gd name="connsiteY1" fmla="*/ 0 h 13290"/>
                  <a:gd name="connsiteX2" fmla="*/ 485110 w 485110"/>
                  <a:gd name="connsiteY2" fmla="*/ 13291 h 13290"/>
                  <a:gd name="connsiteX3" fmla="*/ 0 w 485110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5110" h="13290">
                    <a:moveTo>
                      <a:pt x="0" y="0"/>
                    </a:moveTo>
                    <a:lnTo>
                      <a:pt x="485110" y="0"/>
                    </a:lnTo>
                    <a:lnTo>
                      <a:pt x="485110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9" name="任意多边形: 形状 108"/>
              <p:cNvSpPr/>
              <p:nvPr/>
            </p:nvSpPr>
            <p:spPr>
              <a:xfrm>
                <a:off x="6898691" y="3002102"/>
                <a:ext cx="485110" cy="13290"/>
              </a:xfrm>
              <a:custGeom>
                <a:avLst/>
                <a:gdLst>
                  <a:gd name="connsiteX0" fmla="*/ 0 w 485110"/>
                  <a:gd name="connsiteY0" fmla="*/ 0 h 13290"/>
                  <a:gd name="connsiteX1" fmla="*/ 485110 w 485110"/>
                  <a:gd name="connsiteY1" fmla="*/ 0 h 13290"/>
                  <a:gd name="connsiteX2" fmla="*/ 485110 w 485110"/>
                  <a:gd name="connsiteY2" fmla="*/ 13291 h 13290"/>
                  <a:gd name="connsiteX3" fmla="*/ 0 w 485110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5110" h="13290">
                    <a:moveTo>
                      <a:pt x="0" y="0"/>
                    </a:moveTo>
                    <a:lnTo>
                      <a:pt x="485110" y="0"/>
                    </a:lnTo>
                    <a:lnTo>
                      <a:pt x="485110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0" name="任意多边形: 形状 109"/>
              <p:cNvSpPr/>
              <p:nvPr/>
            </p:nvSpPr>
            <p:spPr>
              <a:xfrm>
                <a:off x="6898691" y="3075201"/>
                <a:ext cx="485110" cy="13290"/>
              </a:xfrm>
              <a:custGeom>
                <a:avLst/>
                <a:gdLst>
                  <a:gd name="connsiteX0" fmla="*/ 0 w 485110"/>
                  <a:gd name="connsiteY0" fmla="*/ 0 h 13290"/>
                  <a:gd name="connsiteX1" fmla="*/ 485110 w 485110"/>
                  <a:gd name="connsiteY1" fmla="*/ 0 h 13290"/>
                  <a:gd name="connsiteX2" fmla="*/ 485110 w 485110"/>
                  <a:gd name="connsiteY2" fmla="*/ 13291 h 13290"/>
                  <a:gd name="connsiteX3" fmla="*/ 0 w 485110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5110" h="13290">
                    <a:moveTo>
                      <a:pt x="0" y="0"/>
                    </a:moveTo>
                    <a:lnTo>
                      <a:pt x="485110" y="0"/>
                    </a:lnTo>
                    <a:lnTo>
                      <a:pt x="485110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1" name="任意多边形: 形状 110"/>
              <p:cNvSpPr/>
              <p:nvPr/>
            </p:nvSpPr>
            <p:spPr>
              <a:xfrm>
                <a:off x="6898691" y="3148300"/>
                <a:ext cx="485110" cy="13290"/>
              </a:xfrm>
              <a:custGeom>
                <a:avLst/>
                <a:gdLst>
                  <a:gd name="connsiteX0" fmla="*/ 0 w 485110"/>
                  <a:gd name="connsiteY0" fmla="*/ 0 h 13290"/>
                  <a:gd name="connsiteX1" fmla="*/ 485110 w 485110"/>
                  <a:gd name="connsiteY1" fmla="*/ 0 h 13290"/>
                  <a:gd name="connsiteX2" fmla="*/ 485110 w 485110"/>
                  <a:gd name="connsiteY2" fmla="*/ 13291 h 13290"/>
                  <a:gd name="connsiteX3" fmla="*/ 0 w 485110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5110" h="13290">
                    <a:moveTo>
                      <a:pt x="0" y="0"/>
                    </a:moveTo>
                    <a:lnTo>
                      <a:pt x="485110" y="0"/>
                    </a:lnTo>
                    <a:lnTo>
                      <a:pt x="485110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2" name="任意多边形: 形状 111"/>
              <p:cNvSpPr/>
              <p:nvPr/>
            </p:nvSpPr>
            <p:spPr>
              <a:xfrm>
                <a:off x="6898691" y="3221399"/>
                <a:ext cx="485110" cy="13290"/>
              </a:xfrm>
              <a:custGeom>
                <a:avLst/>
                <a:gdLst>
                  <a:gd name="connsiteX0" fmla="*/ 0 w 485110"/>
                  <a:gd name="connsiteY0" fmla="*/ 0 h 13290"/>
                  <a:gd name="connsiteX1" fmla="*/ 485110 w 485110"/>
                  <a:gd name="connsiteY1" fmla="*/ 0 h 13290"/>
                  <a:gd name="connsiteX2" fmla="*/ 485110 w 485110"/>
                  <a:gd name="connsiteY2" fmla="*/ 13291 h 13290"/>
                  <a:gd name="connsiteX3" fmla="*/ 0 w 485110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5110" h="13290">
                    <a:moveTo>
                      <a:pt x="0" y="0"/>
                    </a:moveTo>
                    <a:lnTo>
                      <a:pt x="485110" y="0"/>
                    </a:lnTo>
                    <a:lnTo>
                      <a:pt x="485110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3" name="任意多边形: 形状 112"/>
              <p:cNvSpPr/>
              <p:nvPr/>
            </p:nvSpPr>
            <p:spPr>
              <a:xfrm>
                <a:off x="6898691" y="3294498"/>
                <a:ext cx="485110" cy="13290"/>
              </a:xfrm>
              <a:custGeom>
                <a:avLst/>
                <a:gdLst>
                  <a:gd name="connsiteX0" fmla="*/ 0 w 485110"/>
                  <a:gd name="connsiteY0" fmla="*/ 0 h 13290"/>
                  <a:gd name="connsiteX1" fmla="*/ 485110 w 485110"/>
                  <a:gd name="connsiteY1" fmla="*/ 0 h 13290"/>
                  <a:gd name="connsiteX2" fmla="*/ 485110 w 485110"/>
                  <a:gd name="connsiteY2" fmla="*/ 13291 h 13290"/>
                  <a:gd name="connsiteX3" fmla="*/ 0 w 485110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5110" h="13290">
                    <a:moveTo>
                      <a:pt x="0" y="0"/>
                    </a:moveTo>
                    <a:lnTo>
                      <a:pt x="485110" y="0"/>
                    </a:lnTo>
                    <a:lnTo>
                      <a:pt x="485110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4" name="任意多边形: 形状 113"/>
              <p:cNvSpPr/>
              <p:nvPr/>
            </p:nvSpPr>
            <p:spPr>
              <a:xfrm>
                <a:off x="6898691" y="3367596"/>
                <a:ext cx="485110" cy="13290"/>
              </a:xfrm>
              <a:custGeom>
                <a:avLst/>
                <a:gdLst>
                  <a:gd name="connsiteX0" fmla="*/ 0 w 485110"/>
                  <a:gd name="connsiteY0" fmla="*/ 0 h 13290"/>
                  <a:gd name="connsiteX1" fmla="*/ 485110 w 485110"/>
                  <a:gd name="connsiteY1" fmla="*/ 0 h 13290"/>
                  <a:gd name="connsiteX2" fmla="*/ 485110 w 485110"/>
                  <a:gd name="connsiteY2" fmla="*/ 13291 h 13290"/>
                  <a:gd name="connsiteX3" fmla="*/ 0 w 485110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5110" h="13290">
                    <a:moveTo>
                      <a:pt x="0" y="0"/>
                    </a:moveTo>
                    <a:lnTo>
                      <a:pt x="485110" y="0"/>
                    </a:lnTo>
                    <a:lnTo>
                      <a:pt x="485110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5" name="任意多边形: 形状 114"/>
              <p:cNvSpPr/>
              <p:nvPr/>
            </p:nvSpPr>
            <p:spPr>
              <a:xfrm>
                <a:off x="4380104" y="2310986"/>
                <a:ext cx="3043569" cy="13290"/>
              </a:xfrm>
              <a:custGeom>
                <a:avLst/>
                <a:gdLst>
                  <a:gd name="connsiteX0" fmla="*/ 0 w 3043569"/>
                  <a:gd name="connsiteY0" fmla="*/ 0 h 13290"/>
                  <a:gd name="connsiteX1" fmla="*/ 3043570 w 3043569"/>
                  <a:gd name="connsiteY1" fmla="*/ 0 h 13290"/>
                  <a:gd name="connsiteX2" fmla="*/ 3043570 w 3043569"/>
                  <a:gd name="connsiteY2" fmla="*/ 13291 h 13290"/>
                  <a:gd name="connsiteX3" fmla="*/ 0 w 3043569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043569" h="13290">
                    <a:moveTo>
                      <a:pt x="0" y="0"/>
                    </a:moveTo>
                    <a:lnTo>
                      <a:pt x="3043570" y="0"/>
                    </a:lnTo>
                    <a:lnTo>
                      <a:pt x="3043570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6" name="任意多边形: 形状 115"/>
              <p:cNvSpPr/>
              <p:nvPr/>
            </p:nvSpPr>
            <p:spPr>
              <a:xfrm>
                <a:off x="6991726" y="2404021"/>
                <a:ext cx="299040" cy="299040"/>
              </a:xfrm>
              <a:custGeom>
                <a:avLst/>
                <a:gdLst>
                  <a:gd name="connsiteX0" fmla="*/ 299041 w 299040"/>
                  <a:gd name="connsiteY0" fmla="*/ 149520 h 299040"/>
                  <a:gd name="connsiteX1" fmla="*/ 149520 w 299040"/>
                  <a:gd name="connsiteY1" fmla="*/ 299041 h 299040"/>
                  <a:gd name="connsiteX2" fmla="*/ 0 w 299040"/>
                  <a:gd name="connsiteY2" fmla="*/ 149520 h 299040"/>
                  <a:gd name="connsiteX3" fmla="*/ 149520 w 299040"/>
                  <a:gd name="connsiteY3" fmla="*/ 0 h 299040"/>
                  <a:gd name="connsiteX4" fmla="*/ 299041 w 299040"/>
                  <a:gd name="connsiteY4" fmla="*/ 149520 h 2990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99040" h="299040">
                    <a:moveTo>
                      <a:pt x="299041" y="149520"/>
                    </a:moveTo>
                    <a:cubicBezTo>
                      <a:pt x="299041" y="232098"/>
                      <a:pt x="232098" y="299041"/>
                      <a:pt x="149520" y="299041"/>
                    </a:cubicBezTo>
                    <a:cubicBezTo>
                      <a:pt x="66942" y="299041"/>
                      <a:pt x="0" y="232098"/>
                      <a:pt x="0" y="149520"/>
                    </a:cubicBezTo>
                    <a:cubicBezTo>
                      <a:pt x="0" y="66943"/>
                      <a:pt x="66942" y="0"/>
                      <a:pt x="149520" y="0"/>
                    </a:cubicBezTo>
                    <a:cubicBezTo>
                      <a:pt x="232098" y="0"/>
                      <a:pt x="299041" y="66943"/>
                      <a:pt x="299041" y="149520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117" name="图形 4"/>
            <p:cNvGrpSpPr/>
            <p:nvPr/>
          </p:nvGrpSpPr>
          <p:grpSpPr>
            <a:xfrm>
              <a:off x="6998177" y="969048"/>
              <a:ext cx="962105" cy="1182450"/>
              <a:chOff x="6998177" y="969048"/>
              <a:chExt cx="962105" cy="1182450"/>
            </a:xfrm>
          </p:grpSpPr>
          <p:sp>
            <p:nvSpPr>
              <p:cNvPr id="118" name="任意多边形: 形状 117"/>
              <p:cNvSpPr/>
              <p:nvPr/>
            </p:nvSpPr>
            <p:spPr>
              <a:xfrm>
                <a:off x="7137626" y="1107402"/>
                <a:ext cx="684948" cy="831444"/>
              </a:xfrm>
              <a:custGeom>
                <a:avLst/>
                <a:gdLst>
                  <a:gd name="connsiteX0" fmla="*/ 206232 w 684948"/>
                  <a:gd name="connsiteY0" fmla="*/ 831406 h 831444"/>
                  <a:gd name="connsiteX1" fmla="*/ 206232 w 684948"/>
                  <a:gd name="connsiteY1" fmla="*/ 698499 h 831444"/>
                  <a:gd name="connsiteX2" fmla="*/ 159715 w 684948"/>
                  <a:gd name="connsiteY2" fmla="*/ 638691 h 831444"/>
                  <a:gd name="connsiteX3" fmla="*/ 227 w 684948"/>
                  <a:gd name="connsiteY3" fmla="*/ 326360 h 831444"/>
                  <a:gd name="connsiteX4" fmla="*/ 359075 w 684948"/>
                  <a:gd name="connsiteY4" fmla="*/ 737 h 831444"/>
                  <a:gd name="connsiteX5" fmla="*/ 684698 w 684948"/>
                  <a:gd name="connsiteY5" fmla="*/ 359586 h 831444"/>
                  <a:gd name="connsiteX6" fmla="*/ 511918 w 684948"/>
                  <a:gd name="connsiteY6" fmla="*/ 638691 h 831444"/>
                  <a:gd name="connsiteX7" fmla="*/ 478692 w 684948"/>
                  <a:gd name="connsiteY7" fmla="*/ 678563 h 831444"/>
                  <a:gd name="connsiteX8" fmla="*/ 478692 w 684948"/>
                  <a:gd name="connsiteY8" fmla="*/ 831406 h 8314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84948" h="831444">
                    <a:moveTo>
                      <a:pt x="206232" y="831406"/>
                    </a:moveTo>
                    <a:lnTo>
                      <a:pt x="206232" y="698499"/>
                    </a:lnTo>
                    <a:cubicBezTo>
                      <a:pt x="206232" y="698499"/>
                      <a:pt x="219523" y="665272"/>
                      <a:pt x="159715" y="638691"/>
                    </a:cubicBezTo>
                    <a:cubicBezTo>
                      <a:pt x="99907" y="612110"/>
                      <a:pt x="-6419" y="505784"/>
                      <a:pt x="227" y="326360"/>
                    </a:cubicBezTo>
                    <a:cubicBezTo>
                      <a:pt x="6872" y="146935"/>
                      <a:pt x="173006" y="-12553"/>
                      <a:pt x="359075" y="737"/>
                    </a:cubicBezTo>
                    <a:cubicBezTo>
                      <a:pt x="545145" y="14028"/>
                      <a:pt x="678052" y="160226"/>
                      <a:pt x="684698" y="359586"/>
                    </a:cubicBezTo>
                    <a:cubicBezTo>
                      <a:pt x="691343" y="558947"/>
                      <a:pt x="511918" y="638691"/>
                      <a:pt x="511918" y="638691"/>
                    </a:cubicBezTo>
                    <a:cubicBezTo>
                      <a:pt x="511918" y="638691"/>
                      <a:pt x="478692" y="645336"/>
                      <a:pt x="478692" y="678563"/>
                    </a:cubicBezTo>
                    <a:lnTo>
                      <a:pt x="478692" y="831406"/>
                    </a:ln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9" name="任意多边形: 形状 118"/>
              <p:cNvSpPr/>
              <p:nvPr/>
            </p:nvSpPr>
            <p:spPr>
              <a:xfrm rot="-3447600">
                <a:off x="7098163" y="1168054"/>
                <a:ext cx="13290" cy="132906"/>
              </a:xfrm>
              <a:custGeom>
                <a:avLst/>
                <a:gdLst>
                  <a:gd name="connsiteX0" fmla="*/ -71 w 13290"/>
                  <a:gd name="connsiteY0" fmla="*/ -38 h 132906"/>
                  <a:gd name="connsiteX1" fmla="*/ 13220 w 13290"/>
                  <a:gd name="connsiteY1" fmla="*/ -38 h 132906"/>
                  <a:gd name="connsiteX2" fmla="*/ 13220 w 13290"/>
                  <a:gd name="connsiteY2" fmla="*/ 132869 h 132906"/>
                  <a:gd name="connsiteX3" fmla="*/ -71 w 13290"/>
                  <a:gd name="connsiteY3" fmla="*/ 132869 h 13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290" h="132906">
                    <a:moveTo>
                      <a:pt x="-71" y="-38"/>
                    </a:moveTo>
                    <a:lnTo>
                      <a:pt x="13220" y="-38"/>
                    </a:lnTo>
                    <a:lnTo>
                      <a:pt x="13220" y="132869"/>
                    </a:lnTo>
                    <a:lnTo>
                      <a:pt x="-71" y="132869"/>
                    </a:ln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0" name="任意多边形: 形状 119"/>
              <p:cNvSpPr/>
              <p:nvPr/>
            </p:nvSpPr>
            <p:spPr>
              <a:xfrm rot="-721200">
                <a:off x="7357203" y="968974"/>
                <a:ext cx="13290" cy="132906"/>
              </a:xfrm>
              <a:custGeom>
                <a:avLst/>
                <a:gdLst>
                  <a:gd name="connsiteX0" fmla="*/ -71 w 13290"/>
                  <a:gd name="connsiteY0" fmla="*/ -38 h 132906"/>
                  <a:gd name="connsiteX1" fmla="*/ 13220 w 13290"/>
                  <a:gd name="connsiteY1" fmla="*/ -38 h 132906"/>
                  <a:gd name="connsiteX2" fmla="*/ 13220 w 13290"/>
                  <a:gd name="connsiteY2" fmla="*/ 132869 h 132906"/>
                  <a:gd name="connsiteX3" fmla="*/ -71 w 13290"/>
                  <a:gd name="connsiteY3" fmla="*/ 132869 h 13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290" h="132906">
                    <a:moveTo>
                      <a:pt x="-71" y="-38"/>
                    </a:moveTo>
                    <a:lnTo>
                      <a:pt x="13220" y="-38"/>
                    </a:lnTo>
                    <a:lnTo>
                      <a:pt x="13220" y="132869"/>
                    </a:lnTo>
                    <a:lnTo>
                      <a:pt x="-71" y="132869"/>
                    </a:ln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1" name="任意多边形: 形状 120"/>
              <p:cNvSpPr/>
              <p:nvPr/>
            </p:nvSpPr>
            <p:spPr>
              <a:xfrm rot="1930800">
                <a:off x="7689406" y="1008601"/>
                <a:ext cx="13290" cy="132906"/>
              </a:xfrm>
              <a:custGeom>
                <a:avLst/>
                <a:gdLst>
                  <a:gd name="connsiteX0" fmla="*/ -71 w 13290"/>
                  <a:gd name="connsiteY0" fmla="*/ -38 h 132906"/>
                  <a:gd name="connsiteX1" fmla="*/ 13220 w 13290"/>
                  <a:gd name="connsiteY1" fmla="*/ -38 h 132906"/>
                  <a:gd name="connsiteX2" fmla="*/ 13220 w 13290"/>
                  <a:gd name="connsiteY2" fmla="*/ 132869 h 132906"/>
                  <a:gd name="connsiteX3" fmla="*/ -71 w 13290"/>
                  <a:gd name="connsiteY3" fmla="*/ 132869 h 13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290" h="132906">
                    <a:moveTo>
                      <a:pt x="-71" y="-38"/>
                    </a:moveTo>
                    <a:lnTo>
                      <a:pt x="13220" y="-38"/>
                    </a:lnTo>
                    <a:lnTo>
                      <a:pt x="13220" y="132869"/>
                    </a:lnTo>
                    <a:lnTo>
                      <a:pt x="-71" y="132869"/>
                    </a:ln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2" name="任意多边形: 形状 121"/>
              <p:cNvSpPr/>
              <p:nvPr/>
            </p:nvSpPr>
            <p:spPr>
              <a:xfrm rot="4318200">
                <a:off x="7888391" y="1267727"/>
                <a:ext cx="13290" cy="132906"/>
              </a:xfrm>
              <a:custGeom>
                <a:avLst/>
                <a:gdLst>
                  <a:gd name="connsiteX0" fmla="*/ -71 w 13290"/>
                  <a:gd name="connsiteY0" fmla="*/ -38 h 132906"/>
                  <a:gd name="connsiteX1" fmla="*/ 13220 w 13290"/>
                  <a:gd name="connsiteY1" fmla="*/ -38 h 132906"/>
                  <a:gd name="connsiteX2" fmla="*/ 13220 w 13290"/>
                  <a:gd name="connsiteY2" fmla="*/ 132869 h 132906"/>
                  <a:gd name="connsiteX3" fmla="*/ -71 w 13290"/>
                  <a:gd name="connsiteY3" fmla="*/ 132869 h 13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290" h="132906">
                    <a:moveTo>
                      <a:pt x="-71" y="-38"/>
                    </a:moveTo>
                    <a:lnTo>
                      <a:pt x="13220" y="-38"/>
                    </a:lnTo>
                    <a:lnTo>
                      <a:pt x="13220" y="132869"/>
                    </a:lnTo>
                    <a:lnTo>
                      <a:pt x="-71" y="132869"/>
                    </a:ln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3" name="任意多边形: 形状 122"/>
              <p:cNvSpPr/>
              <p:nvPr/>
            </p:nvSpPr>
            <p:spPr>
              <a:xfrm rot="7316400">
                <a:off x="7849214" y="1600321"/>
                <a:ext cx="13290" cy="132906"/>
              </a:xfrm>
              <a:custGeom>
                <a:avLst/>
                <a:gdLst>
                  <a:gd name="connsiteX0" fmla="*/ -71 w 13290"/>
                  <a:gd name="connsiteY0" fmla="*/ -38 h 132906"/>
                  <a:gd name="connsiteX1" fmla="*/ 13220 w 13290"/>
                  <a:gd name="connsiteY1" fmla="*/ -38 h 132906"/>
                  <a:gd name="connsiteX2" fmla="*/ 13220 w 13290"/>
                  <a:gd name="connsiteY2" fmla="*/ 132869 h 132906"/>
                  <a:gd name="connsiteX3" fmla="*/ -71 w 13290"/>
                  <a:gd name="connsiteY3" fmla="*/ 132869 h 13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290" h="132906">
                    <a:moveTo>
                      <a:pt x="-71" y="-38"/>
                    </a:moveTo>
                    <a:lnTo>
                      <a:pt x="13220" y="-38"/>
                    </a:lnTo>
                    <a:lnTo>
                      <a:pt x="13220" y="132869"/>
                    </a:lnTo>
                    <a:lnTo>
                      <a:pt x="-71" y="132869"/>
                    </a:ln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4" name="任意多边形: 形状 123"/>
              <p:cNvSpPr/>
              <p:nvPr/>
            </p:nvSpPr>
            <p:spPr>
              <a:xfrm rot="-8867400">
                <a:off x="7250883" y="1759397"/>
                <a:ext cx="13290" cy="132906"/>
              </a:xfrm>
              <a:custGeom>
                <a:avLst/>
                <a:gdLst>
                  <a:gd name="connsiteX0" fmla="*/ -71 w 13290"/>
                  <a:gd name="connsiteY0" fmla="*/ -38 h 132906"/>
                  <a:gd name="connsiteX1" fmla="*/ 13220 w 13290"/>
                  <a:gd name="connsiteY1" fmla="*/ -38 h 132906"/>
                  <a:gd name="connsiteX2" fmla="*/ 13220 w 13290"/>
                  <a:gd name="connsiteY2" fmla="*/ 132869 h 132906"/>
                  <a:gd name="connsiteX3" fmla="*/ -71 w 13290"/>
                  <a:gd name="connsiteY3" fmla="*/ 132869 h 13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290" h="132906">
                    <a:moveTo>
                      <a:pt x="-71" y="-38"/>
                    </a:moveTo>
                    <a:lnTo>
                      <a:pt x="13220" y="-38"/>
                    </a:lnTo>
                    <a:lnTo>
                      <a:pt x="13220" y="132869"/>
                    </a:lnTo>
                    <a:lnTo>
                      <a:pt x="-71" y="132869"/>
                    </a:ln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5" name="任意多边形: 形状 124"/>
              <p:cNvSpPr/>
              <p:nvPr/>
            </p:nvSpPr>
            <p:spPr>
              <a:xfrm rot="-6187800">
                <a:off x="7057758" y="1506828"/>
                <a:ext cx="13290" cy="132906"/>
              </a:xfrm>
              <a:custGeom>
                <a:avLst/>
                <a:gdLst>
                  <a:gd name="connsiteX0" fmla="*/ -71 w 13290"/>
                  <a:gd name="connsiteY0" fmla="*/ -38 h 132906"/>
                  <a:gd name="connsiteX1" fmla="*/ 13220 w 13290"/>
                  <a:gd name="connsiteY1" fmla="*/ -38 h 132906"/>
                  <a:gd name="connsiteX2" fmla="*/ 13220 w 13290"/>
                  <a:gd name="connsiteY2" fmla="*/ 132869 h 132906"/>
                  <a:gd name="connsiteX3" fmla="*/ -71 w 13290"/>
                  <a:gd name="connsiteY3" fmla="*/ 132869 h 13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290" h="132906">
                    <a:moveTo>
                      <a:pt x="-71" y="-38"/>
                    </a:moveTo>
                    <a:lnTo>
                      <a:pt x="13220" y="-38"/>
                    </a:lnTo>
                    <a:lnTo>
                      <a:pt x="13220" y="132869"/>
                    </a:lnTo>
                    <a:lnTo>
                      <a:pt x="-71" y="132869"/>
                    </a:ln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6" name="任意多边形: 形状 125"/>
              <p:cNvSpPr/>
              <p:nvPr/>
            </p:nvSpPr>
            <p:spPr>
              <a:xfrm>
                <a:off x="7317348" y="1938846"/>
                <a:ext cx="325622" cy="46517"/>
              </a:xfrm>
              <a:custGeom>
                <a:avLst/>
                <a:gdLst>
                  <a:gd name="connsiteX0" fmla="*/ 302363 w 325622"/>
                  <a:gd name="connsiteY0" fmla="*/ 0 h 46517"/>
                  <a:gd name="connsiteX1" fmla="*/ 325622 w 325622"/>
                  <a:gd name="connsiteY1" fmla="*/ 0 h 46517"/>
                  <a:gd name="connsiteX2" fmla="*/ 325622 w 325622"/>
                  <a:gd name="connsiteY2" fmla="*/ 46518 h 46517"/>
                  <a:gd name="connsiteX3" fmla="*/ 302363 w 325622"/>
                  <a:gd name="connsiteY3" fmla="*/ 46518 h 46517"/>
                  <a:gd name="connsiteX4" fmla="*/ 23259 w 325622"/>
                  <a:gd name="connsiteY4" fmla="*/ 46518 h 46517"/>
                  <a:gd name="connsiteX5" fmla="*/ 0 w 325622"/>
                  <a:gd name="connsiteY5" fmla="*/ 46518 h 46517"/>
                  <a:gd name="connsiteX6" fmla="*/ 0 w 325622"/>
                  <a:gd name="connsiteY6" fmla="*/ 0 h 46517"/>
                  <a:gd name="connsiteX7" fmla="*/ 23259 w 325622"/>
                  <a:gd name="connsiteY7" fmla="*/ 0 h 465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25622" h="46517">
                    <a:moveTo>
                      <a:pt x="302363" y="0"/>
                    </a:moveTo>
                    <a:cubicBezTo>
                      <a:pt x="315209" y="0"/>
                      <a:pt x="325622" y="0"/>
                      <a:pt x="325622" y="0"/>
                    </a:cubicBezTo>
                    <a:lnTo>
                      <a:pt x="325622" y="46518"/>
                    </a:lnTo>
                    <a:cubicBezTo>
                      <a:pt x="325622" y="46518"/>
                      <a:pt x="315209" y="46518"/>
                      <a:pt x="302363" y="46518"/>
                    </a:cubicBezTo>
                    <a:lnTo>
                      <a:pt x="23259" y="46518"/>
                    </a:lnTo>
                    <a:cubicBezTo>
                      <a:pt x="10413" y="46518"/>
                      <a:pt x="0" y="46518"/>
                      <a:pt x="0" y="46518"/>
                    </a:cubicBezTo>
                    <a:lnTo>
                      <a:pt x="0" y="0"/>
                    </a:lnTo>
                    <a:cubicBezTo>
                      <a:pt x="0" y="0"/>
                      <a:pt x="10413" y="0"/>
                      <a:pt x="23259" y="0"/>
                    </a:cubicBez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7" name="任意多边形: 形状 126"/>
              <p:cNvSpPr/>
              <p:nvPr/>
            </p:nvSpPr>
            <p:spPr>
              <a:xfrm>
                <a:off x="7323993" y="2025236"/>
                <a:ext cx="312331" cy="46517"/>
              </a:xfrm>
              <a:custGeom>
                <a:avLst/>
                <a:gdLst>
                  <a:gd name="connsiteX0" fmla="*/ 289073 w 312331"/>
                  <a:gd name="connsiteY0" fmla="*/ 0 h 46517"/>
                  <a:gd name="connsiteX1" fmla="*/ 312331 w 312331"/>
                  <a:gd name="connsiteY1" fmla="*/ 0 h 46517"/>
                  <a:gd name="connsiteX2" fmla="*/ 312331 w 312331"/>
                  <a:gd name="connsiteY2" fmla="*/ 46518 h 46517"/>
                  <a:gd name="connsiteX3" fmla="*/ 289073 w 312331"/>
                  <a:gd name="connsiteY3" fmla="*/ 46518 h 46517"/>
                  <a:gd name="connsiteX4" fmla="*/ 23259 w 312331"/>
                  <a:gd name="connsiteY4" fmla="*/ 46518 h 46517"/>
                  <a:gd name="connsiteX5" fmla="*/ 0 w 312331"/>
                  <a:gd name="connsiteY5" fmla="*/ 46518 h 46517"/>
                  <a:gd name="connsiteX6" fmla="*/ 0 w 312331"/>
                  <a:gd name="connsiteY6" fmla="*/ 0 h 46517"/>
                  <a:gd name="connsiteX7" fmla="*/ 23259 w 312331"/>
                  <a:gd name="connsiteY7" fmla="*/ 0 h 465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12331" h="46517">
                    <a:moveTo>
                      <a:pt x="289073" y="0"/>
                    </a:moveTo>
                    <a:cubicBezTo>
                      <a:pt x="301918" y="0"/>
                      <a:pt x="312331" y="0"/>
                      <a:pt x="312331" y="0"/>
                    </a:cubicBezTo>
                    <a:lnTo>
                      <a:pt x="312331" y="46518"/>
                    </a:lnTo>
                    <a:cubicBezTo>
                      <a:pt x="312331" y="46518"/>
                      <a:pt x="301918" y="46518"/>
                      <a:pt x="289073" y="46518"/>
                    </a:cubicBezTo>
                    <a:lnTo>
                      <a:pt x="23259" y="46518"/>
                    </a:lnTo>
                    <a:cubicBezTo>
                      <a:pt x="10413" y="46518"/>
                      <a:pt x="0" y="46518"/>
                      <a:pt x="0" y="46518"/>
                    </a:cubicBezTo>
                    <a:lnTo>
                      <a:pt x="0" y="0"/>
                    </a:lnTo>
                    <a:cubicBezTo>
                      <a:pt x="0" y="0"/>
                      <a:pt x="10413" y="0"/>
                      <a:pt x="23259" y="0"/>
                    </a:cubicBez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8" name="任意多边形: 形状 127"/>
              <p:cNvSpPr/>
              <p:nvPr/>
            </p:nvSpPr>
            <p:spPr>
              <a:xfrm>
                <a:off x="7323993" y="1985364"/>
                <a:ext cx="312331" cy="39872"/>
              </a:xfrm>
              <a:custGeom>
                <a:avLst/>
                <a:gdLst>
                  <a:gd name="connsiteX0" fmla="*/ 292395 w 312331"/>
                  <a:gd name="connsiteY0" fmla="*/ 0 h 39872"/>
                  <a:gd name="connsiteX1" fmla="*/ 312331 w 312331"/>
                  <a:gd name="connsiteY1" fmla="*/ 0 h 39872"/>
                  <a:gd name="connsiteX2" fmla="*/ 312331 w 312331"/>
                  <a:gd name="connsiteY2" fmla="*/ 39872 h 39872"/>
                  <a:gd name="connsiteX3" fmla="*/ 292395 w 312331"/>
                  <a:gd name="connsiteY3" fmla="*/ 39872 h 39872"/>
                  <a:gd name="connsiteX4" fmla="*/ 19936 w 312331"/>
                  <a:gd name="connsiteY4" fmla="*/ 39872 h 39872"/>
                  <a:gd name="connsiteX5" fmla="*/ 0 w 312331"/>
                  <a:gd name="connsiteY5" fmla="*/ 39872 h 39872"/>
                  <a:gd name="connsiteX6" fmla="*/ 0 w 312331"/>
                  <a:gd name="connsiteY6" fmla="*/ 0 h 39872"/>
                  <a:gd name="connsiteX7" fmla="*/ 19936 w 312331"/>
                  <a:gd name="connsiteY7" fmla="*/ 0 h 398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12331" h="39872">
                    <a:moveTo>
                      <a:pt x="292395" y="0"/>
                    </a:moveTo>
                    <a:cubicBezTo>
                      <a:pt x="303406" y="0"/>
                      <a:pt x="312331" y="0"/>
                      <a:pt x="312331" y="0"/>
                    </a:cubicBezTo>
                    <a:lnTo>
                      <a:pt x="312331" y="39872"/>
                    </a:lnTo>
                    <a:cubicBezTo>
                      <a:pt x="312331" y="39872"/>
                      <a:pt x="303406" y="39872"/>
                      <a:pt x="292395" y="39872"/>
                    </a:cubicBezTo>
                    <a:lnTo>
                      <a:pt x="19936" y="39872"/>
                    </a:lnTo>
                    <a:cubicBezTo>
                      <a:pt x="8925" y="39872"/>
                      <a:pt x="0" y="39872"/>
                      <a:pt x="0" y="39872"/>
                    </a:cubicBezTo>
                    <a:lnTo>
                      <a:pt x="0" y="0"/>
                    </a:lnTo>
                    <a:cubicBezTo>
                      <a:pt x="0" y="0"/>
                      <a:pt x="8925" y="0"/>
                      <a:pt x="199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9" name="任意多边形: 形状 128"/>
              <p:cNvSpPr/>
              <p:nvPr/>
            </p:nvSpPr>
            <p:spPr>
              <a:xfrm>
                <a:off x="7357220" y="2071753"/>
                <a:ext cx="244150" cy="79744"/>
              </a:xfrm>
              <a:custGeom>
                <a:avLst/>
                <a:gdLst>
                  <a:gd name="connsiteX0" fmla="*/ -71 w 244150"/>
                  <a:gd name="connsiteY0" fmla="*/ -38 h 79744"/>
                  <a:gd name="connsiteX1" fmla="*/ 244080 w 244150"/>
                  <a:gd name="connsiteY1" fmla="*/ -38 h 79744"/>
                  <a:gd name="connsiteX2" fmla="*/ 126191 w 244150"/>
                  <a:gd name="connsiteY2" fmla="*/ 79706 h 79744"/>
                  <a:gd name="connsiteX3" fmla="*/ -71 w 244150"/>
                  <a:gd name="connsiteY3" fmla="*/ -38 h 797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4150" h="79744">
                    <a:moveTo>
                      <a:pt x="-71" y="-38"/>
                    </a:moveTo>
                    <a:lnTo>
                      <a:pt x="244080" y="-38"/>
                    </a:lnTo>
                    <a:cubicBezTo>
                      <a:pt x="244080" y="-38"/>
                      <a:pt x="239162" y="79706"/>
                      <a:pt x="126191" y="79706"/>
                    </a:cubicBezTo>
                    <a:cubicBezTo>
                      <a:pt x="13220" y="79706"/>
                      <a:pt x="19865" y="33189"/>
                      <a:pt x="-71" y="-38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130" name="图形 4"/>
            <p:cNvGrpSpPr/>
            <p:nvPr/>
          </p:nvGrpSpPr>
          <p:grpSpPr>
            <a:xfrm>
              <a:off x="7441272" y="2902422"/>
              <a:ext cx="937948" cy="544918"/>
              <a:chOff x="7441272" y="2902422"/>
              <a:chExt cx="937948" cy="544918"/>
            </a:xfrm>
          </p:grpSpPr>
          <p:sp>
            <p:nvSpPr>
              <p:cNvPr id="131" name="任意多边形: 形状 130"/>
              <p:cNvSpPr/>
              <p:nvPr/>
            </p:nvSpPr>
            <p:spPr>
              <a:xfrm>
                <a:off x="7494435" y="2902422"/>
                <a:ext cx="884785" cy="544918"/>
              </a:xfrm>
              <a:custGeom>
                <a:avLst/>
                <a:gdLst>
                  <a:gd name="connsiteX0" fmla="*/ 78888 w 884785"/>
                  <a:gd name="connsiteY0" fmla="*/ -38 h 544918"/>
                  <a:gd name="connsiteX1" fmla="*/ 860181 w 884785"/>
                  <a:gd name="connsiteY1" fmla="*/ -38 h 544918"/>
                  <a:gd name="connsiteX2" fmla="*/ 884715 w 884785"/>
                  <a:gd name="connsiteY2" fmla="*/ 24472 h 544918"/>
                  <a:gd name="connsiteX3" fmla="*/ 884570 w 884785"/>
                  <a:gd name="connsiteY3" fmla="*/ 27141 h 544918"/>
                  <a:gd name="connsiteX4" fmla="*/ 830144 w 884785"/>
                  <a:gd name="connsiteY4" fmla="*/ 523017 h 544918"/>
                  <a:gd name="connsiteX5" fmla="*/ 805756 w 884785"/>
                  <a:gd name="connsiteY5" fmla="*/ 544880 h 544918"/>
                  <a:gd name="connsiteX6" fmla="*/ 24462 w 884785"/>
                  <a:gd name="connsiteY6" fmla="*/ 544880 h 544918"/>
                  <a:gd name="connsiteX7" fmla="*/ -71 w 884785"/>
                  <a:gd name="connsiteY7" fmla="*/ 520371 h 544918"/>
                  <a:gd name="connsiteX8" fmla="*/ 74 w 884785"/>
                  <a:gd name="connsiteY8" fmla="*/ 517701 h 544918"/>
                  <a:gd name="connsiteX9" fmla="*/ 54499 w 884785"/>
                  <a:gd name="connsiteY9" fmla="*/ 21825 h 544918"/>
                  <a:gd name="connsiteX10" fmla="*/ 78888 w 884785"/>
                  <a:gd name="connsiteY10" fmla="*/ -38 h 5449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84785" h="544918">
                    <a:moveTo>
                      <a:pt x="78888" y="-38"/>
                    </a:moveTo>
                    <a:lnTo>
                      <a:pt x="860181" y="-38"/>
                    </a:lnTo>
                    <a:cubicBezTo>
                      <a:pt x="873724" y="-45"/>
                      <a:pt x="884708" y="10929"/>
                      <a:pt x="884715" y="24472"/>
                    </a:cubicBezTo>
                    <a:cubicBezTo>
                      <a:pt x="884715" y="25363"/>
                      <a:pt x="884667" y="26255"/>
                      <a:pt x="884570" y="27141"/>
                    </a:cubicBezTo>
                    <a:lnTo>
                      <a:pt x="830144" y="523017"/>
                    </a:lnTo>
                    <a:cubicBezTo>
                      <a:pt x="828758" y="535447"/>
                      <a:pt x="818263" y="544856"/>
                      <a:pt x="805756" y="544880"/>
                    </a:cubicBezTo>
                    <a:lnTo>
                      <a:pt x="24462" y="544880"/>
                    </a:lnTo>
                    <a:cubicBezTo>
                      <a:pt x="10920" y="544887"/>
                      <a:pt x="-64" y="533913"/>
                      <a:pt x="-71" y="520371"/>
                    </a:cubicBezTo>
                    <a:cubicBezTo>
                      <a:pt x="-71" y="519479"/>
                      <a:pt x="-23" y="518588"/>
                      <a:pt x="74" y="517701"/>
                    </a:cubicBezTo>
                    <a:lnTo>
                      <a:pt x="54499" y="21825"/>
                    </a:lnTo>
                    <a:cubicBezTo>
                      <a:pt x="55857" y="9380"/>
                      <a:pt x="66369" y="-44"/>
                      <a:pt x="78888" y="-38"/>
                    </a:cubicBezTo>
                    <a:close/>
                  </a:path>
                </a:pathLst>
              </a:custGeom>
              <a:solidFill>
                <a:srgbClr val="E1E6FB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2" name="任意多边形: 形状 131"/>
              <p:cNvSpPr/>
              <p:nvPr/>
            </p:nvSpPr>
            <p:spPr>
              <a:xfrm>
                <a:off x="7441272" y="2902422"/>
                <a:ext cx="884785" cy="544918"/>
              </a:xfrm>
              <a:custGeom>
                <a:avLst/>
                <a:gdLst>
                  <a:gd name="connsiteX0" fmla="*/ 78888 w 884785"/>
                  <a:gd name="connsiteY0" fmla="*/ -38 h 544918"/>
                  <a:gd name="connsiteX1" fmla="*/ 860181 w 884785"/>
                  <a:gd name="connsiteY1" fmla="*/ -38 h 544918"/>
                  <a:gd name="connsiteX2" fmla="*/ 884715 w 884785"/>
                  <a:gd name="connsiteY2" fmla="*/ 24472 h 544918"/>
                  <a:gd name="connsiteX3" fmla="*/ 884570 w 884785"/>
                  <a:gd name="connsiteY3" fmla="*/ 27141 h 544918"/>
                  <a:gd name="connsiteX4" fmla="*/ 830144 w 884785"/>
                  <a:gd name="connsiteY4" fmla="*/ 523017 h 544918"/>
                  <a:gd name="connsiteX5" fmla="*/ 805756 w 884785"/>
                  <a:gd name="connsiteY5" fmla="*/ 544880 h 544918"/>
                  <a:gd name="connsiteX6" fmla="*/ 24462 w 884785"/>
                  <a:gd name="connsiteY6" fmla="*/ 544880 h 544918"/>
                  <a:gd name="connsiteX7" fmla="*/ -71 w 884785"/>
                  <a:gd name="connsiteY7" fmla="*/ 520371 h 544918"/>
                  <a:gd name="connsiteX8" fmla="*/ 74 w 884785"/>
                  <a:gd name="connsiteY8" fmla="*/ 517701 h 544918"/>
                  <a:gd name="connsiteX9" fmla="*/ 54499 w 884785"/>
                  <a:gd name="connsiteY9" fmla="*/ 21825 h 544918"/>
                  <a:gd name="connsiteX10" fmla="*/ 78888 w 884785"/>
                  <a:gd name="connsiteY10" fmla="*/ -38 h 5449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84785" h="544918">
                    <a:moveTo>
                      <a:pt x="78888" y="-38"/>
                    </a:moveTo>
                    <a:lnTo>
                      <a:pt x="860181" y="-38"/>
                    </a:lnTo>
                    <a:cubicBezTo>
                      <a:pt x="873724" y="-45"/>
                      <a:pt x="884708" y="10929"/>
                      <a:pt x="884715" y="24472"/>
                    </a:cubicBezTo>
                    <a:cubicBezTo>
                      <a:pt x="884715" y="25363"/>
                      <a:pt x="884667" y="26255"/>
                      <a:pt x="884570" y="27141"/>
                    </a:cubicBezTo>
                    <a:lnTo>
                      <a:pt x="830144" y="523017"/>
                    </a:lnTo>
                    <a:cubicBezTo>
                      <a:pt x="828758" y="535447"/>
                      <a:pt x="818263" y="544856"/>
                      <a:pt x="805756" y="544880"/>
                    </a:cubicBezTo>
                    <a:lnTo>
                      <a:pt x="24462" y="544880"/>
                    </a:lnTo>
                    <a:cubicBezTo>
                      <a:pt x="10920" y="544887"/>
                      <a:pt x="-64" y="533913"/>
                      <a:pt x="-71" y="520371"/>
                    </a:cubicBezTo>
                    <a:cubicBezTo>
                      <a:pt x="-71" y="519479"/>
                      <a:pt x="-23" y="518588"/>
                      <a:pt x="74" y="517701"/>
                    </a:cubicBezTo>
                    <a:lnTo>
                      <a:pt x="54499" y="21825"/>
                    </a:lnTo>
                    <a:cubicBezTo>
                      <a:pt x="55857" y="9380"/>
                      <a:pt x="66369" y="-44"/>
                      <a:pt x="78888" y="-38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3" name="任意多边形: 形状 132"/>
              <p:cNvSpPr/>
              <p:nvPr/>
            </p:nvSpPr>
            <p:spPr>
              <a:xfrm>
                <a:off x="7510063" y="2904615"/>
                <a:ext cx="801694" cy="296847"/>
              </a:xfrm>
              <a:custGeom>
                <a:avLst/>
                <a:gdLst>
                  <a:gd name="connsiteX0" fmla="*/ 0 w 801694"/>
                  <a:gd name="connsiteY0" fmla="*/ 0 h 296847"/>
                  <a:gd name="connsiteX1" fmla="*/ 320439 w 801694"/>
                  <a:gd name="connsiteY1" fmla="*/ 296848 h 296847"/>
                  <a:gd name="connsiteX2" fmla="*/ 801695 w 801694"/>
                  <a:gd name="connsiteY2" fmla="*/ 0 h 296847"/>
                  <a:gd name="connsiteX3" fmla="*/ 0 w 801694"/>
                  <a:gd name="connsiteY3" fmla="*/ 0 h 296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01694" h="296847">
                    <a:moveTo>
                      <a:pt x="0" y="0"/>
                    </a:moveTo>
                    <a:lnTo>
                      <a:pt x="320439" y="296848"/>
                    </a:lnTo>
                    <a:lnTo>
                      <a:pt x="80169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134" name="图形 4"/>
            <p:cNvGrpSpPr/>
            <p:nvPr/>
          </p:nvGrpSpPr>
          <p:grpSpPr>
            <a:xfrm>
              <a:off x="5888186" y="4407461"/>
              <a:ext cx="1170345" cy="518337"/>
              <a:chOff x="5888186" y="4407461"/>
              <a:chExt cx="1170345" cy="518337"/>
            </a:xfrm>
          </p:grpSpPr>
          <p:sp>
            <p:nvSpPr>
              <p:cNvPr id="135" name="任意多边形: 形状 134"/>
              <p:cNvSpPr/>
              <p:nvPr/>
            </p:nvSpPr>
            <p:spPr>
              <a:xfrm>
                <a:off x="5968076" y="4738109"/>
                <a:ext cx="1090455" cy="187688"/>
              </a:xfrm>
              <a:custGeom>
                <a:avLst/>
                <a:gdLst>
                  <a:gd name="connsiteX0" fmla="*/ 990020 w 1090455"/>
                  <a:gd name="connsiteY0" fmla="*/ 187650 h 187688"/>
                  <a:gd name="connsiteX1" fmla="*/ 44586 w 1090455"/>
                  <a:gd name="connsiteY1" fmla="*/ 184461 h 187688"/>
                  <a:gd name="connsiteX2" fmla="*/ -71 w 1090455"/>
                  <a:gd name="connsiteY2" fmla="*/ 158544 h 187688"/>
                  <a:gd name="connsiteX3" fmla="*/ 395 w 1090455"/>
                  <a:gd name="connsiteY3" fmla="*/ 32282 h 187688"/>
                  <a:gd name="connsiteX4" fmla="*/ 44652 w 1090455"/>
                  <a:gd name="connsiteY4" fmla="*/ 11150 h 187688"/>
                  <a:gd name="connsiteX5" fmla="*/ 983973 w 1090455"/>
                  <a:gd name="connsiteY5" fmla="*/ 1714 h 187688"/>
                  <a:gd name="connsiteX6" fmla="*/ 1047967 w 1090455"/>
                  <a:gd name="connsiteY6" fmla="*/ 8359 h 187688"/>
                  <a:gd name="connsiteX7" fmla="*/ 1029892 w 1090455"/>
                  <a:gd name="connsiteY7" fmla="*/ 181537 h 187688"/>
                  <a:gd name="connsiteX8" fmla="*/ 990020 w 1090455"/>
                  <a:gd name="connsiteY8" fmla="*/ 187650 h 187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90455" h="187688">
                    <a:moveTo>
                      <a:pt x="990020" y="187650"/>
                    </a:moveTo>
                    <a:lnTo>
                      <a:pt x="44586" y="184461"/>
                    </a:lnTo>
                    <a:cubicBezTo>
                      <a:pt x="19865" y="184461"/>
                      <a:pt x="-137" y="183265"/>
                      <a:pt x="-71" y="158544"/>
                    </a:cubicBezTo>
                    <a:lnTo>
                      <a:pt x="395" y="32282"/>
                    </a:lnTo>
                    <a:cubicBezTo>
                      <a:pt x="395" y="7827"/>
                      <a:pt x="20331" y="11416"/>
                      <a:pt x="44652" y="11150"/>
                    </a:cubicBezTo>
                    <a:lnTo>
                      <a:pt x="983973" y="1714"/>
                    </a:lnTo>
                    <a:cubicBezTo>
                      <a:pt x="995735" y="2378"/>
                      <a:pt x="1015472" y="-5796"/>
                      <a:pt x="1047967" y="8359"/>
                    </a:cubicBezTo>
                    <a:cubicBezTo>
                      <a:pt x="1091694" y="27099"/>
                      <a:pt x="1123060" y="141997"/>
                      <a:pt x="1029892" y="181537"/>
                    </a:cubicBezTo>
                    <a:cubicBezTo>
                      <a:pt x="1016881" y="185101"/>
                      <a:pt x="1003502" y="187153"/>
                      <a:pt x="990020" y="187650"/>
                    </a:cubicBez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6" name="任意多边形: 形状 135"/>
              <p:cNvSpPr/>
              <p:nvPr/>
            </p:nvSpPr>
            <p:spPr>
              <a:xfrm>
                <a:off x="5968077" y="4765089"/>
                <a:ext cx="284155" cy="132399"/>
              </a:xfrm>
              <a:custGeom>
                <a:avLst/>
                <a:gdLst>
                  <a:gd name="connsiteX0" fmla="*/ 15480 w 284155"/>
                  <a:gd name="connsiteY0" fmla="*/ 131431 h 132399"/>
                  <a:gd name="connsiteX1" fmla="*/ 268468 w 284155"/>
                  <a:gd name="connsiteY1" fmla="*/ 132361 h 132399"/>
                  <a:gd name="connsiteX2" fmla="*/ 284084 w 284155"/>
                  <a:gd name="connsiteY2" fmla="*/ 116811 h 132399"/>
                  <a:gd name="connsiteX3" fmla="*/ 284084 w 284155"/>
                  <a:gd name="connsiteY3" fmla="*/ 16732 h 132399"/>
                  <a:gd name="connsiteX4" fmla="*/ 268534 w 284155"/>
                  <a:gd name="connsiteY4" fmla="*/ 1116 h 132399"/>
                  <a:gd name="connsiteX5" fmla="*/ 15612 w 284155"/>
                  <a:gd name="connsiteY5" fmla="*/ 252 h 132399"/>
                  <a:gd name="connsiteX6" fmla="*/ 62 w 284155"/>
                  <a:gd name="connsiteY6" fmla="*/ 983 h 132399"/>
                  <a:gd name="connsiteX7" fmla="*/ -71 w 284155"/>
                  <a:gd name="connsiteY7" fmla="*/ 130899 h 132399"/>
                  <a:gd name="connsiteX8" fmla="*/ 15480 w 284155"/>
                  <a:gd name="connsiteY8" fmla="*/ 131431 h 132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84155" h="132399">
                    <a:moveTo>
                      <a:pt x="15480" y="131431"/>
                    </a:moveTo>
                    <a:lnTo>
                      <a:pt x="268468" y="132361"/>
                    </a:lnTo>
                    <a:cubicBezTo>
                      <a:pt x="277066" y="132361"/>
                      <a:pt x="284048" y="125410"/>
                      <a:pt x="284084" y="116811"/>
                    </a:cubicBezTo>
                    <a:lnTo>
                      <a:pt x="284084" y="16732"/>
                    </a:lnTo>
                    <a:cubicBezTo>
                      <a:pt x="284084" y="8134"/>
                      <a:pt x="277133" y="1152"/>
                      <a:pt x="268534" y="1116"/>
                    </a:cubicBezTo>
                    <a:lnTo>
                      <a:pt x="15612" y="252"/>
                    </a:lnTo>
                    <a:cubicBezTo>
                      <a:pt x="10422" y="-305"/>
                      <a:pt x="5177" y="-59"/>
                      <a:pt x="62" y="983"/>
                    </a:cubicBezTo>
                    <a:lnTo>
                      <a:pt x="-71" y="130899"/>
                    </a:lnTo>
                    <a:cubicBezTo>
                      <a:pt x="5095" y="131431"/>
                      <a:pt x="10290" y="131608"/>
                      <a:pt x="15480" y="131431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7" name="任意多边形: 形状 136"/>
              <p:cNvSpPr/>
              <p:nvPr/>
            </p:nvSpPr>
            <p:spPr>
              <a:xfrm>
                <a:off x="5968196" y="4564424"/>
                <a:ext cx="1089717" cy="186069"/>
              </a:xfrm>
              <a:custGeom>
                <a:avLst/>
                <a:gdLst>
                  <a:gd name="connsiteX0" fmla="*/ 99490 w 1089717"/>
                  <a:gd name="connsiteY0" fmla="*/ -38 h 186069"/>
                  <a:gd name="connsiteX1" fmla="*/ 1044857 w 1089717"/>
                  <a:gd name="connsiteY1" fmla="*/ -38 h 186069"/>
                  <a:gd name="connsiteX2" fmla="*/ 1089647 w 1089717"/>
                  <a:gd name="connsiteY2" fmla="*/ 25746 h 186069"/>
                  <a:gd name="connsiteX3" fmla="*/ 1089647 w 1089717"/>
                  <a:gd name="connsiteY3" fmla="*/ 152007 h 186069"/>
                  <a:gd name="connsiteX4" fmla="*/ 1045455 w 1089717"/>
                  <a:gd name="connsiteY4" fmla="*/ 173273 h 186069"/>
                  <a:gd name="connsiteX5" fmla="*/ 106135 w 1089717"/>
                  <a:gd name="connsiteY5" fmla="*/ 186032 h 186069"/>
                  <a:gd name="connsiteX6" fmla="*/ 44201 w 1089717"/>
                  <a:gd name="connsiteY6" fmla="*/ 170282 h 186069"/>
                  <a:gd name="connsiteX7" fmla="*/ 59618 w 1089717"/>
                  <a:gd name="connsiteY7" fmla="*/ 6607 h 186069"/>
                  <a:gd name="connsiteX8" fmla="*/ 99490 w 1089717"/>
                  <a:gd name="connsiteY8" fmla="*/ -38 h 186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89717" h="186069">
                    <a:moveTo>
                      <a:pt x="99490" y="-38"/>
                    </a:moveTo>
                    <a:lnTo>
                      <a:pt x="1044857" y="-38"/>
                    </a:lnTo>
                    <a:cubicBezTo>
                      <a:pt x="1069578" y="-38"/>
                      <a:pt x="1089647" y="1025"/>
                      <a:pt x="1089647" y="25746"/>
                    </a:cubicBezTo>
                    <a:lnTo>
                      <a:pt x="1089647" y="152007"/>
                    </a:lnTo>
                    <a:cubicBezTo>
                      <a:pt x="1089647" y="176462"/>
                      <a:pt x="1069711" y="172940"/>
                      <a:pt x="1045455" y="173273"/>
                    </a:cubicBezTo>
                    <a:lnTo>
                      <a:pt x="106135" y="186032"/>
                    </a:lnTo>
                    <a:cubicBezTo>
                      <a:pt x="94440" y="185500"/>
                      <a:pt x="74637" y="180649"/>
                      <a:pt x="44201" y="170282"/>
                    </a:cubicBezTo>
                    <a:cubicBezTo>
                      <a:pt x="-855" y="154998"/>
                      <a:pt x="-33417" y="46479"/>
                      <a:pt x="59618" y="6607"/>
                    </a:cubicBezTo>
                    <a:cubicBezTo>
                      <a:pt x="72609" y="2864"/>
                      <a:pt x="85988" y="634"/>
                      <a:pt x="99490" y="-38"/>
                    </a:cubicBezTo>
                    <a:close/>
                  </a:path>
                </a:pathLst>
              </a:custGeom>
              <a:solidFill>
                <a:srgbClr val="EAEDFB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8" name="任意多边形: 形状 137"/>
              <p:cNvSpPr/>
              <p:nvPr/>
            </p:nvSpPr>
            <p:spPr>
              <a:xfrm>
                <a:off x="6773825" y="4590188"/>
                <a:ext cx="284088" cy="131653"/>
              </a:xfrm>
              <a:custGeom>
                <a:avLst/>
                <a:gdLst>
                  <a:gd name="connsiteX0" fmla="*/ 268468 w 284088"/>
                  <a:gd name="connsiteY0" fmla="*/ 115 h 131653"/>
                  <a:gd name="connsiteX1" fmla="*/ 15546 w 284088"/>
                  <a:gd name="connsiteY1" fmla="*/ 115 h 131653"/>
                  <a:gd name="connsiteX2" fmla="*/ -71 w 284088"/>
                  <a:gd name="connsiteY2" fmla="*/ 15665 h 131653"/>
                  <a:gd name="connsiteX3" fmla="*/ -71 w 284088"/>
                  <a:gd name="connsiteY3" fmla="*/ 115810 h 131653"/>
                  <a:gd name="connsiteX4" fmla="*/ 15546 w 284088"/>
                  <a:gd name="connsiteY4" fmla="*/ 131360 h 131653"/>
                  <a:gd name="connsiteX5" fmla="*/ 268468 w 284088"/>
                  <a:gd name="connsiteY5" fmla="*/ 131360 h 131653"/>
                  <a:gd name="connsiteX6" fmla="*/ 284018 w 284088"/>
                  <a:gd name="connsiteY6" fmla="*/ 130563 h 131653"/>
                  <a:gd name="connsiteX7" fmla="*/ 284018 w 284088"/>
                  <a:gd name="connsiteY7" fmla="*/ 447 h 131653"/>
                  <a:gd name="connsiteX8" fmla="*/ 268468 w 284088"/>
                  <a:gd name="connsiteY8" fmla="*/ 115 h 131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84088" h="131653">
                    <a:moveTo>
                      <a:pt x="268468" y="115"/>
                    </a:moveTo>
                    <a:lnTo>
                      <a:pt x="15546" y="115"/>
                    </a:lnTo>
                    <a:cubicBezTo>
                      <a:pt x="6947" y="115"/>
                      <a:pt x="-34" y="7066"/>
                      <a:pt x="-71" y="15665"/>
                    </a:cubicBezTo>
                    <a:lnTo>
                      <a:pt x="-71" y="115810"/>
                    </a:lnTo>
                    <a:cubicBezTo>
                      <a:pt x="-34" y="124409"/>
                      <a:pt x="6947" y="131360"/>
                      <a:pt x="15546" y="131360"/>
                    </a:cubicBezTo>
                    <a:lnTo>
                      <a:pt x="268468" y="131360"/>
                    </a:lnTo>
                    <a:cubicBezTo>
                      <a:pt x="273662" y="131877"/>
                      <a:pt x="278904" y="131608"/>
                      <a:pt x="284018" y="130563"/>
                    </a:cubicBezTo>
                    <a:lnTo>
                      <a:pt x="284018" y="447"/>
                    </a:lnTo>
                    <a:cubicBezTo>
                      <a:pt x="278851" y="-58"/>
                      <a:pt x="273652" y="-169"/>
                      <a:pt x="268468" y="115"/>
                    </a:cubicBezTo>
                    <a:close/>
                  </a:path>
                </a:pathLst>
              </a:custGeom>
              <a:solidFill>
                <a:srgbClr val="B0C0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9" name="任意多边形: 形状 138"/>
              <p:cNvSpPr/>
              <p:nvPr/>
            </p:nvSpPr>
            <p:spPr>
              <a:xfrm>
                <a:off x="5888186" y="4407461"/>
                <a:ext cx="1089717" cy="186003"/>
              </a:xfrm>
              <a:custGeom>
                <a:avLst/>
                <a:gdLst>
                  <a:gd name="connsiteX0" fmla="*/ 99490 w 1089717"/>
                  <a:gd name="connsiteY0" fmla="*/ -38 h 186003"/>
                  <a:gd name="connsiteX1" fmla="*/ 1044857 w 1089717"/>
                  <a:gd name="connsiteY1" fmla="*/ -38 h 186003"/>
                  <a:gd name="connsiteX2" fmla="*/ 1089647 w 1089717"/>
                  <a:gd name="connsiteY2" fmla="*/ 25679 h 186003"/>
                  <a:gd name="connsiteX3" fmla="*/ 1089647 w 1089717"/>
                  <a:gd name="connsiteY3" fmla="*/ 151941 h 186003"/>
                  <a:gd name="connsiteX4" fmla="*/ 1045455 w 1089717"/>
                  <a:gd name="connsiteY4" fmla="*/ 173206 h 186003"/>
                  <a:gd name="connsiteX5" fmla="*/ 106136 w 1089717"/>
                  <a:gd name="connsiteY5" fmla="*/ 185965 h 186003"/>
                  <a:gd name="connsiteX6" fmla="*/ 44201 w 1089717"/>
                  <a:gd name="connsiteY6" fmla="*/ 170149 h 186003"/>
                  <a:gd name="connsiteX7" fmla="*/ 59618 w 1089717"/>
                  <a:gd name="connsiteY7" fmla="*/ 6541 h 186003"/>
                  <a:gd name="connsiteX8" fmla="*/ 99490 w 1089717"/>
                  <a:gd name="connsiteY8" fmla="*/ -38 h 1860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89717" h="186003">
                    <a:moveTo>
                      <a:pt x="99490" y="-38"/>
                    </a:moveTo>
                    <a:lnTo>
                      <a:pt x="1044857" y="-38"/>
                    </a:lnTo>
                    <a:cubicBezTo>
                      <a:pt x="1069645" y="-38"/>
                      <a:pt x="1089647" y="959"/>
                      <a:pt x="1089647" y="25679"/>
                    </a:cubicBezTo>
                    <a:lnTo>
                      <a:pt x="1089647" y="151941"/>
                    </a:lnTo>
                    <a:cubicBezTo>
                      <a:pt x="1089647" y="176462"/>
                      <a:pt x="1069711" y="172874"/>
                      <a:pt x="1045455" y="173206"/>
                    </a:cubicBezTo>
                    <a:lnTo>
                      <a:pt x="106136" y="185965"/>
                    </a:lnTo>
                    <a:cubicBezTo>
                      <a:pt x="94440" y="185367"/>
                      <a:pt x="74636" y="180516"/>
                      <a:pt x="44201" y="170149"/>
                    </a:cubicBezTo>
                    <a:cubicBezTo>
                      <a:pt x="-855" y="154931"/>
                      <a:pt x="-33417" y="46413"/>
                      <a:pt x="59618" y="6541"/>
                    </a:cubicBezTo>
                    <a:cubicBezTo>
                      <a:pt x="72604" y="2788"/>
                      <a:pt x="85987" y="579"/>
                      <a:pt x="99490" y="-38"/>
                    </a:cubicBez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40" name="任意多边形: 形状 139"/>
              <p:cNvSpPr/>
              <p:nvPr/>
            </p:nvSpPr>
            <p:spPr>
              <a:xfrm>
                <a:off x="6693881" y="4433094"/>
                <a:ext cx="284022" cy="131566"/>
              </a:xfrm>
              <a:custGeom>
                <a:avLst/>
                <a:gdLst>
                  <a:gd name="connsiteX0" fmla="*/ 268402 w 284022"/>
                  <a:gd name="connsiteY0" fmla="*/ 46 h 131566"/>
                  <a:gd name="connsiteX1" fmla="*/ 15480 w 284022"/>
                  <a:gd name="connsiteY1" fmla="*/ 46 h 131566"/>
                  <a:gd name="connsiteX2" fmla="*/ -71 w 284022"/>
                  <a:gd name="connsiteY2" fmla="*/ 15596 h 131566"/>
                  <a:gd name="connsiteX3" fmla="*/ -71 w 284022"/>
                  <a:gd name="connsiteY3" fmla="*/ 15662 h 131566"/>
                  <a:gd name="connsiteX4" fmla="*/ -71 w 284022"/>
                  <a:gd name="connsiteY4" fmla="*/ 115742 h 131566"/>
                  <a:gd name="connsiteX5" fmla="*/ 15346 w 284022"/>
                  <a:gd name="connsiteY5" fmla="*/ 131292 h 131566"/>
                  <a:gd name="connsiteX6" fmla="*/ 15479 w 284022"/>
                  <a:gd name="connsiteY6" fmla="*/ 131292 h 131566"/>
                  <a:gd name="connsiteX7" fmla="*/ 268402 w 284022"/>
                  <a:gd name="connsiteY7" fmla="*/ 131292 h 131566"/>
                  <a:gd name="connsiteX8" fmla="*/ 283952 w 284022"/>
                  <a:gd name="connsiteY8" fmla="*/ 130561 h 131566"/>
                  <a:gd name="connsiteX9" fmla="*/ 283952 w 284022"/>
                  <a:gd name="connsiteY9" fmla="*/ 511 h 131566"/>
                  <a:gd name="connsiteX10" fmla="*/ 268402 w 284022"/>
                  <a:gd name="connsiteY10" fmla="*/ 46 h 1315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84022" h="131566">
                    <a:moveTo>
                      <a:pt x="268402" y="46"/>
                    </a:moveTo>
                    <a:lnTo>
                      <a:pt x="15480" y="46"/>
                    </a:lnTo>
                    <a:cubicBezTo>
                      <a:pt x="6892" y="46"/>
                      <a:pt x="-71" y="7008"/>
                      <a:pt x="-71" y="15596"/>
                    </a:cubicBezTo>
                    <a:cubicBezTo>
                      <a:pt x="-71" y="15618"/>
                      <a:pt x="-71" y="15640"/>
                      <a:pt x="-71" y="15662"/>
                    </a:cubicBezTo>
                    <a:lnTo>
                      <a:pt x="-71" y="115742"/>
                    </a:lnTo>
                    <a:cubicBezTo>
                      <a:pt x="-108" y="124293"/>
                      <a:pt x="6795" y="131255"/>
                      <a:pt x="15346" y="131292"/>
                    </a:cubicBezTo>
                    <a:cubicBezTo>
                      <a:pt x="15390" y="131292"/>
                      <a:pt x="15435" y="131292"/>
                      <a:pt x="15479" y="131292"/>
                    </a:cubicBezTo>
                    <a:lnTo>
                      <a:pt x="268402" y="131292"/>
                    </a:lnTo>
                    <a:cubicBezTo>
                      <a:pt x="273594" y="131769"/>
                      <a:pt x="278827" y="131523"/>
                      <a:pt x="283952" y="130561"/>
                    </a:cubicBezTo>
                    <a:lnTo>
                      <a:pt x="283952" y="511"/>
                    </a:lnTo>
                    <a:cubicBezTo>
                      <a:pt x="278785" y="2"/>
                      <a:pt x="273590" y="-154"/>
                      <a:pt x="268402" y="46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141" name="图形 4"/>
            <p:cNvGrpSpPr/>
            <p:nvPr/>
          </p:nvGrpSpPr>
          <p:grpSpPr>
            <a:xfrm>
              <a:off x="3801959" y="3726844"/>
              <a:ext cx="1145262" cy="2865009"/>
              <a:chOff x="3801959" y="3726844"/>
              <a:chExt cx="1145262" cy="2865009"/>
            </a:xfrm>
          </p:grpSpPr>
          <p:sp>
            <p:nvSpPr>
              <p:cNvPr id="142" name="任意多边形: 形状 141"/>
              <p:cNvSpPr/>
              <p:nvPr/>
            </p:nvSpPr>
            <p:spPr>
              <a:xfrm>
                <a:off x="3801959" y="3726844"/>
                <a:ext cx="892204" cy="892204"/>
              </a:xfrm>
              <a:custGeom>
                <a:avLst/>
                <a:gdLst>
                  <a:gd name="connsiteX0" fmla="*/ 892204 w 892204"/>
                  <a:gd name="connsiteY0" fmla="*/ 446102 h 892204"/>
                  <a:gd name="connsiteX1" fmla="*/ 446102 w 892204"/>
                  <a:gd name="connsiteY1" fmla="*/ 892205 h 892204"/>
                  <a:gd name="connsiteX2" fmla="*/ 0 w 892204"/>
                  <a:gd name="connsiteY2" fmla="*/ 446102 h 892204"/>
                  <a:gd name="connsiteX3" fmla="*/ 446102 w 892204"/>
                  <a:gd name="connsiteY3" fmla="*/ 0 h 892204"/>
                  <a:gd name="connsiteX4" fmla="*/ 892204 w 892204"/>
                  <a:gd name="connsiteY4" fmla="*/ 446102 h 892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2204" h="892204">
                    <a:moveTo>
                      <a:pt x="892204" y="446102"/>
                    </a:moveTo>
                    <a:cubicBezTo>
                      <a:pt x="892204" y="692478"/>
                      <a:pt x="692478" y="892205"/>
                      <a:pt x="446102" y="892205"/>
                    </a:cubicBezTo>
                    <a:cubicBezTo>
                      <a:pt x="199727" y="892205"/>
                      <a:pt x="0" y="692478"/>
                      <a:pt x="0" y="446102"/>
                    </a:cubicBezTo>
                    <a:cubicBezTo>
                      <a:pt x="0" y="199727"/>
                      <a:pt x="199727" y="0"/>
                      <a:pt x="446102" y="0"/>
                    </a:cubicBezTo>
                    <a:cubicBezTo>
                      <a:pt x="692478" y="0"/>
                      <a:pt x="892204" y="199727"/>
                      <a:pt x="892204" y="446102"/>
                    </a:cubicBezTo>
                    <a:close/>
                  </a:path>
                </a:pathLst>
              </a:custGeom>
              <a:noFill/>
              <a:ln w="26545" cap="flat">
                <a:solidFill>
                  <a:srgbClr val="E1E6FB"/>
                </a:solidFill>
                <a:custDash>
                  <a:ds d="879000" sp="879000"/>
                </a:custDash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43" name="任意多边形: 形状 142"/>
              <p:cNvSpPr/>
              <p:nvPr/>
            </p:nvSpPr>
            <p:spPr>
              <a:xfrm>
                <a:off x="4169247" y="4585955"/>
                <a:ext cx="157561" cy="49441"/>
              </a:xfrm>
              <a:custGeom>
                <a:avLst/>
                <a:gdLst>
                  <a:gd name="connsiteX0" fmla="*/ 132841 w 157561"/>
                  <a:gd name="connsiteY0" fmla="*/ 0 h 49441"/>
                  <a:gd name="connsiteX1" fmla="*/ 157561 w 157561"/>
                  <a:gd name="connsiteY1" fmla="*/ 0 h 49441"/>
                  <a:gd name="connsiteX2" fmla="*/ 157561 w 157561"/>
                  <a:gd name="connsiteY2" fmla="*/ 49441 h 49441"/>
                  <a:gd name="connsiteX3" fmla="*/ 132841 w 157561"/>
                  <a:gd name="connsiteY3" fmla="*/ 49441 h 49441"/>
                  <a:gd name="connsiteX4" fmla="*/ 24721 w 157561"/>
                  <a:gd name="connsiteY4" fmla="*/ 49441 h 49441"/>
                  <a:gd name="connsiteX5" fmla="*/ 0 w 157561"/>
                  <a:gd name="connsiteY5" fmla="*/ 49441 h 49441"/>
                  <a:gd name="connsiteX6" fmla="*/ 0 w 157561"/>
                  <a:gd name="connsiteY6" fmla="*/ 0 h 49441"/>
                  <a:gd name="connsiteX7" fmla="*/ 24721 w 157561"/>
                  <a:gd name="connsiteY7" fmla="*/ 0 h 494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57561" h="49441">
                    <a:moveTo>
                      <a:pt x="132841" y="0"/>
                    </a:moveTo>
                    <a:cubicBezTo>
                      <a:pt x="146493" y="0"/>
                      <a:pt x="157561" y="0"/>
                      <a:pt x="157561" y="0"/>
                    </a:cubicBezTo>
                    <a:lnTo>
                      <a:pt x="157561" y="49441"/>
                    </a:lnTo>
                    <a:cubicBezTo>
                      <a:pt x="157561" y="49441"/>
                      <a:pt x="146493" y="49441"/>
                      <a:pt x="132841" y="49441"/>
                    </a:cubicBezTo>
                    <a:lnTo>
                      <a:pt x="24721" y="49441"/>
                    </a:lnTo>
                    <a:cubicBezTo>
                      <a:pt x="11068" y="49441"/>
                      <a:pt x="0" y="49441"/>
                      <a:pt x="0" y="49441"/>
                    </a:cubicBezTo>
                    <a:lnTo>
                      <a:pt x="0" y="0"/>
                    </a:lnTo>
                    <a:cubicBezTo>
                      <a:pt x="0" y="0"/>
                      <a:pt x="11068" y="0"/>
                      <a:pt x="24721" y="0"/>
                    </a:cubicBezTo>
                    <a:close/>
                  </a:path>
                </a:pathLst>
              </a:custGeom>
              <a:solidFill>
                <a:srgbClr val="E1E6FB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44" name="任意多边形: 形状 143"/>
              <p:cNvSpPr/>
              <p:nvPr/>
            </p:nvSpPr>
            <p:spPr>
              <a:xfrm>
                <a:off x="3854989" y="3775222"/>
                <a:ext cx="790796" cy="790796"/>
              </a:xfrm>
              <a:custGeom>
                <a:avLst/>
                <a:gdLst>
                  <a:gd name="connsiteX0" fmla="*/ 790796 w 790796"/>
                  <a:gd name="connsiteY0" fmla="*/ 395398 h 790796"/>
                  <a:gd name="connsiteX1" fmla="*/ 395398 w 790796"/>
                  <a:gd name="connsiteY1" fmla="*/ 790796 h 790796"/>
                  <a:gd name="connsiteX2" fmla="*/ 0 w 790796"/>
                  <a:gd name="connsiteY2" fmla="*/ 395398 h 790796"/>
                  <a:gd name="connsiteX3" fmla="*/ 395398 w 790796"/>
                  <a:gd name="connsiteY3" fmla="*/ 0 h 790796"/>
                  <a:gd name="connsiteX4" fmla="*/ 790796 w 790796"/>
                  <a:gd name="connsiteY4" fmla="*/ 395398 h 7907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90796" h="790796">
                    <a:moveTo>
                      <a:pt x="790796" y="395398"/>
                    </a:moveTo>
                    <a:cubicBezTo>
                      <a:pt x="790796" y="613771"/>
                      <a:pt x="613771" y="790796"/>
                      <a:pt x="395398" y="790796"/>
                    </a:cubicBezTo>
                    <a:cubicBezTo>
                      <a:pt x="177026" y="790796"/>
                      <a:pt x="0" y="613771"/>
                      <a:pt x="0" y="395398"/>
                    </a:cubicBezTo>
                    <a:cubicBezTo>
                      <a:pt x="0" y="177026"/>
                      <a:pt x="177026" y="0"/>
                      <a:pt x="395398" y="0"/>
                    </a:cubicBezTo>
                    <a:cubicBezTo>
                      <a:pt x="613771" y="0"/>
                      <a:pt x="790796" y="177026"/>
                      <a:pt x="790796" y="395398"/>
                    </a:cubicBezTo>
                    <a:close/>
                  </a:path>
                </a:pathLst>
              </a:custGeom>
              <a:solidFill>
                <a:srgbClr val="E1E6FB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45" name="任意多边形: 形状 144"/>
              <p:cNvSpPr/>
              <p:nvPr/>
            </p:nvSpPr>
            <p:spPr>
              <a:xfrm>
                <a:off x="4234305" y="4619049"/>
                <a:ext cx="32030" cy="1901633"/>
              </a:xfrm>
              <a:custGeom>
                <a:avLst/>
                <a:gdLst>
                  <a:gd name="connsiteX0" fmla="*/ 0 w 32030"/>
                  <a:gd name="connsiteY0" fmla="*/ 0 h 1901633"/>
                  <a:gd name="connsiteX1" fmla="*/ 32031 w 32030"/>
                  <a:gd name="connsiteY1" fmla="*/ 0 h 1901633"/>
                  <a:gd name="connsiteX2" fmla="*/ 32031 w 32030"/>
                  <a:gd name="connsiteY2" fmla="*/ 1901633 h 1901633"/>
                  <a:gd name="connsiteX3" fmla="*/ 0 w 32030"/>
                  <a:gd name="connsiteY3" fmla="*/ 1901633 h 1901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030" h="1901633">
                    <a:moveTo>
                      <a:pt x="0" y="0"/>
                    </a:moveTo>
                    <a:lnTo>
                      <a:pt x="32031" y="0"/>
                    </a:lnTo>
                    <a:lnTo>
                      <a:pt x="32031" y="1901633"/>
                    </a:lnTo>
                    <a:lnTo>
                      <a:pt x="0" y="1901633"/>
                    </a:lnTo>
                    <a:close/>
                  </a:path>
                </a:pathLst>
              </a:custGeom>
              <a:solidFill>
                <a:srgbClr val="E1E6FB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46" name="任意多边形: 形状 145"/>
              <p:cNvSpPr/>
              <p:nvPr/>
            </p:nvSpPr>
            <p:spPr>
              <a:xfrm rot="-2700000">
                <a:off x="4120029" y="4864376"/>
                <a:ext cx="685268" cy="685268"/>
              </a:xfrm>
              <a:custGeom>
                <a:avLst/>
                <a:gdLst>
                  <a:gd name="connsiteX0" fmla="*/ 685198 w 685268"/>
                  <a:gd name="connsiteY0" fmla="*/ 342596 h 685268"/>
                  <a:gd name="connsiteX1" fmla="*/ 342563 w 685268"/>
                  <a:gd name="connsiteY1" fmla="*/ 685230 h 685268"/>
                  <a:gd name="connsiteX2" fmla="*/ -71 w 685268"/>
                  <a:gd name="connsiteY2" fmla="*/ 342596 h 685268"/>
                  <a:gd name="connsiteX3" fmla="*/ 342563 w 685268"/>
                  <a:gd name="connsiteY3" fmla="*/ -38 h 685268"/>
                  <a:gd name="connsiteX4" fmla="*/ 685198 w 685268"/>
                  <a:gd name="connsiteY4" fmla="*/ 342596 h 6852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85268" h="685268">
                    <a:moveTo>
                      <a:pt x="685198" y="342596"/>
                    </a:moveTo>
                    <a:cubicBezTo>
                      <a:pt x="685198" y="531828"/>
                      <a:pt x="531795" y="685230"/>
                      <a:pt x="342563" y="685230"/>
                    </a:cubicBezTo>
                    <a:cubicBezTo>
                      <a:pt x="153332" y="685230"/>
                      <a:pt x="-71" y="531827"/>
                      <a:pt x="-71" y="342596"/>
                    </a:cubicBezTo>
                    <a:cubicBezTo>
                      <a:pt x="-71" y="153364"/>
                      <a:pt x="153332" y="-38"/>
                      <a:pt x="342563" y="-38"/>
                    </a:cubicBezTo>
                    <a:cubicBezTo>
                      <a:pt x="531795" y="-38"/>
                      <a:pt x="685198" y="153364"/>
                      <a:pt x="685198" y="342596"/>
                    </a:cubicBezTo>
                    <a:close/>
                  </a:path>
                </a:pathLst>
              </a:custGeom>
              <a:noFill/>
              <a:ln w="26545" cap="flat">
                <a:solidFill>
                  <a:srgbClr val="E1E6FB"/>
                </a:solidFill>
                <a:custDash>
                  <a:ds d="867750" sp="867750"/>
                </a:custDash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47" name="任意多边形: 形状 146"/>
              <p:cNvSpPr/>
              <p:nvPr/>
            </p:nvSpPr>
            <p:spPr>
              <a:xfrm>
                <a:off x="4402167" y="5524278"/>
                <a:ext cx="121011" cy="37944"/>
              </a:xfrm>
              <a:custGeom>
                <a:avLst/>
                <a:gdLst>
                  <a:gd name="connsiteX0" fmla="*/ 103069 w 121011"/>
                  <a:gd name="connsiteY0" fmla="*/ 0 h 37944"/>
                  <a:gd name="connsiteX1" fmla="*/ 121012 w 121011"/>
                  <a:gd name="connsiteY1" fmla="*/ 0 h 37944"/>
                  <a:gd name="connsiteX2" fmla="*/ 121012 w 121011"/>
                  <a:gd name="connsiteY2" fmla="*/ 37945 h 37944"/>
                  <a:gd name="connsiteX3" fmla="*/ 103069 w 121011"/>
                  <a:gd name="connsiteY3" fmla="*/ 37945 h 37944"/>
                  <a:gd name="connsiteX4" fmla="*/ 17942 w 121011"/>
                  <a:gd name="connsiteY4" fmla="*/ 37945 h 37944"/>
                  <a:gd name="connsiteX5" fmla="*/ 0 w 121011"/>
                  <a:gd name="connsiteY5" fmla="*/ 37945 h 37944"/>
                  <a:gd name="connsiteX6" fmla="*/ 0 w 121011"/>
                  <a:gd name="connsiteY6" fmla="*/ 0 h 37944"/>
                  <a:gd name="connsiteX7" fmla="*/ 17942 w 121011"/>
                  <a:gd name="connsiteY7" fmla="*/ 0 h 379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011" h="37944">
                    <a:moveTo>
                      <a:pt x="103069" y="0"/>
                    </a:moveTo>
                    <a:cubicBezTo>
                      <a:pt x="112979" y="0"/>
                      <a:pt x="121012" y="0"/>
                      <a:pt x="121012" y="0"/>
                    </a:cubicBezTo>
                    <a:lnTo>
                      <a:pt x="121012" y="37945"/>
                    </a:lnTo>
                    <a:cubicBezTo>
                      <a:pt x="121012" y="37945"/>
                      <a:pt x="112979" y="37945"/>
                      <a:pt x="103069" y="37945"/>
                    </a:cubicBezTo>
                    <a:lnTo>
                      <a:pt x="17942" y="37945"/>
                    </a:lnTo>
                    <a:cubicBezTo>
                      <a:pt x="8033" y="37945"/>
                      <a:pt x="0" y="37945"/>
                      <a:pt x="0" y="37945"/>
                    </a:cubicBezTo>
                    <a:lnTo>
                      <a:pt x="0" y="0"/>
                    </a:lnTo>
                    <a:cubicBezTo>
                      <a:pt x="0" y="0"/>
                      <a:pt x="8033" y="0"/>
                      <a:pt x="17942" y="0"/>
                    </a:cubicBezTo>
                    <a:close/>
                  </a:path>
                </a:pathLst>
              </a:custGeom>
              <a:solidFill>
                <a:srgbClr val="E1E6FB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48" name="任意多边形: 形状 147"/>
              <p:cNvSpPr/>
              <p:nvPr/>
            </p:nvSpPr>
            <p:spPr>
              <a:xfrm>
                <a:off x="4173766" y="6520682"/>
                <a:ext cx="362304" cy="37944"/>
              </a:xfrm>
              <a:custGeom>
                <a:avLst/>
                <a:gdLst>
                  <a:gd name="connsiteX0" fmla="*/ 344362 w 362304"/>
                  <a:gd name="connsiteY0" fmla="*/ 0 h 37944"/>
                  <a:gd name="connsiteX1" fmla="*/ 362304 w 362304"/>
                  <a:gd name="connsiteY1" fmla="*/ 0 h 37944"/>
                  <a:gd name="connsiteX2" fmla="*/ 362304 w 362304"/>
                  <a:gd name="connsiteY2" fmla="*/ 37945 h 37944"/>
                  <a:gd name="connsiteX3" fmla="*/ 344362 w 362304"/>
                  <a:gd name="connsiteY3" fmla="*/ 37945 h 37944"/>
                  <a:gd name="connsiteX4" fmla="*/ 17942 w 362304"/>
                  <a:gd name="connsiteY4" fmla="*/ 37945 h 37944"/>
                  <a:gd name="connsiteX5" fmla="*/ 0 w 362304"/>
                  <a:gd name="connsiteY5" fmla="*/ 37945 h 37944"/>
                  <a:gd name="connsiteX6" fmla="*/ 0 w 362304"/>
                  <a:gd name="connsiteY6" fmla="*/ 0 h 37944"/>
                  <a:gd name="connsiteX7" fmla="*/ 17942 w 362304"/>
                  <a:gd name="connsiteY7" fmla="*/ 0 h 379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62304" h="37944">
                    <a:moveTo>
                      <a:pt x="344362" y="0"/>
                    </a:moveTo>
                    <a:cubicBezTo>
                      <a:pt x="354271" y="0"/>
                      <a:pt x="362304" y="0"/>
                      <a:pt x="362304" y="0"/>
                    </a:cubicBezTo>
                    <a:lnTo>
                      <a:pt x="362304" y="37945"/>
                    </a:lnTo>
                    <a:cubicBezTo>
                      <a:pt x="362304" y="37945"/>
                      <a:pt x="354271" y="37945"/>
                      <a:pt x="344362" y="37945"/>
                    </a:cubicBezTo>
                    <a:lnTo>
                      <a:pt x="17942" y="37945"/>
                    </a:lnTo>
                    <a:cubicBezTo>
                      <a:pt x="8033" y="37945"/>
                      <a:pt x="0" y="37945"/>
                      <a:pt x="0" y="37945"/>
                    </a:cubicBezTo>
                    <a:lnTo>
                      <a:pt x="0" y="0"/>
                    </a:lnTo>
                    <a:cubicBezTo>
                      <a:pt x="0" y="0"/>
                      <a:pt x="8033" y="0"/>
                      <a:pt x="17942" y="0"/>
                    </a:cubicBezTo>
                    <a:close/>
                  </a:path>
                </a:pathLst>
              </a:custGeom>
              <a:solidFill>
                <a:srgbClr val="E1E6FB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49" name="任意多边形: 形状 148"/>
              <p:cNvSpPr/>
              <p:nvPr/>
            </p:nvSpPr>
            <p:spPr>
              <a:xfrm>
                <a:off x="4082924" y="6553908"/>
                <a:ext cx="537276" cy="37944"/>
              </a:xfrm>
              <a:custGeom>
                <a:avLst/>
                <a:gdLst>
                  <a:gd name="connsiteX0" fmla="*/ 519334 w 537276"/>
                  <a:gd name="connsiteY0" fmla="*/ 0 h 37944"/>
                  <a:gd name="connsiteX1" fmla="*/ 537277 w 537276"/>
                  <a:gd name="connsiteY1" fmla="*/ 0 h 37944"/>
                  <a:gd name="connsiteX2" fmla="*/ 537277 w 537276"/>
                  <a:gd name="connsiteY2" fmla="*/ 37945 h 37944"/>
                  <a:gd name="connsiteX3" fmla="*/ 519334 w 537276"/>
                  <a:gd name="connsiteY3" fmla="*/ 37945 h 37944"/>
                  <a:gd name="connsiteX4" fmla="*/ 17942 w 537276"/>
                  <a:gd name="connsiteY4" fmla="*/ 37945 h 37944"/>
                  <a:gd name="connsiteX5" fmla="*/ 0 w 537276"/>
                  <a:gd name="connsiteY5" fmla="*/ 37945 h 37944"/>
                  <a:gd name="connsiteX6" fmla="*/ 0 w 537276"/>
                  <a:gd name="connsiteY6" fmla="*/ 0 h 37944"/>
                  <a:gd name="connsiteX7" fmla="*/ 17942 w 537276"/>
                  <a:gd name="connsiteY7" fmla="*/ 0 h 379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37276" h="37944">
                    <a:moveTo>
                      <a:pt x="519334" y="0"/>
                    </a:moveTo>
                    <a:cubicBezTo>
                      <a:pt x="529243" y="0"/>
                      <a:pt x="537277" y="0"/>
                      <a:pt x="537277" y="0"/>
                    </a:cubicBezTo>
                    <a:lnTo>
                      <a:pt x="537277" y="37945"/>
                    </a:lnTo>
                    <a:cubicBezTo>
                      <a:pt x="537277" y="37945"/>
                      <a:pt x="529243" y="37945"/>
                      <a:pt x="519334" y="37945"/>
                    </a:cubicBezTo>
                    <a:lnTo>
                      <a:pt x="17942" y="37945"/>
                    </a:lnTo>
                    <a:cubicBezTo>
                      <a:pt x="8033" y="37945"/>
                      <a:pt x="0" y="37945"/>
                      <a:pt x="0" y="37945"/>
                    </a:cubicBezTo>
                    <a:lnTo>
                      <a:pt x="0" y="0"/>
                    </a:lnTo>
                    <a:cubicBezTo>
                      <a:pt x="0" y="0"/>
                      <a:pt x="8033" y="0"/>
                      <a:pt x="17942" y="0"/>
                    </a:cubicBezTo>
                    <a:close/>
                  </a:path>
                </a:pathLst>
              </a:custGeom>
              <a:solidFill>
                <a:srgbClr val="E1E6FB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50" name="任意多边形: 形状 149"/>
              <p:cNvSpPr/>
              <p:nvPr/>
            </p:nvSpPr>
            <p:spPr>
              <a:xfrm>
                <a:off x="4160808" y="4901542"/>
                <a:ext cx="607384" cy="607384"/>
              </a:xfrm>
              <a:custGeom>
                <a:avLst/>
                <a:gdLst>
                  <a:gd name="connsiteX0" fmla="*/ 607385 w 607384"/>
                  <a:gd name="connsiteY0" fmla="*/ 303692 h 607384"/>
                  <a:gd name="connsiteX1" fmla="*/ 303692 w 607384"/>
                  <a:gd name="connsiteY1" fmla="*/ 607385 h 607384"/>
                  <a:gd name="connsiteX2" fmla="*/ 0 w 607384"/>
                  <a:gd name="connsiteY2" fmla="*/ 303692 h 607384"/>
                  <a:gd name="connsiteX3" fmla="*/ 303692 w 607384"/>
                  <a:gd name="connsiteY3" fmla="*/ 0 h 607384"/>
                  <a:gd name="connsiteX4" fmla="*/ 607385 w 607384"/>
                  <a:gd name="connsiteY4" fmla="*/ 303692 h 607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7384" h="607384">
                    <a:moveTo>
                      <a:pt x="607385" y="303692"/>
                    </a:moveTo>
                    <a:cubicBezTo>
                      <a:pt x="607385" y="471417"/>
                      <a:pt x="471417" y="607385"/>
                      <a:pt x="303692" y="607385"/>
                    </a:cubicBezTo>
                    <a:cubicBezTo>
                      <a:pt x="135968" y="607385"/>
                      <a:pt x="0" y="471417"/>
                      <a:pt x="0" y="303692"/>
                    </a:cubicBezTo>
                    <a:cubicBezTo>
                      <a:pt x="0" y="135967"/>
                      <a:pt x="135968" y="0"/>
                      <a:pt x="303692" y="0"/>
                    </a:cubicBezTo>
                    <a:cubicBezTo>
                      <a:pt x="471417" y="0"/>
                      <a:pt x="607385" y="135967"/>
                      <a:pt x="607385" y="303692"/>
                    </a:cubicBezTo>
                    <a:close/>
                  </a:path>
                </a:pathLst>
              </a:custGeom>
              <a:solidFill>
                <a:srgbClr val="E1E6FB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51" name="任意多边形: 形状 150"/>
              <p:cNvSpPr/>
              <p:nvPr/>
            </p:nvSpPr>
            <p:spPr>
              <a:xfrm>
                <a:off x="4447421" y="4619049"/>
                <a:ext cx="32030" cy="1901633"/>
              </a:xfrm>
              <a:custGeom>
                <a:avLst/>
                <a:gdLst>
                  <a:gd name="connsiteX0" fmla="*/ 0 w 32030"/>
                  <a:gd name="connsiteY0" fmla="*/ 0 h 1901633"/>
                  <a:gd name="connsiteX1" fmla="*/ 32031 w 32030"/>
                  <a:gd name="connsiteY1" fmla="*/ 0 h 1901633"/>
                  <a:gd name="connsiteX2" fmla="*/ 32031 w 32030"/>
                  <a:gd name="connsiteY2" fmla="*/ 1901633 h 1901633"/>
                  <a:gd name="connsiteX3" fmla="*/ 0 w 32030"/>
                  <a:gd name="connsiteY3" fmla="*/ 1901633 h 1901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030" h="1901633">
                    <a:moveTo>
                      <a:pt x="0" y="0"/>
                    </a:moveTo>
                    <a:lnTo>
                      <a:pt x="32031" y="0"/>
                    </a:lnTo>
                    <a:lnTo>
                      <a:pt x="32031" y="1901633"/>
                    </a:lnTo>
                    <a:lnTo>
                      <a:pt x="0" y="1901633"/>
                    </a:lnTo>
                    <a:close/>
                  </a:path>
                </a:pathLst>
              </a:custGeom>
              <a:solidFill>
                <a:srgbClr val="E1E6FB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152" name="图形 4"/>
            <p:cNvGrpSpPr/>
            <p:nvPr/>
          </p:nvGrpSpPr>
          <p:grpSpPr>
            <a:xfrm>
              <a:off x="6727507" y="4396323"/>
              <a:ext cx="2609122" cy="2175261"/>
              <a:chOff x="6727507" y="4396323"/>
              <a:chExt cx="2609122" cy="2175261"/>
            </a:xfrm>
          </p:grpSpPr>
          <p:sp>
            <p:nvSpPr>
              <p:cNvPr id="153" name="任意多边形: 形状 152"/>
              <p:cNvSpPr/>
              <p:nvPr/>
            </p:nvSpPr>
            <p:spPr>
              <a:xfrm>
                <a:off x="6744093" y="4396323"/>
                <a:ext cx="2592535" cy="1857959"/>
              </a:xfrm>
              <a:custGeom>
                <a:avLst/>
                <a:gdLst>
                  <a:gd name="connsiteX0" fmla="*/ 16835 w 2592535"/>
                  <a:gd name="connsiteY0" fmla="*/ 1408682 h 1857959"/>
                  <a:gd name="connsiteX1" fmla="*/ 24591 w 2592535"/>
                  <a:gd name="connsiteY1" fmla="*/ 1507998 h 1857959"/>
                  <a:gd name="connsiteX2" fmla="*/ 32120 w 2592535"/>
                  <a:gd name="connsiteY2" fmla="*/ 1513613 h 1857959"/>
                  <a:gd name="connsiteX3" fmla="*/ 1587131 w 2592535"/>
                  <a:gd name="connsiteY3" fmla="*/ 1722675 h 1857959"/>
                  <a:gd name="connsiteX4" fmla="*/ 2591775 w 2592535"/>
                  <a:gd name="connsiteY4" fmla="*/ 109583 h 1857959"/>
                  <a:gd name="connsiteX5" fmla="*/ 1621554 w 2592535"/>
                  <a:gd name="connsiteY5" fmla="*/ 7710 h 1857959"/>
                  <a:gd name="connsiteX6" fmla="*/ 1012840 w 2592535"/>
                  <a:gd name="connsiteY6" fmla="*/ 1171576 h 1857959"/>
                  <a:gd name="connsiteX7" fmla="*/ 289494 w 2592535"/>
                  <a:gd name="connsiteY7" fmla="*/ 1154365 h 1857959"/>
                  <a:gd name="connsiteX8" fmla="*/ 16835 w 2592535"/>
                  <a:gd name="connsiteY8" fmla="*/ 1408683 h 18579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592535" h="1857959">
                    <a:moveTo>
                      <a:pt x="16835" y="1408682"/>
                    </a:moveTo>
                    <a:cubicBezTo>
                      <a:pt x="-8448" y="1438249"/>
                      <a:pt x="-4976" y="1482714"/>
                      <a:pt x="24591" y="1507998"/>
                    </a:cubicBezTo>
                    <a:cubicBezTo>
                      <a:pt x="26973" y="1510035"/>
                      <a:pt x="29488" y="1511911"/>
                      <a:pt x="32120" y="1513613"/>
                    </a:cubicBezTo>
                    <a:cubicBezTo>
                      <a:pt x="250220" y="1654693"/>
                      <a:pt x="983468" y="2070227"/>
                      <a:pt x="1587131" y="1722675"/>
                    </a:cubicBezTo>
                    <a:cubicBezTo>
                      <a:pt x="2304829" y="1309335"/>
                      <a:pt x="2608987" y="212918"/>
                      <a:pt x="2591775" y="109583"/>
                    </a:cubicBezTo>
                    <a:cubicBezTo>
                      <a:pt x="2574563" y="6248"/>
                      <a:pt x="2218639" y="-13821"/>
                      <a:pt x="1621554" y="7710"/>
                    </a:cubicBezTo>
                    <a:cubicBezTo>
                      <a:pt x="1024470" y="29241"/>
                      <a:pt x="1695982" y="1074023"/>
                      <a:pt x="1012840" y="1171576"/>
                    </a:cubicBezTo>
                    <a:cubicBezTo>
                      <a:pt x="329699" y="1269130"/>
                      <a:pt x="507794" y="987899"/>
                      <a:pt x="289494" y="1154365"/>
                    </a:cubicBezTo>
                    <a:cubicBezTo>
                      <a:pt x="190036" y="1229455"/>
                      <a:pt x="98658" y="1314686"/>
                      <a:pt x="16835" y="1408683"/>
                    </a:cubicBez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54" name="任意多边形: 形状 153"/>
              <p:cNvSpPr/>
              <p:nvPr/>
            </p:nvSpPr>
            <p:spPr>
              <a:xfrm>
                <a:off x="7157527" y="4669154"/>
                <a:ext cx="1102868" cy="1007236"/>
              </a:xfrm>
              <a:custGeom>
                <a:avLst/>
                <a:gdLst>
                  <a:gd name="connsiteX0" fmla="*/ -71 w 1102868"/>
                  <a:gd name="connsiteY0" fmla="*/ 830432 h 1007236"/>
                  <a:gd name="connsiteX1" fmla="*/ 927022 w 1102868"/>
                  <a:gd name="connsiteY1" fmla="*/ 548137 h 1007236"/>
                  <a:gd name="connsiteX2" fmla="*/ 1102193 w 1102868"/>
                  <a:gd name="connsiteY2" fmla="*/ 345521 h 1007236"/>
                  <a:gd name="connsiteX3" fmla="*/ 882897 w 1102868"/>
                  <a:gd name="connsiteY3" fmla="*/ 935296 h 1007236"/>
                  <a:gd name="connsiteX4" fmla="*/ 293322 w 1102868"/>
                  <a:gd name="connsiteY4" fmla="*/ 977826 h 1007236"/>
                  <a:gd name="connsiteX5" fmla="*/ -71 w 1102868"/>
                  <a:gd name="connsiteY5" fmla="*/ 830432 h 10072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02868" h="1007236">
                    <a:moveTo>
                      <a:pt x="-71" y="830432"/>
                    </a:moveTo>
                    <a:cubicBezTo>
                      <a:pt x="-71" y="830432"/>
                      <a:pt x="900972" y="1068136"/>
                      <a:pt x="927022" y="548137"/>
                    </a:cubicBezTo>
                    <a:cubicBezTo>
                      <a:pt x="963106" y="-176737"/>
                      <a:pt x="1113490" y="-116929"/>
                      <a:pt x="1102193" y="345521"/>
                    </a:cubicBezTo>
                    <a:cubicBezTo>
                      <a:pt x="1090896" y="807971"/>
                      <a:pt x="1097874" y="843922"/>
                      <a:pt x="882897" y="935296"/>
                    </a:cubicBezTo>
                    <a:cubicBezTo>
                      <a:pt x="697691" y="1014043"/>
                      <a:pt x="542389" y="1027932"/>
                      <a:pt x="293322" y="977826"/>
                    </a:cubicBezTo>
                    <a:cubicBezTo>
                      <a:pt x="89708" y="936890"/>
                      <a:pt x="-71" y="830432"/>
                      <a:pt x="-71" y="830432"/>
                    </a:cubicBezTo>
                    <a:close/>
                  </a:path>
                </a:pathLst>
              </a:custGeom>
              <a:solidFill>
                <a:srgbClr val="B0C0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55" name="任意多边形: 形状 154"/>
              <p:cNvSpPr/>
              <p:nvPr/>
            </p:nvSpPr>
            <p:spPr>
              <a:xfrm rot="2257800">
                <a:off x="6898168" y="5950993"/>
                <a:ext cx="48577" cy="355924"/>
              </a:xfrm>
              <a:custGeom>
                <a:avLst/>
                <a:gdLst>
                  <a:gd name="connsiteX0" fmla="*/ -71 w 48577"/>
                  <a:gd name="connsiteY0" fmla="*/ -38 h 355924"/>
                  <a:gd name="connsiteX1" fmla="*/ 48507 w 48577"/>
                  <a:gd name="connsiteY1" fmla="*/ -38 h 355924"/>
                  <a:gd name="connsiteX2" fmla="*/ 48507 w 48577"/>
                  <a:gd name="connsiteY2" fmla="*/ 355887 h 355924"/>
                  <a:gd name="connsiteX3" fmla="*/ -71 w 48577"/>
                  <a:gd name="connsiteY3" fmla="*/ 355887 h 3559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577" h="355924">
                    <a:moveTo>
                      <a:pt x="-71" y="-38"/>
                    </a:moveTo>
                    <a:lnTo>
                      <a:pt x="48507" y="-38"/>
                    </a:lnTo>
                    <a:lnTo>
                      <a:pt x="48507" y="355887"/>
                    </a:lnTo>
                    <a:lnTo>
                      <a:pt x="-71" y="355887"/>
                    </a:ln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56" name="任意多边形: 形状 155"/>
              <p:cNvSpPr/>
              <p:nvPr/>
            </p:nvSpPr>
            <p:spPr>
              <a:xfrm>
                <a:off x="6727507" y="6230413"/>
                <a:ext cx="135830" cy="135830"/>
              </a:xfrm>
              <a:custGeom>
                <a:avLst/>
                <a:gdLst>
                  <a:gd name="connsiteX0" fmla="*/ 135831 w 135830"/>
                  <a:gd name="connsiteY0" fmla="*/ 67916 h 135830"/>
                  <a:gd name="connsiteX1" fmla="*/ 67915 w 135830"/>
                  <a:gd name="connsiteY1" fmla="*/ 135831 h 135830"/>
                  <a:gd name="connsiteX2" fmla="*/ 0 w 135830"/>
                  <a:gd name="connsiteY2" fmla="*/ 67916 h 135830"/>
                  <a:gd name="connsiteX3" fmla="*/ 67915 w 135830"/>
                  <a:gd name="connsiteY3" fmla="*/ 0 h 135830"/>
                  <a:gd name="connsiteX4" fmla="*/ 135831 w 135830"/>
                  <a:gd name="connsiteY4" fmla="*/ 67916 h 1358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5830" h="135830">
                    <a:moveTo>
                      <a:pt x="135831" y="67916"/>
                    </a:moveTo>
                    <a:cubicBezTo>
                      <a:pt x="135831" y="105424"/>
                      <a:pt x="105424" y="135831"/>
                      <a:pt x="67915" y="135831"/>
                    </a:cubicBezTo>
                    <a:cubicBezTo>
                      <a:pt x="30407" y="135831"/>
                      <a:pt x="0" y="105424"/>
                      <a:pt x="0" y="67916"/>
                    </a:cubicBezTo>
                    <a:cubicBezTo>
                      <a:pt x="0" y="30407"/>
                      <a:pt x="30407" y="0"/>
                      <a:pt x="67915" y="0"/>
                    </a:cubicBezTo>
                    <a:cubicBezTo>
                      <a:pt x="105424" y="0"/>
                      <a:pt x="135831" y="30407"/>
                      <a:pt x="135831" y="67916"/>
                    </a:cubicBezTo>
                    <a:close/>
                  </a:path>
                </a:pathLst>
              </a:custGeom>
              <a:solidFill>
                <a:srgbClr val="B0C0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57" name="任意多边形: 形状 156"/>
              <p:cNvSpPr/>
              <p:nvPr/>
            </p:nvSpPr>
            <p:spPr>
              <a:xfrm rot="1800000">
                <a:off x="7380807" y="6139883"/>
                <a:ext cx="48577" cy="355924"/>
              </a:xfrm>
              <a:custGeom>
                <a:avLst/>
                <a:gdLst>
                  <a:gd name="connsiteX0" fmla="*/ -71 w 48577"/>
                  <a:gd name="connsiteY0" fmla="*/ -38 h 355924"/>
                  <a:gd name="connsiteX1" fmla="*/ 48507 w 48577"/>
                  <a:gd name="connsiteY1" fmla="*/ -38 h 355924"/>
                  <a:gd name="connsiteX2" fmla="*/ 48507 w 48577"/>
                  <a:gd name="connsiteY2" fmla="*/ 355887 h 355924"/>
                  <a:gd name="connsiteX3" fmla="*/ -71 w 48577"/>
                  <a:gd name="connsiteY3" fmla="*/ 355887 h 3559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577" h="355924">
                    <a:moveTo>
                      <a:pt x="-71" y="-38"/>
                    </a:moveTo>
                    <a:lnTo>
                      <a:pt x="48507" y="-38"/>
                    </a:lnTo>
                    <a:lnTo>
                      <a:pt x="48507" y="355887"/>
                    </a:lnTo>
                    <a:lnTo>
                      <a:pt x="-71" y="355887"/>
                    </a:ln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58" name="任意多边形: 形状 157"/>
              <p:cNvSpPr/>
              <p:nvPr/>
            </p:nvSpPr>
            <p:spPr>
              <a:xfrm>
                <a:off x="7237272" y="6435754"/>
                <a:ext cx="135830" cy="135830"/>
              </a:xfrm>
              <a:custGeom>
                <a:avLst/>
                <a:gdLst>
                  <a:gd name="connsiteX0" fmla="*/ 135831 w 135830"/>
                  <a:gd name="connsiteY0" fmla="*/ 67915 h 135830"/>
                  <a:gd name="connsiteX1" fmla="*/ 67916 w 135830"/>
                  <a:gd name="connsiteY1" fmla="*/ 135831 h 135830"/>
                  <a:gd name="connsiteX2" fmla="*/ 0 w 135830"/>
                  <a:gd name="connsiteY2" fmla="*/ 67915 h 135830"/>
                  <a:gd name="connsiteX3" fmla="*/ 67916 w 135830"/>
                  <a:gd name="connsiteY3" fmla="*/ 0 h 135830"/>
                  <a:gd name="connsiteX4" fmla="*/ 135831 w 135830"/>
                  <a:gd name="connsiteY4" fmla="*/ 67915 h 1358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5830" h="135830">
                    <a:moveTo>
                      <a:pt x="135831" y="67915"/>
                    </a:moveTo>
                    <a:cubicBezTo>
                      <a:pt x="135831" y="105424"/>
                      <a:pt x="105424" y="135831"/>
                      <a:pt x="67916" y="135831"/>
                    </a:cubicBezTo>
                    <a:cubicBezTo>
                      <a:pt x="30407" y="135831"/>
                      <a:pt x="0" y="105424"/>
                      <a:pt x="0" y="67915"/>
                    </a:cubicBezTo>
                    <a:cubicBezTo>
                      <a:pt x="0" y="30407"/>
                      <a:pt x="30407" y="0"/>
                      <a:pt x="67916" y="0"/>
                    </a:cubicBezTo>
                    <a:cubicBezTo>
                      <a:pt x="105424" y="0"/>
                      <a:pt x="135831" y="30407"/>
                      <a:pt x="135831" y="67915"/>
                    </a:cubicBezTo>
                    <a:close/>
                  </a:path>
                </a:pathLst>
              </a:custGeom>
              <a:solidFill>
                <a:srgbClr val="B0C0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59" name="任意多边形: 形状 158"/>
              <p:cNvSpPr/>
              <p:nvPr/>
            </p:nvSpPr>
            <p:spPr>
              <a:xfrm rot="-2385000">
                <a:off x="8417000" y="6051030"/>
                <a:ext cx="48577" cy="432811"/>
              </a:xfrm>
              <a:custGeom>
                <a:avLst/>
                <a:gdLst>
                  <a:gd name="connsiteX0" fmla="*/ -71 w 48577"/>
                  <a:gd name="connsiteY0" fmla="*/ -39 h 432811"/>
                  <a:gd name="connsiteX1" fmla="*/ 48507 w 48577"/>
                  <a:gd name="connsiteY1" fmla="*/ -39 h 432811"/>
                  <a:gd name="connsiteX2" fmla="*/ 48507 w 48577"/>
                  <a:gd name="connsiteY2" fmla="*/ 432773 h 432811"/>
                  <a:gd name="connsiteX3" fmla="*/ -71 w 48577"/>
                  <a:gd name="connsiteY3" fmla="*/ 432773 h 4328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577" h="432811">
                    <a:moveTo>
                      <a:pt x="-71" y="-39"/>
                    </a:moveTo>
                    <a:lnTo>
                      <a:pt x="48507" y="-39"/>
                    </a:lnTo>
                    <a:lnTo>
                      <a:pt x="48507" y="432773"/>
                    </a:lnTo>
                    <a:lnTo>
                      <a:pt x="-71" y="432773"/>
                    </a:ln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60" name="任意多边形: 形状 159"/>
              <p:cNvSpPr/>
              <p:nvPr/>
            </p:nvSpPr>
            <p:spPr>
              <a:xfrm>
                <a:off x="8530324" y="6397543"/>
                <a:ext cx="135830" cy="135830"/>
              </a:xfrm>
              <a:custGeom>
                <a:avLst/>
                <a:gdLst>
                  <a:gd name="connsiteX0" fmla="*/ 135831 w 135830"/>
                  <a:gd name="connsiteY0" fmla="*/ 67915 h 135830"/>
                  <a:gd name="connsiteX1" fmla="*/ 67916 w 135830"/>
                  <a:gd name="connsiteY1" fmla="*/ 135831 h 135830"/>
                  <a:gd name="connsiteX2" fmla="*/ 0 w 135830"/>
                  <a:gd name="connsiteY2" fmla="*/ 67915 h 135830"/>
                  <a:gd name="connsiteX3" fmla="*/ 67916 w 135830"/>
                  <a:gd name="connsiteY3" fmla="*/ 0 h 135830"/>
                  <a:gd name="connsiteX4" fmla="*/ 135831 w 135830"/>
                  <a:gd name="connsiteY4" fmla="*/ 67915 h 1358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5830" h="135830">
                    <a:moveTo>
                      <a:pt x="135831" y="67915"/>
                    </a:moveTo>
                    <a:cubicBezTo>
                      <a:pt x="135831" y="105424"/>
                      <a:pt x="105424" y="135831"/>
                      <a:pt x="67916" y="135831"/>
                    </a:cubicBezTo>
                    <a:cubicBezTo>
                      <a:pt x="30407" y="135831"/>
                      <a:pt x="0" y="105424"/>
                      <a:pt x="0" y="67915"/>
                    </a:cubicBezTo>
                    <a:cubicBezTo>
                      <a:pt x="0" y="30407"/>
                      <a:pt x="30407" y="0"/>
                      <a:pt x="67916" y="0"/>
                    </a:cubicBezTo>
                    <a:cubicBezTo>
                      <a:pt x="105424" y="0"/>
                      <a:pt x="135831" y="30407"/>
                      <a:pt x="135831" y="67915"/>
                    </a:cubicBezTo>
                    <a:close/>
                  </a:path>
                </a:pathLst>
              </a:custGeom>
              <a:solidFill>
                <a:srgbClr val="B0C0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61" name="任意多边形: 形状 160"/>
              <p:cNvSpPr/>
              <p:nvPr/>
            </p:nvSpPr>
            <p:spPr>
              <a:xfrm rot="-2385000">
                <a:off x="7900566" y="5894884"/>
                <a:ext cx="48577" cy="432811"/>
              </a:xfrm>
              <a:custGeom>
                <a:avLst/>
                <a:gdLst>
                  <a:gd name="connsiteX0" fmla="*/ -71 w 48577"/>
                  <a:gd name="connsiteY0" fmla="*/ -39 h 432811"/>
                  <a:gd name="connsiteX1" fmla="*/ 48507 w 48577"/>
                  <a:gd name="connsiteY1" fmla="*/ -39 h 432811"/>
                  <a:gd name="connsiteX2" fmla="*/ 48507 w 48577"/>
                  <a:gd name="connsiteY2" fmla="*/ 432773 h 432811"/>
                  <a:gd name="connsiteX3" fmla="*/ -71 w 48577"/>
                  <a:gd name="connsiteY3" fmla="*/ 432773 h 4328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577" h="432811">
                    <a:moveTo>
                      <a:pt x="-71" y="-39"/>
                    </a:moveTo>
                    <a:lnTo>
                      <a:pt x="48507" y="-39"/>
                    </a:lnTo>
                    <a:lnTo>
                      <a:pt x="48507" y="432773"/>
                    </a:lnTo>
                    <a:lnTo>
                      <a:pt x="-71" y="432773"/>
                    </a:ln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62" name="任意多边形: 形状 161"/>
              <p:cNvSpPr/>
              <p:nvPr/>
            </p:nvSpPr>
            <p:spPr>
              <a:xfrm>
                <a:off x="8013913" y="6241444"/>
                <a:ext cx="135830" cy="135830"/>
              </a:xfrm>
              <a:custGeom>
                <a:avLst/>
                <a:gdLst>
                  <a:gd name="connsiteX0" fmla="*/ 135831 w 135830"/>
                  <a:gd name="connsiteY0" fmla="*/ 67915 h 135830"/>
                  <a:gd name="connsiteX1" fmla="*/ 67916 w 135830"/>
                  <a:gd name="connsiteY1" fmla="*/ 135831 h 135830"/>
                  <a:gd name="connsiteX2" fmla="*/ 0 w 135830"/>
                  <a:gd name="connsiteY2" fmla="*/ 67915 h 135830"/>
                  <a:gd name="connsiteX3" fmla="*/ 67916 w 135830"/>
                  <a:gd name="connsiteY3" fmla="*/ 0 h 135830"/>
                  <a:gd name="connsiteX4" fmla="*/ 135831 w 135830"/>
                  <a:gd name="connsiteY4" fmla="*/ 67915 h 1358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5830" h="135830">
                    <a:moveTo>
                      <a:pt x="135831" y="67915"/>
                    </a:moveTo>
                    <a:cubicBezTo>
                      <a:pt x="135831" y="105424"/>
                      <a:pt x="105424" y="135831"/>
                      <a:pt x="67916" y="135831"/>
                    </a:cubicBezTo>
                    <a:cubicBezTo>
                      <a:pt x="30407" y="135831"/>
                      <a:pt x="0" y="105424"/>
                      <a:pt x="0" y="67915"/>
                    </a:cubicBezTo>
                    <a:cubicBezTo>
                      <a:pt x="0" y="30407"/>
                      <a:pt x="30407" y="0"/>
                      <a:pt x="67916" y="0"/>
                    </a:cubicBezTo>
                    <a:cubicBezTo>
                      <a:pt x="105424" y="0"/>
                      <a:pt x="135831" y="30407"/>
                      <a:pt x="135831" y="67915"/>
                    </a:cubicBezTo>
                    <a:close/>
                  </a:path>
                </a:pathLst>
              </a:custGeom>
              <a:solidFill>
                <a:srgbClr val="B0C0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p:sp>
        <p:nvSpPr>
          <p:cNvPr id="207" name="任意多边形: 形状 206"/>
          <p:cNvSpPr/>
          <p:nvPr/>
        </p:nvSpPr>
        <p:spPr>
          <a:xfrm>
            <a:off x="10623564" y="0"/>
            <a:ext cx="1568436" cy="1346746"/>
          </a:xfrm>
          <a:custGeom>
            <a:avLst/>
            <a:gdLst>
              <a:gd name="connsiteX0" fmla="*/ 0 w 1568436"/>
              <a:gd name="connsiteY0" fmla="*/ 0 h 1346746"/>
              <a:gd name="connsiteX1" fmla="*/ 1568436 w 1568436"/>
              <a:gd name="connsiteY1" fmla="*/ 0 h 1346746"/>
              <a:gd name="connsiteX2" fmla="*/ 1568436 w 1568436"/>
              <a:gd name="connsiteY2" fmla="*/ 1322686 h 1346746"/>
              <a:gd name="connsiteX3" fmla="*/ 1460104 w 1568436"/>
              <a:gd name="connsiteY3" fmla="*/ 1342634 h 1346746"/>
              <a:gd name="connsiteX4" fmla="*/ 569146 w 1568436"/>
              <a:gd name="connsiteY4" fmla="*/ 590244 h 1346746"/>
              <a:gd name="connsiteX5" fmla="*/ 19559 w 1568436"/>
              <a:gd name="connsiteY5" fmla="*/ 53592 h 13467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8436" h="1346746">
                <a:moveTo>
                  <a:pt x="0" y="0"/>
                </a:moveTo>
                <a:lnTo>
                  <a:pt x="1568436" y="0"/>
                </a:lnTo>
                <a:lnTo>
                  <a:pt x="1568436" y="1322686"/>
                </a:lnTo>
                <a:lnTo>
                  <a:pt x="1460104" y="1342634"/>
                </a:lnTo>
                <a:cubicBezTo>
                  <a:pt x="987440" y="1396727"/>
                  <a:pt x="1043059" y="904962"/>
                  <a:pt x="569146" y="590244"/>
                </a:cubicBezTo>
                <a:cubicBezTo>
                  <a:pt x="264488" y="387925"/>
                  <a:pt x="141153" y="356313"/>
                  <a:pt x="19559" y="53592"/>
                </a:cubicBezTo>
                <a:close/>
              </a:path>
            </a:pathLst>
          </a:custGeom>
          <a:solidFill>
            <a:srgbClr val="BAC5F4">
              <a:alpha val="15000"/>
            </a:srgbClr>
          </a:solidFill>
          <a:ln w="663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05" name="任意多边形: 形状 204"/>
          <p:cNvSpPr/>
          <p:nvPr/>
        </p:nvSpPr>
        <p:spPr>
          <a:xfrm rot="7957286">
            <a:off x="10280787" y="5745697"/>
            <a:ext cx="2039760" cy="1680324"/>
          </a:xfrm>
          <a:custGeom>
            <a:avLst/>
            <a:gdLst>
              <a:gd name="connsiteX0" fmla="*/ 35493 w 2039760"/>
              <a:gd name="connsiteY0" fmla="*/ 615884 h 1680324"/>
              <a:gd name="connsiteX1" fmla="*/ 0 w 2039760"/>
              <a:gd name="connsiteY1" fmla="*/ 567387 h 1680324"/>
              <a:gd name="connsiteX2" fmla="*/ 616566 w 2039760"/>
              <a:gd name="connsiteY2" fmla="*/ 0 h 1680324"/>
              <a:gd name="connsiteX3" fmla="*/ 2039760 w 2039760"/>
              <a:gd name="connsiteY3" fmla="*/ 1546550 h 1680324"/>
              <a:gd name="connsiteX4" fmla="*/ 2012855 w 2039760"/>
              <a:gd name="connsiteY4" fmla="*/ 1546602 h 1680324"/>
              <a:gd name="connsiteX5" fmla="*/ 1585210 w 2039760"/>
              <a:gd name="connsiteY5" fmla="*/ 1617501 h 1680324"/>
              <a:gd name="connsiteX6" fmla="*/ 456254 w 2039760"/>
              <a:gd name="connsiteY6" fmla="*/ 923821 h 1680324"/>
              <a:gd name="connsiteX7" fmla="*/ 35493 w 2039760"/>
              <a:gd name="connsiteY7" fmla="*/ 615884 h 1680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39760" h="1680324">
                <a:moveTo>
                  <a:pt x="35493" y="615884"/>
                </a:moveTo>
                <a:lnTo>
                  <a:pt x="0" y="567387"/>
                </a:lnTo>
                <a:lnTo>
                  <a:pt x="616566" y="0"/>
                </a:lnTo>
                <a:lnTo>
                  <a:pt x="2039760" y="1546550"/>
                </a:lnTo>
                <a:lnTo>
                  <a:pt x="2012855" y="1546602"/>
                </a:lnTo>
                <a:cubicBezTo>
                  <a:pt x="1867793" y="1550965"/>
                  <a:pt x="1723465" y="1569328"/>
                  <a:pt x="1585210" y="1617501"/>
                </a:cubicBezTo>
                <a:cubicBezTo>
                  <a:pt x="847850" y="1874422"/>
                  <a:pt x="997869" y="1283500"/>
                  <a:pt x="456254" y="923821"/>
                </a:cubicBezTo>
                <a:cubicBezTo>
                  <a:pt x="253149" y="788942"/>
                  <a:pt x="130632" y="729932"/>
                  <a:pt x="35493" y="615884"/>
                </a:cubicBezTo>
                <a:close/>
              </a:path>
            </a:pathLst>
          </a:custGeom>
          <a:solidFill>
            <a:srgbClr val="BAC5F4">
              <a:alpha val="15000"/>
            </a:srgbClr>
          </a:solidFill>
          <a:ln w="663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17" name="任意多边形: 形状 216"/>
          <p:cNvSpPr/>
          <p:nvPr/>
        </p:nvSpPr>
        <p:spPr>
          <a:xfrm rot="16542789">
            <a:off x="-250926" y="118551"/>
            <a:ext cx="1629309" cy="1272091"/>
          </a:xfrm>
          <a:custGeom>
            <a:avLst/>
            <a:gdLst>
              <a:gd name="connsiteX0" fmla="*/ 1509385 w 1629309"/>
              <a:gd name="connsiteY0" fmla="*/ 0 h 1272091"/>
              <a:gd name="connsiteX1" fmla="*/ 1629309 w 1629309"/>
              <a:gd name="connsiteY1" fmla="*/ 1198700 h 1272091"/>
              <a:gd name="connsiteX2" fmla="*/ 1591174 w 1629309"/>
              <a:gd name="connsiteY2" fmla="*/ 1209269 h 1272091"/>
              <a:gd name="connsiteX3" fmla="*/ 462218 w 1629309"/>
              <a:gd name="connsiteY3" fmla="*/ 515589 h 1272091"/>
              <a:gd name="connsiteX4" fmla="*/ 41457 w 1629309"/>
              <a:gd name="connsiteY4" fmla="*/ 207652 h 1272091"/>
              <a:gd name="connsiteX5" fmla="*/ 0 w 1629309"/>
              <a:gd name="connsiteY5" fmla="*/ 151007 h 1272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29309" h="1272091">
                <a:moveTo>
                  <a:pt x="1509385" y="0"/>
                </a:moveTo>
                <a:lnTo>
                  <a:pt x="1629309" y="1198700"/>
                </a:lnTo>
                <a:lnTo>
                  <a:pt x="1591174" y="1209269"/>
                </a:lnTo>
                <a:cubicBezTo>
                  <a:pt x="853814" y="1466189"/>
                  <a:pt x="1003833" y="875267"/>
                  <a:pt x="462218" y="515589"/>
                </a:cubicBezTo>
                <a:cubicBezTo>
                  <a:pt x="259113" y="380709"/>
                  <a:pt x="136596" y="321700"/>
                  <a:pt x="41457" y="207652"/>
                </a:cubicBezTo>
                <a:lnTo>
                  <a:pt x="0" y="151007"/>
                </a:lnTo>
                <a:close/>
              </a:path>
            </a:pathLst>
          </a:custGeom>
          <a:solidFill>
            <a:srgbClr val="BAC5F4">
              <a:alpha val="15000"/>
            </a:srgbClr>
          </a:solidFill>
          <a:ln w="663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15" name="任意多边形: 形状 214"/>
          <p:cNvSpPr/>
          <p:nvPr/>
        </p:nvSpPr>
        <p:spPr>
          <a:xfrm rot="3513166">
            <a:off x="45786" y="5448181"/>
            <a:ext cx="2080441" cy="2184401"/>
          </a:xfrm>
          <a:custGeom>
            <a:avLst/>
            <a:gdLst>
              <a:gd name="connsiteX0" fmla="*/ 252666 w 2080441"/>
              <a:gd name="connsiteY0" fmla="*/ 1071377 h 2184401"/>
              <a:gd name="connsiteX1" fmla="*/ 1448320 w 2080441"/>
              <a:gd name="connsiteY1" fmla="*/ 346956 h 2184401"/>
              <a:gd name="connsiteX2" fmla="*/ 1922327 w 2080441"/>
              <a:gd name="connsiteY2" fmla="*/ 33587 h 2184401"/>
              <a:gd name="connsiteX3" fmla="*/ 2080441 w 2080441"/>
              <a:gd name="connsiteY3" fmla="*/ 0 h 2184401"/>
              <a:gd name="connsiteX4" fmla="*/ 744605 w 2080441"/>
              <a:gd name="connsiteY4" fmla="*/ 2184401 h 2184401"/>
              <a:gd name="connsiteX5" fmla="*/ 0 w 2080441"/>
              <a:gd name="connsiteY5" fmla="*/ 1729049 h 2184401"/>
              <a:gd name="connsiteX6" fmla="*/ 2517 w 2080441"/>
              <a:gd name="connsiteY6" fmla="*/ 1708531 h 2184401"/>
              <a:gd name="connsiteX7" fmla="*/ 252666 w 2080441"/>
              <a:gd name="connsiteY7" fmla="*/ 1071377 h 2184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80441" h="2184401">
                <a:moveTo>
                  <a:pt x="252666" y="1071377"/>
                </a:moveTo>
                <a:cubicBezTo>
                  <a:pt x="608406" y="519379"/>
                  <a:pt x="885786" y="912048"/>
                  <a:pt x="1448320" y="346956"/>
                </a:cubicBezTo>
                <a:cubicBezTo>
                  <a:pt x="1619221" y="175250"/>
                  <a:pt x="1765407" y="81808"/>
                  <a:pt x="1922327" y="33587"/>
                </a:cubicBezTo>
                <a:lnTo>
                  <a:pt x="2080441" y="0"/>
                </a:lnTo>
                <a:lnTo>
                  <a:pt x="744605" y="2184401"/>
                </a:lnTo>
                <a:lnTo>
                  <a:pt x="0" y="1729049"/>
                </a:lnTo>
                <a:lnTo>
                  <a:pt x="2517" y="1708531"/>
                </a:lnTo>
                <a:cubicBezTo>
                  <a:pt x="46357" y="1460913"/>
                  <a:pt x="137582" y="1249835"/>
                  <a:pt x="252666" y="1071377"/>
                </a:cubicBezTo>
                <a:close/>
              </a:path>
            </a:pathLst>
          </a:custGeom>
          <a:solidFill>
            <a:srgbClr val="BAC5F4">
              <a:alpha val="15000"/>
            </a:srgbClr>
          </a:solidFill>
          <a:ln w="663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19" name="任意多边形: 形状 218"/>
          <p:cNvSpPr/>
          <p:nvPr/>
        </p:nvSpPr>
        <p:spPr>
          <a:xfrm rot="14984251" flipH="1">
            <a:off x="4375877" y="-983498"/>
            <a:ext cx="1109497" cy="2234110"/>
          </a:xfrm>
          <a:custGeom>
            <a:avLst/>
            <a:gdLst>
              <a:gd name="connsiteX0" fmla="*/ 0 w 1109497"/>
              <a:gd name="connsiteY0" fmla="*/ 0 h 2234110"/>
              <a:gd name="connsiteX1" fmla="*/ 824760 w 1109497"/>
              <a:gd name="connsiteY1" fmla="*/ 2234110 h 2234110"/>
              <a:gd name="connsiteX2" fmla="*/ 859904 w 1109497"/>
              <a:gd name="connsiteY2" fmla="*/ 2190409 h 2234110"/>
              <a:gd name="connsiteX3" fmla="*/ 101111 w 1109497"/>
              <a:gd name="connsiteY3" fmla="*/ 23487 h 2234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09497" h="2234110">
                <a:moveTo>
                  <a:pt x="0" y="0"/>
                </a:moveTo>
                <a:lnTo>
                  <a:pt x="824760" y="2234110"/>
                </a:lnTo>
                <a:lnTo>
                  <a:pt x="859904" y="2190409"/>
                </a:lnTo>
                <a:cubicBezTo>
                  <a:pt x="1327241" y="1710093"/>
                  <a:pt x="1172987" y="318457"/>
                  <a:pt x="101111" y="23487"/>
                </a:cubicBezTo>
                <a:close/>
              </a:path>
            </a:pathLst>
          </a:custGeom>
          <a:solidFill>
            <a:srgbClr val="BAC5F4">
              <a:alpha val="10000"/>
            </a:srgbClr>
          </a:solidFill>
          <a:ln w="663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21" name="任意多边形: 形状 220"/>
          <p:cNvSpPr/>
          <p:nvPr/>
        </p:nvSpPr>
        <p:spPr>
          <a:xfrm rot="14984251" flipH="1">
            <a:off x="5057476" y="4840333"/>
            <a:ext cx="1588854" cy="3893052"/>
          </a:xfrm>
          <a:custGeom>
            <a:avLst/>
            <a:gdLst>
              <a:gd name="connsiteX0" fmla="*/ 427626 w 1588854"/>
              <a:gd name="connsiteY0" fmla="*/ 2661154 h 3893052"/>
              <a:gd name="connsiteX1" fmla="*/ 977213 w 1588854"/>
              <a:gd name="connsiteY1" fmla="*/ 3197805 h 3893052"/>
              <a:gd name="connsiteX2" fmla="*/ 1567732 w 1588854"/>
              <a:gd name="connsiteY2" fmla="*/ 3879743 h 3893052"/>
              <a:gd name="connsiteX3" fmla="*/ 1588854 w 1588854"/>
              <a:gd name="connsiteY3" fmla="*/ 3893052 h 3893052"/>
              <a:gd name="connsiteX4" fmla="*/ 151668 w 1588854"/>
              <a:gd name="connsiteY4" fmla="*/ 0 h 3893052"/>
              <a:gd name="connsiteX5" fmla="*/ 126780 w 1588854"/>
              <a:gd name="connsiteY5" fmla="*/ 54016 h 3893052"/>
              <a:gd name="connsiteX6" fmla="*/ 62570 w 1588854"/>
              <a:gd name="connsiteY6" fmla="*/ 1254919 h 3893052"/>
              <a:gd name="connsiteX7" fmla="*/ 427626 w 1588854"/>
              <a:gd name="connsiteY7" fmla="*/ 2661154 h 3893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88854" h="3893052">
                <a:moveTo>
                  <a:pt x="427626" y="2661154"/>
                </a:moveTo>
                <a:cubicBezTo>
                  <a:pt x="549219" y="2963875"/>
                  <a:pt x="672554" y="2995487"/>
                  <a:pt x="977213" y="3197805"/>
                </a:cubicBezTo>
                <a:cubicBezTo>
                  <a:pt x="1315722" y="3422604"/>
                  <a:pt x="1384061" y="3737733"/>
                  <a:pt x="1567732" y="3879743"/>
                </a:cubicBezTo>
                <a:lnTo>
                  <a:pt x="1588854" y="3893052"/>
                </a:lnTo>
                <a:lnTo>
                  <a:pt x="151668" y="0"/>
                </a:lnTo>
                <a:lnTo>
                  <a:pt x="126780" y="54016"/>
                </a:lnTo>
                <a:cubicBezTo>
                  <a:pt x="-1235" y="372103"/>
                  <a:pt x="-49101" y="767995"/>
                  <a:pt x="62570" y="1254919"/>
                </a:cubicBezTo>
                <a:cubicBezTo>
                  <a:pt x="239532" y="2026253"/>
                  <a:pt x="333052" y="2425705"/>
                  <a:pt x="427626" y="2661154"/>
                </a:cubicBezTo>
                <a:close/>
              </a:path>
            </a:pathLst>
          </a:custGeom>
          <a:solidFill>
            <a:srgbClr val="BAC5F4">
              <a:alpha val="10000"/>
            </a:srgbClr>
          </a:solidFill>
          <a:ln w="663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grpSp>
        <p:nvGrpSpPr>
          <p:cNvPr id="164" name="组合 163"/>
          <p:cNvGrpSpPr/>
          <p:nvPr/>
        </p:nvGrpSpPr>
        <p:grpSpPr>
          <a:xfrm>
            <a:off x="902835" y="2302830"/>
            <a:ext cx="5196889" cy="616350"/>
            <a:chOff x="902835" y="1974450"/>
            <a:chExt cx="5196889" cy="616350"/>
          </a:xfrm>
        </p:grpSpPr>
        <p:sp>
          <p:nvSpPr>
            <p:cNvPr id="3" name="椭圆 2"/>
            <p:cNvSpPr/>
            <p:nvPr/>
          </p:nvSpPr>
          <p:spPr>
            <a:xfrm>
              <a:off x="902835" y="1974450"/>
              <a:ext cx="5196889" cy="597932"/>
            </a:xfrm>
            <a:custGeom>
              <a:avLst/>
              <a:gdLst>
                <a:gd name="connsiteX0" fmla="*/ 0 w 5082540"/>
                <a:gd name="connsiteY0" fmla="*/ 395730 h 791459"/>
                <a:gd name="connsiteX1" fmla="*/ 2541270 w 5082540"/>
                <a:gd name="connsiteY1" fmla="*/ 0 h 791459"/>
                <a:gd name="connsiteX2" fmla="*/ 5082540 w 5082540"/>
                <a:gd name="connsiteY2" fmla="*/ 395730 h 791459"/>
                <a:gd name="connsiteX3" fmla="*/ 2541270 w 5082540"/>
                <a:gd name="connsiteY3" fmla="*/ 791460 h 791459"/>
                <a:gd name="connsiteX4" fmla="*/ 0 w 5082540"/>
                <a:gd name="connsiteY4" fmla="*/ 395730 h 791459"/>
                <a:gd name="connsiteX0-1" fmla="*/ 145828 w 5228368"/>
                <a:gd name="connsiteY0-2" fmla="*/ 395730 h 715260"/>
                <a:gd name="connsiteX1-3" fmla="*/ 2687098 w 5228368"/>
                <a:gd name="connsiteY1-4" fmla="*/ 0 h 715260"/>
                <a:gd name="connsiteX2-5" fmla="*/ 5228368 w 5228368"/>
                <a:gd name="connsiteY2-6" fmla="*/ 395730 h 715260"/>
                <a:gd name="connsiteX3-7" fmla="*/ 1208818 w 5228368"/>
                <a:gd name="connsiteY3-8" fmla="*/ 715260 h 715260"/>
                <a:gd name="connsiteX4-9" fmla="*/ 145828 w 5228368"/>
                <a:gd name="connsiteY4-10" fmla="*/ 395730 h 715260"/>
                <a:gd name="connsiteX0-11" fmla="*/ 220894 w 5303434"/>
                <a:gd name="connsiteY0-12" fmla="*/ 334770 h 654300"/>
                <a:gd name="connsiteX1-13" fmla="*/ 3775624 w 5303434"/>
                <a:gd name="connsiteY1-14" fmla="*/ 0 h 654300"/>
                <a:gd name="connsiteX2-15" fmla="*/ 5303434 w 5303434"/>
                <a:gd name="connsiteY2-16" fmla="*/ 334770 h 654300"/>
                <a:gd name="connsiteX3-17" fmla="*/ 1283884 w 5303434"/>
                <a:gd name="connsiteY3-18" fmla="*/ 654300 h 654300"/>
                <a:gd name="connsiteX4-19" fmla="*/ 220894 w 5303434"/>
                <a:gd name="connsiteY4-20" fmla="*/ 334770 h 654300"/>
                <a:gd name="connsiteX0-21" fmla="*/ 131008 w 5213548"/>
                <a:gd name="connsiteY0-22" fmla="*/ 165594 h 664455"/>
                <a:gd name="connsiteX1-23" fmla="*/ 3685738 w 5213548"/>
                <a:gd name="connsiteY1-24" fmla="*/ 6084 h 664455"/>
                <a:gd name="connsiteX2-25" fmla="*/ 5213548 w 5213548"/>
                <a:gd name="connsiteY2-26" fmla="*/ 340854 h 664455"/>
                <a:gd name="connsiteX3-27" fmla="*/ 1193998 w 5213548"/>
                <a:gd name="connsiteY3-28" fmla="*/ 660384 h 664455"/>
                <a:gd name="connsiteX4-29" fmla="*/ 131008 w 5213548"/>
                <a:gd name="connsiteY4-30" fmla="*/ 165594 h 664455"/>
                <a:gd name="connsiteX0-31" fmla="*/ 106935 w 5189475"/>
                <a:gd name="connsiteY0-32" fmla="*/ 217356 h 716217"/>
                <a:gd name="connsiteX1-33" fmla="*/ 3661665 w 5189475"/>
                <a:gd name="connsiteY1-34" fmla="*/ 57846 h 716217"/>
                <a:gd name="connsiteX2-35" fmla="*/ 5189475 w 5189475"/>
                <a:gd name="connsiteY2-36" fmla="*/ 392616 h 716217"/>
                <a:gd name="connsiteX3-37" fmla="*/ 1169925 w 5189475"/>
                <a:gd name="connsiteY3-38" fmla="*/ 712146 h 716217"/>
                <a:gd name="connsiteX4-39" fmla="*/ 106935 w 5189475"/>
                <a:gd name="connsiteY4-40" fmla="*/ 217356 h 716217"/>
                <a:gd name="connsiteX0-41" fmla="*/ 106935 w 5189475"/>
                <a:gd name="connsiteY0-42" fmla="*/ 217356 h 743830"/>
                <a:gd name="connsiteX1-43" fmla="*/ 3661665 w 5189475"/>
                <a:gd name="connsiteY1-44" fmla="*/ 57846 h 743830"/>
                <a:gd name="connsiteX2-45" fmla="*/ 5189475 w 5189475"/>
                <a:gd name="connsiteY2-46" fmla="*/ 392616 h 743830"/>
                <a:gd name="connsiteX3-47" fmla="*/ 1169925 w 5189475"/>
                <a:gd name="connsiteY3-48" fmla="*/ 712146 h 743830"/>
                <a:gd name="connsiteX4-49" fmla="*/ 106935 w 5189475"/>
                <a:gd name="connsiteY4-50" fmla="*/ 217356 h 743830"/>
                <a:gd name="connsiteX0-51" fmla="*/ 106935 w 5194775"/>
                <a:gd name="connsiteY0-52" fmla="*/ 217356 h 743830"/>
                <a:gd name="connsiteX1-53" fmla="*/ 3661665 w 5194775"/>
                <a:gd name="connsiteY1-54" fmla="*/ 57846 h 743830"/>
                <a:gd name="connsiteX2-55" fmla="*/ 5189475 w 5194775"/>
                <a:gd name="connsiteY2-56" fmla="*/ 392616 h 743830"/>
                <a:gd name="connsiteX3-57" fmla="*/ 1169925 w 5194775"/>
                <a:gd name="connsiteY3-58" fmla="*/ 712146 h 743830"/>
                <a:gd name="connsiteX4-59" fmla="*/ 106935 w 5194775"/>
                <a:gd name="connsiteY4-60" fmla="*/ 217356 h 743830"/>
                <a:gd name="connsiteX0-61" fmla="*/ 107430 w 5193674"/>
                <a:gd name="connsiteY0-62" fmla="*/ 187556 h 714030"/>
                <a:gd name="connsiteX1-63" fmla="*/ 3304020 w 5193674"/>
                <a:gd name="connsiteY1-64" fmla="*/ 5186 h 714030"/>
                <a:gd name="connsiteX2-65" fmla="*/ 5189970 w 5193674"/>
                <a:gd name="connsiteY2-66" fmla="*/ 362816 h 714030"/>
                <a:gd name="connsiteX3-67" fmla="*/ 1170420 w 5193674"/>
                <a:gd name="connsiteY3-68" fmla="*/ 682346 h 714030"/>
                <a:gd name="connsiteX4-69" fmla="*/ 107430 w 5193674"/>
                <a:gd name="connsiteY4-70" fmla="*/ 187556 h 714030"/>
                <a:gd name="connsiteX0-71" fmla="*/ 89779 w 5176023"/>
                <a:gd name="connsiteY0-72" fmla="*/ 218381 h 744855"/>
                <a:gd name="connsiteX1-73" fmla="*/ 3286369 w 5176023"/>
                <a:gd name="connsiteY1-74" fmla="*/ 36011 h 744855"/>
                <a:gd name="connsiteX2-75" fmla="*/ 5172319 w 5176023"/>
                <a:gd name="connsiteY2-76" fmla="*/ 393641 h 744855"/>
                <a:gd name="connsiteX3-77" fmla="*/ 1152769 w 5176023"/>
                <a:gd name="connsiteY3-78" fmla="*/ 713171 h 744855"/>
                <a:gd name="connsiteX4-79" fmla="*/ 89779 w 5176023"/>
                <a:gd name="connsiteY4-80" fmla="*/ 218381 h 744855"/>
                <a:gd name="connsiteX0-81" fmla="*/ 86611 w 5210975"/>
                <a:gd name="connsiteY0-82" fmla="*/ 245965 h 723357"/>
                <a:gd name="connsiteX1-83" fmla="*/ 3321301 w 5210975"/>
                <a:gd name="connsiteY1-84" fmla="*/ 17875 h 723357"/>
                <a:gd name="connsiteX2-85" fmla="*/ 5207251 w 5210975"/>
                <a:gd name="connsiteY2-86" fmla="*/ 375505 h 723357"/>
                <a:gd name="connsiteX3-87" fmla="*/ 1187701 w 5210975"/>
                <a:gd name="connsiteY3-88" fmla="*/ 695035 h 723357"/>
                <a:gd name="connsiteX4-89" fmla="*/ 86611 w 5210975"/>
                <a:gd name="connsiteY4-90" fmla="*/ 245965 h 723357"/>
                <a:gd name="connsiteX0-91" fmla="*/ 43224 w 5167588"/>
                <a:gd name="connsiteY0-92" fmla="*/ 255515 h 732907"/>
                <a:gd name="connsiteX1-93" fmla="*/ 3277914 w 5167588"/>
                <a:gd name="connsiteY1-94" fmla="*/ 27425 h 732907"/>
                <a:gd name="connsiteX2-95" fmla="*/ 5163864 w 5167588"/>
                <a:gd name="connsiteY2-96" fmla="*/ 385055 h 732907"/>
                <a:gd name="connsiteX3-97" fmla="*/ 1144314 w 5167588"/>
                <a:gd name="connsiteY3-98" fmla="*/ 704585 h 732907"/>
                <a:gd name="connsiteX4-99" fmla="*/ 43224 w 5167588"/>
                <a:gd name="connsiteY4-100" fmla="*/ 255515 h 732907"/>
                <a:gd name="connsiteX0-101" fmla="*/ 28682 w 5153046"/>
                <a:gd name="connsiteY0-102" fmla="*/ 257665 h 735057"/>
                <a:gd name="connsiteX1-103" fmla="*/ 3263372 w 5153046"/>
                <a:gd name="connsiteY1-104" fmla="*/ 29575 h 735057"/>
                <a:gd name="connsiteX2-105" fmla="*/ 5149322 w 5153046"/>
                <a:gd name="connsiteY2-106" fmla="*/ 387205 h 735057"/>
                <a:gd name="connsiteX3-107" fmla="*/ 1129772 w 5153046"/>
                <a:gd name="connsiteY3-108" fmla="*/ 706735 h 735057"/>
                <a:gd name="connsiteX4-109" fmla="*/ 28682 w 5153046"/>
                <a:gd name="connsiteY4-110" fmla="*/ 257665 h 735057"/>
                <a:gd name="connsiteX0-111" fmla="*/ 45765 w 5170129"/>
                <a:gd name="connsiteY0-112" fmla="*/ 259882 h 737274"/>
                <a:gd name="connsiteX1-113" fmla="*/ 3280455 w 5170129"/>
                <a:gd name="connsiteY1-114" fmla="*/ 31792 h 737274"/>
                <a:gd name="connsiteX2-115" fmla="*/ 5166405 w 5170129"/>
                <a:gd name="connsiteY2-116" fmla="*/ 389422 h 737274"/>
                <a:gd name="connsiteX3-117" fmla="*/ 1146855 w 5170129"/>
                <a:gd name="connsiteY3-118" fmla="*/ 708952 h 737274"/>
                <a:gd name="connsiteX4-119" fmla="*/ 45765 w 5170129"/>
                <a:gd name="connsiteY4-120" fmla="*/ 259882 h 737274"/>
                <a:gd name="connsiteX0-121" fmla="*/ 72525 w 5196889"/>
                <a:gd name="connsiteY0-122" fmla="*/ 266896 h 744288"/>
                <a:gd name="connsiteX1-123" fmla="*/ 3307215 w 5196889"/>
                <a:gd name="connsiteY1-124" fmla="*/ 38806 h 744288"/>
                <a:gd name="connsiteX2-125" fmla="*/ 5193165 w 5196889"/>
                <a:gd name="connsiteY2-126" fmla="*/ 396436 h 744288"/>
                <a:gd name="connsiteX3-127" fmla="*/ 1173615 w 5196889"/>
                <a:gd name="connsiteY3-128" fmla="*/ 715966 h 744288"/>
                <a:gd name="connsiteX4-129" fmla="*/ 72525 w 5196889"/>
                <a:gd name="connsiteY4-130" fmla="*/ 266896 h 74428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5196889" h="744288">
                  <a:moveTo>
                    <a:pt x="72525" y="266896"/>
                  </a:moveTo>
                  <a:cubicBezTo>
                    <a:pt x="344305" y="-112664"/>
                    <a:pt x="2453775" y="17216"/>
                    <a:pt x="3307215" y="38806"/>
                  </a:cubicBezTo>
                  <a:cubicBezTo>
                    <a:pt x="4160655" y="60396"/>
                    <a:pt x="5269365" y="25480"/>
                    <a:pt x="5193165" y="396436"/>
                  </a:cubicBezTo>
                  <a:cubicBezTo>
                    <a:pt x="5155065" y="851212"/>
                    <a:pt x="2027055" y="737556"/>
                    <a:pt x="1173615" y="715966"/>
                  </a:cubicBezTo>
                  <a:cubicBezTo>
                    <a:pt x="320175" y="694376"/>
                    <a:pt x="-199255" y="646456"/>
                    <a:pt x="72525" y="266896"/>
                  </a:cubicBezTo>
                  <a:close/>
                </a:path>
              </a:pathLst>
            </a:custGeom>
            <a:solidFill>
              <a:srgbClr val="B0C0F4"/>
            </a:solidFill>
            <a:ln w="66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4" name="椭圆 3"/>
            <p:cNvSpPr/>
            <p:nvPr/>
          </p:nvSpPr>
          <p:spPr>
            <a:xfrm>
              <a:off x="1544273" y="1974450"/>
              <a:ext cx="616350" cy="616350"/>
            </a:xfrm>
            <a:prstGeom prst="ellipse">
              <a:avLst/>
            </a:prstGeom>
            <a:solidFill>
              <a:srgbClr val="6887EA"/>
            </a:solidFill>
            <a:ln w="66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2557990" y="2111161"/>
              <a:ext cx="269250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solidFill>
                    <a:schemeClr val="bg1"/>
                  </a:solidFill>
                </a:rPr>
                <a:t>单击此处添加标题文本</a:t>
              </a:r>
              <a:endParaRPr lang="zh-CN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601045" y="2050707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solidFill>
                    <a:schemeClr val="bg1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rPr>
                <a:t>04</a:t>
              </a:r>
              <a:endParaRPr lang="zh-CN" altLang="en-US" sz="2400" dirty="0">
                <a:solidFill>
                  <a:schemeClr val="bg1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</a:endParaRPr>
            </a:p>
          </p:txBody>
        </p:sp>
      </p:grpSp>
      <p:sp>
        <p:nvSpPr>
          <p:cNvPr id="165" name="文本框 164"/>
          <p:cNvSpPr txBox="1"/>
          <p:nvPr/>
        </p:nvSpPr>
        <p:spPr>
          <a:xfrm>
            <a:off x="916881" y="3234399"/>
            <a:ext cx="5730662" cy="1174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此处添加详细文本描述，建议与标题相关并符合整体语言风格，语言描述尽量简洁生动。尽量将每页幻灯片的字数控制在200字以内，据统计每页幻灯片的最好控制在5分钟之内。此处添加详细文本描述，建议与标题相关并符合整体语言风格，语言描述尽量简洁生动。</a:t>
            </a:r>
            <a:endParaRPr lang="zh-CN" altLang="en-US" sz="1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497555" y="249084"/>
            <a:ext cx="5196889" cy="616350"/>
            <a:chOff x="902835" y="1974450"/>
            <a:chExt cx="5196889" cy="616350"/>
          </a:xfrm>
        </p:grpSpPr>
        <p:sp>
          <p:nvSpPr>
            <p:cNvPr id="166" name="椭圆 2"/>
            <p:cNvSpPr/>
            <p:nvPr/>
          </p:nvSpPr>
          <p:spPr>
            <a:xfrm>
              <a:off x="902835" y="1974450"/>
              <a:ext cx="5196889" cy="597932"/>
            </a:xfrm>
            <a:custGeom>
              <a:avLst/>
              <a:gdLst>
                <a:gd name="connsiteX0" fmla="*/ 0 w 5082540"/>
                <a:gd name="connsiteY0" fmla="*/ 395730 h 791459"/>
                <a:gd name="connsiteX1" fmla="*/ 2541270 w 5082540"/>
                <a:gd name="connsiteY1" fmla="*/ 0 h 791459"/>
                <a:gd name="connsiteX2" fmla="*/ 5082540 w 5082540"/>
                <a:gd name="connsiteY2" fmla="*/ 395730 h 791459"/>
                <a:gd name="connsiteX3" fmla="*/ 2541270 w 5082540"/>
                <a:gd name="connsiteY3" fmla="*/ 791460 h 791459"/>
                <a:gd name="connsiteX4" fmla="*/ 0 w 5082540"/>
                <a:gd name="connsiteY4" fmla="*/ 395730 h 791459"/>
                <a:gd name="connsiteX0-1" fmla="*/ 145828 w 5228368"/>
                <a:gd name="connsiteY0-2" fmla="*/ 395730 h 715260"/>
                <a:gd name="connsiteX1-3" fmla="*/ 2687098 w 5228368"/>
                <a:gd name="connsiteY1-4" fmla="*/ 0 h 715260"/>
                <a:gd name="connsiteX2-5" fmla="*/ 5228368 w 5228368"/>
                <a:gd name="connsiteY2-6" fmla="*/ 395730 h 715260"/>
                <a:gd name="connsiteX3-7" fmla="*/ 1208818 w 5228368"/>
                <a:gd name="connsiteY3-8" fmla="*/ 715260 h 715260"/>
                <a:gd name="connsiteX4-9" fmla="*/ 145828 w 5228368"/>
                <a:gd name="connsiteY4-10" fmla="*/ 395730 h 715260"/>
                <a:gd name="connsiteX0-11" fmla="*/ 220894 w 5303434"/>
                <a:gd name="connsiteY0-12" fmla="*/ 334770 h 654300"/>
                <a:gd name="connsiteX1-13" fmla="*/ 3775624 w 5303434"/>
                <a:gd name="connsiteY1-14" fmla="*/ 0 h 654300"/>
                <a:gd name="connsiteX2-15" fmla="*/ 5303434 w 5303434"/>
                <a:gd name="connsiteY2-16" fmla="*/ 334770 h 654300"/>
                <a:gd name="connsiteX3-17" fmla="*/ 1283884 w 5303434"/>
                <a:gd name="connsiteY3-18" fmla="*/ 654300 h 654300"/>
                <a:gd name="connsiteX4-19" fmla="*/ 220894 w 5303434"/>
                <a:gd name="connsiteY4-20" fmla="*/ 334770 h 654300"/>
                <a:gd name="connsiteX0-21" fmla="*/ 131008 w 5213548"/>
                <a:gd name="connsiteY0-22" fmla="*/ 165594 h 664455"/>
                <a:gd name="connsiteX1-23" fmla="*/ 3685738 w 5213548"/>
                <a:gd name="connsiteY1-24" fmla="*/ 6084 h 664455"/>
                <a:gd name="connsiteX2-25" fmla="*/ 5213548 w 5213548"/>
                <a:gd name="connsiteY2-26" fmla="*/ 340854 h 664455"/>
                <a:gd name="connsiteX3-27" fmla="*/ 1193998 w 5213548"/>
                <a:gd name="connsiteY3-28" fmla="*/ 660384 h 664455"/>
                <a:gd name="connsiteX4-29" fmla="*/ 131008 w 5213548"/>
                <a:gd name="connsiteY4-30" fmla="*/ 165594 h 664455"/>
                <a:gd name="connsiteX0-31" fmla="*/ 106935 w 5189475"/>
                <a:gd name="connsiteY0-32" fmla="*/ 217356 h 716217"/>
                <a:gd name="connsiteX1-33" fmla="*/ 3661665 w 5189475"/>
                <a:gd name="connsiteY1-34" fmla="*/ 57846 h 716217"/>
                <a:gd name="connsiteX2-35" fmla="*/ 5189475 w 5189475"/>
                <a:gd name="connsiteY2-36" fmla="*/ 392616 h 716217"/>
                <a:gd name="connsiteX3-37" fmla="*/ 1169925 w 5189475"/>
                <a:gd name="connsiteY3-38" fmla="*/ 712146 h 716217"/>
                <a:gd name="connsiteX4-39" fmla="*/ 106935 w 5189475"/>
                <a:gd name="connsiteY4-40" fmla="*/ 217356 h 716217"/>
                <a:gd name="connsiteX0-41" fmla="*/ 106935 w 5189475"/>
                <a:gd name="connsiteY0-42" fmla="*/ 217356 h 743830"/>
                <a:gd name="connsiteX1-43" fmla="*/ 3661665 w 5189475"/>
                <a:gd name="connsiteY1-44" fmla="*/ 57846 h 743830"/>
                <a:gd name="connsiteX2-45" fmla="*/ 5189475 w 5189475"/>
                <a:gd name="connsiteY2-46" fmla="*/ 392616 h 743830"/>
                <a:gd name="connsiteX3-47" fmla="*/ 1169925 w 5189475"/>
                <a:gd name="connsiteY3-48" fmla="*/ 712146 h 743830"/>
                <a:gd name="connsiteX4-49" fmla="*/ 106935 w 5189475"/>
                <a:gd name="connsiteY4-50" fmla="*/ 217356 h 743830"/>
                <a:gd name="connsiteX0-51" fmla="*/ 106935 w 5194775"/>
                <a:gd name="connsiteY0-52" fmla="*/ 217356 h 743830"/>
                <a:gd name="connsiteX1-53" fmla="*/ 3661665 w 5194775"/>
                <a:gd name="connsiteY1-54" fmla="*/ 57846 h 743830"/>
                <a:gd name="connsiteX2-55" fmla="*/ 5189475 w 5194775"/>
                <a:gd name="connsiteY2-56" fmla="*/ 392616 h 743830"/>
                <a:gd name="connsiteX3-57" fmla="*/ 1169925 w 5194775"/>
                <a:gd name="connsiteY3-58" fmla="*/ 712146 h 743830"/>
                <a:gd name="connsiteX4-59" fmla="*/ 106935 w 5194775"/>
                <a:gd name="connsiteY4-60" fmla="*/ 217356 h 743830"/>
                <a:gd name="connsiteX0-61" fmla="*/ 107430 w 5193674"/>
                <a:gd name="connsiteY0-62" fmla="*/ 187556 h 714030"/>
                <a:gd name="connsiteX1-63" fmla="*/ 3304020 w 5193674"/>
                <a:gd name="connsiteY1-64" fmla="*/ 5186 h 714030"/>
                <a:gd name="connsiteX2-65" fmla="*/ 5189970 w 5193674"/>
                <a:gd name="connsiteY2-66" fmla="*/ 362816 h 714030"/>
                <a:gd name="connsiteX3-67" fmla="*/ 1170420 w 5193674"/>
                <a:gd name="connsiteY3-68" fmla="*/ 682346 h 714030"/>
                <a:gd name="connsiteX4-69" fmla="*/ 107430 w 5193674"/>
                <a:gd name="connsiteY4-70" fmla="*/ 187556 h 714030"/>
                <a:gd name="connsiteX0-71" fmla="*/ 89779 w 5176023"/>
                <a:gd name="connsiteY0-72" fmla="*/ 218381 h 744855"/>
                <a:gd name="connsiteX1-73" fmla="*/ 3286369 w 5176023"/>
                <a:gd name="connsiteY1-74" fmla="*/ 36011 h 744855"/>
                <a:gd name="connsiteX2-75" fmla="*/ 5172319 w 5176023"/>
                <a:gd name="connsiteY2-76" fmla="*/ 393641 h 744855"/>
                <a:gd name="connsiteX3-77" fmla="*/ 1152769 w 5176023"/>
                <a:gd name="connsiteY3-78" fmla="*/ 713171 h 744855"/>
                <a:gd name="connsiteX4-79" fmla="*/ 89779 w 5176023"/>
                <a:gd name="connsiteY4-80" fmla="*/ 218381 h 744855"/>
                <a:gd name="connsiteX0-81" fmla="*/ 86611 w 5210975"/>
                <a:gd name="connsiteY0-82" fmla="*/ 245965 h 723357"/>
                <a:gd name="connsiteX1-83" fmla="*/ 3321301 w 5210975"/>
                <a:gd name="connsiteY1-84" fmla="*/ 17875 h 723357"/>
                <a:gd name="connsiteX2-85" fmla="*/ 5207251 w 5210975"/>
                <a:gd name="connsiteY2-86" fmla="*/ 375505 h 723357"/>
                <a:gd name="connsiteX3-87" fmla="*/ 1187701 w 5210975"/>
                <a:gd name="connsiteY3-88" fmla="*/ 695035 h 723357"/>
                <a:gd name="connsiteX4-89" fmla="*/ 86611 w 5210975"/>
                <a:gd name="connsiteY4-90" fmla="*/ 245965 h 723357"/>
                <a:gd name="connsiteX0-91" fmla="*/ 43224 w 5167588"/>
                <a:gd name="connsiteY0-92" fmla="*/ 255515 h 732907"/>
                <a:gd name="connsiteX1-93" fmla="*/ 3277914 w 5167588"/>
                <a:gd name="connsiteY1-94" fmla="*/ 27425 h 732907"/>
                <a:gd name="connsiteX2-95" fmla="*/ 5163864 w 5167588"/>
                <a:gd name="connsiteY2-96" fmla="*/ 385055 h 732907"/>
                <a:gd name="connsiteX3-97" fmla="*/ 1144314 w 5167588"/>
                <a:gd name="connsiteY3-98" fmla="*/ 704585 h 732907"/>
                <a:gd name="connsiteX4-99" fmla="*/ 43224 w 5167588"/>
                <a:gd name="connsiteY4-100" fmla="*/ 255515 h 732907"/>
                <a:gd name="connsiteX0-101" fmla="*/ 28682 w 5153046"/>
                <a:gd name="connsiteY0-102" fmla="*/ 257665 h 735057"/>
                <a:gd name="connsiteX1-103" fmla="*/ 3263372 w 5153046"/>
                <a:gd name="connsiteY1-104" fmla="*/ 29575 h 735057"/>
                <a:gd name="connsiteX2-105" fmla="*/ 5149322 w 5153046"/>
                <a:gd name="connsiteY2-106" fmla="*/ 387205 h 735057"/>
                <a:gd name="connsiteX3-107" fmla="*/ 1129772 w 5153046"/>
                <a:gd name="connsiteY3-108" fmla="*/ 706735 h 735057"/>
                <a:gd name="connsiteX4-109" fmla="*/ 28682 w 5153046"/>
                <a:gd name="connsiteY4-110" fmla="*/ 257665 h 735057"/>
                <a:gd name="connsiteX0-111" fmla="*/ 45765 w 5170129"/>
                <a:gd name="connsiteY0-112" fmla="*/ 259882 h 737274"/>
                <a:gd name="connsiteX1-113" fmla="*/ 3280455 w 5170129"/>
                <a:gd name="connsiteY1-114" fmla="*/ 31792 h 737274"/>
                <a:gd name="connsiteX2-115" fmla="*/ 5166405 w 5170129"/>
                <a:gd name="connsiteY2-116" fmla="*/ 389422 h 737274"/>
                <a:gd name="connsiteX3-117" fmla="*/ 1146855 w 5170129"/>
                <a:gd name="connsiteY3-118" fmla="*/ 708952 h 737274"/>
                <a:gd name="connsiteX4-119" fmla="*/ 45765 w 5170129"/>
                <a:gd name="connsiteY4-120" fmla="*/ 259882 h 737274"/>
                <a:gd name="connsiteX0-121" fmla="*/ 72525 w 5196889"/>
                <a:gd name="connsiteY0-122" fmla="*/ 266896 h 744288"/>
                <a:gd name="connsiteX1-123" fmla="*/ 3307215 w 5196889"/>
                <a:gd name="connsiteY1-124" fmla="*/ 38806 h 744288"/>
                <a:gd name="connsiteX2-125" fmla="*/ 5193165 w 5196889"/>
                <a:gd name="connsiteY2-126" fmla="*/ 396436 h 744288"/>
                <a:gd name="connsiteX3-127" fmla="*/ 1173615 w 5196889"/>
                <a:gd name="connsiteY3-128" fmla="*/ 715966 h 744288"/>
                <a:gd name="connsiteX4-129" fmla="*/ 72525 w 5196889"/>
                <a:gd name="connsiteY4-130" fmla="*/ 266896 h 74428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5196889" h="744288">
                  <a:moveTo>
                    <a:pt x="72525" y="266896"/>
                  </a:moveTo>
                  <a:cubicBezTo>
                    <a:pt x="344305" y="-112664"/>
                    <a:pt x="2453775" y="17216"/>
                    <a:pt x="3307215" y="38806"/>
                  </a:cubicBezTo>
                  <a:cubicBezTo>
                    <a:pt x="4160655" y="60396"/>
                    <a:pt x="5269365" y="25480"/>
                    <a:pt x="5193165" y="396436"/>
                  </a:cubicBezTo>
                  <a:cubicBezTo>
                    <a:pt x="5155065" y="851212"/>
                    <a:pt x="2027055" y="737556"/>
                    <a:pt x="1173615" y="715966"/>
                  </a:cubicBezTo>
                  <a:cubicBezTo>
                    <a:pt x="320175" y="694376"/>
                    <a:pt x="-199255" y="646456"/>
                    <a:pt x="72525" y="266896"/>
                  </a:cubicBezTo>
                  <a:close/>
                </a:path>
              </a:pathLst>
            </a:custGeom>
            <a:solidFill>
              <a:srgbClr val="B0C0F4"/>
            </a:solidFill>
            <a:ln w="66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167" name="椭圆 166"/>
            <p:cNvSpPr/>
            <p:nvPr/>
          </p:nvSpPr>
          <p:spPr>
            <a:xfrm>
              <a:off x="1544273" y="1974450"/>
              <a:ext cx="616350" cy="616350"/>
            </a:xfrm>
            <a:prstGeom prst="ellipse">
              <a:avLst/>
            </a:prstGeom>
            <a:solidFill>
              <a:srgbClr val="6887EA"/>
            </a:solidFill>
            <a:ln w="66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168" name="文本框 167"/>
            <p:cNvSpPr txBox="1"/>
            <p:nvPr/>
          </p:nvSpPr>
          <p:spPr>
            <a:xfrm>
              <a:off x="2557990" y="2111161"/>
              <a:ext cx="269250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solidFill>
                    <a:schemeClr val="bg1"/>
                  </a:solidFill>
                </a:rPr>
                <a:t>单击此处添加标题文本</a:t>
              </a:r>
              <a:endParaRPr lang="zh-CN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169" name="文本框 168"/>
            <p:cNvSpPr txBox="1"/>
            <p:nvPr/>
          </p:nvSpPr>
          <p:spPr>
            <a:xfrm>
              <a:off x="1601045" y="2050707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solidFill>
                    <a:schemeClr val="bg1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rPr>
                <a:t>04</a:t>
              </a:r>
              <a:endParaRPr lang="zh-CN" altLang="en-US" sz="2400" dirty="0">
                <a:solidFill>
                  <a:schemeClr val="bg1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947738" y="1378631"/>
            <a:ext cx="4881562" cy="2195512"/>
            <a:chOff x="947738" y="1233488"/>
            <a:chExt cx="4881562" cy="2195512"/>
          </a:xfrm>
        </p:grpSpPr>
        <p:sp>
          <p:nvSpPr>
            <p:cNvPr id="7" name="矩形: 圆角 6"/>
            <p:cNvSpPr/>
            <p:nvPr/>
          </p:nvSpPr>
          <p:spPr>
            <a:xfrm>
              <a:off x="947738" y="1233488"/>
              <a:ext cx="4881562" cy="2195512"/>
            </a:xfrm>
            <a:prstGeom prst="roundRect">
              <a:avLst>
                <a:gd name="adj" fmla="val 0"/>
              </a:avLst>
            </a:prstGeom>
            <a:solidFill>
              <a:srgbClr val="F8F8FF"/>
            </a:solidFill>
            <a:ln w="12700">
              <a:solidFill>
                <a:srgbClr val="B0C0F4"/>
              </a:solidFill>
            </a:ln>
          </p:spPr>
          <p:txBody>
            <a:bodyPr/>
            <a:lstStyle/>
            <a:p>
              <a:endParaRPr lang="zh-CN" altLang="en-US" sz="13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sym typeface="+mn-lt"/>
              </a:endParaRPr>
            </a:p>
          </p:txBody>
        </p:sp>
        <p:grpSp>
          <p:nvGrpSpPr>
            <p:cNvPr id="9" name="组合 8"/>
            <p:cNvGrpSpPr/>
            <p:nvPr/>
          </p:nvGrpSpPr>
          <p:grpSpPr>
            <a:xfrm>
              <a:off x="1390650" y="2200493"/>
              <a:ext cx="2909412" cy="889537"/>
              <a:chOff x="947737" y="3901208"/>
              <a:chExt cx="2909412" cy="889537"/>
            </a:xfrm>
          </p:grpSpPr>
          <p:sp>
            <p:nvSpPr>
              <p:cNvPr id="10" name="文本框 9"/>
              <p:cNvSpPr txBox="1"/>
              <p:nvPr/>
            </p:nvSpPr>
            <p:spPr>
              <a:xfrm>
                <a:off x="947737" y="4214305"/>
                <a:ext cx="2909412" cy="5764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1100" b="0" i="0">
                    <a:solidFill>
                      <a:schemeClr val="bg1">
                        <a:lumMod val="50000"/>
                      </a:schemeClr>
                    </a:solidFill>
                    <a:effectLst/>
                    <a:latin typeface="HarmonyOS Sans SC Light" panose="00000400000000000000" pitchFamily="2" charset="-122"/>
                    <a:ea typeface="阿里巴巴普惠体 2.0 55 Regular" panose="00020600040101010101" pitchFamily="18" charset="-122"/>
                    <a:cs typeface="阿里巴巴普惠体 2.0 55 Regular" panose="00020600040101010101" pitchFamily="18" charset="-122"/>
                  </a:defRPr>
                </a:lvl1pPr>
              </a:lstStyle>
              <a:p>
                <a:r>
                  <a:rPr lang="zh-CN" alt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rPr>
                  <a:t>根据自己的需要添加适当的文字，此处添加详细文本描述，建议与标题相关尽量简洁</a:t>
                </a:r>
                <a:r>
                  <a:rPr lang="en-US" altLang="zh-CN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rPr>
                  <a:t>... ...</a:t>
                </a:r>
                <a:endPara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1" name="文本框 10"/>
              <p:cNvSpPr txBox="1"/>
              <p:nvPr/>
            </p:nvSpPr>
            <p:spPr>
              <a:xfrm>
                <a:off x="947737" y="3901208"/>
                <a:ext cx="223556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b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HarmonyOS Sans SC Light" panose="00000400000000000000" pitchFamily="2" charset="-122"/>
                    <a:ea typeface="阿里巴巴普惠体 2.0 55 Regular" panose="00020600040101010101" pitchFamily="18" charset="-122"/>
                    <a:cs typeface="阿里巴巴普惠体 2.0 55 Regular" panose="00020600040101010101" pitchFamily="18" charset="-122"/>
                  </a:defRPr>
                </a:lvl1pPr>
              </a:lstStyle>
              <a:p>
                <a:r>
                  <a:rPr lang="zh-CN" alt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rPr>
                  <a:t>添加标题文本</a:t>
                </a:r>
                <a:endPara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sp>
          <p:nvSpPr>
            <p:cNvPr id="15" name="任意多边形: 形状 14"/>
            <p:cNvSpPr/>
            <p:nvPr/>
          </p:nvSpPr>
          <p:spPr>
            <a:xfrm>
              <a:off x="1489258" y="1241784"/>
              <a:ext cx="914400" cy="785077"/>
            </a:xfrm>
            <a:custGeom>
              <a:avLst/>
              <a:gdLst>
                <a:gd name="connsiteX0" fmla="*/ 0 w 914400"/>
                <a:gd name="connsiteY0" fmla="*/ 0 h 785077"/>
                <a:gd name="connsiteX1" fmla="*/ 914400 w 914400"/>
                <a:gd name="connsiteY1" fmla="*/ 0 h 785077"/>
                <a:gd name="connsiteX2" fmla="*/ 914400 w 914400"/>
                <a:gd name="connsiteY2" fmla="*/ 165337 h 785077"/>
                <a:gd name="connsiteX3" fmla="*/ 914400 w 914400"/>
                <a:gd name="connsiteY3" fmla="*/ 467337 h 785077"/>
                <a:gd name="connsiteX4" fmla="*/ 914400 w 914400"/>
                <a:gd name="connsiteY4" fmla="*/ 632674 h 785077"/>
                <a:gd name="connsiteX5" fmla="*/ 761997 w 914400"/>
                <a:gd name="connsiteY5" fmla="*/ 785077 h 785077"/>
                <a:gd name="connsiteX6" fmla="*/ 152403 w 914400"/>
                <a:gd name="connsiteY6" fmla="*/ 785077 h 785077"/>
                <a:gd name="connsiteX7" fmla="*/ 0 w 914400"/>
                <a:gd name="connsiteY7" fmla="*/ 632674 h 785077"/>
                <a:gd name="connsiteX8" fmla="*/ 0 w 914400"/>
                <a:gd name="connsiteY8" fmla="*/ 467337 h 785077"/>
                <a:gd name="connsiteX9" fmla="*/ 0 w 914400"/>
                <a:gd name="connsiteY9" fmla="*/ 165337 h 7850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4400" h="785077">
                  <a:moveTo>
                    <a:pt x="0" y="0"/>
                  </a:moveTo>
                  <a:lnTo>
                    <a:pt x="914400" y="0"/>
                  </a:lnTo>
                  <a:lnTo>
                    <a:pt x="914400" y="165337"/>
                  </a:lnTo>
                  <a:lnTo>
                    <a:pt x="914400" y="467337"/>
                  </a:lnTo>
                  <a:lnTo>
                    <a:pt x="914400" y="632674"/>
                  </a:lnTo>
                  <a:cubicBezTo>
                    <a:pt x="914400" y="716844"/>
                    <a:pt x="846167" y="785077"/>
                    <a:pt x="761997" y="785077"/>
                  </a:cubicBezTo>
                  <a:lnTo>
                    <a:pt x="152403" y="785077"/>
                  </a:lnTo>
                  <a:cubicBezTo>
                    <a:pt x="68233" y="785077"/>
                    <a:pt x="0" y="716844"/>
                    <a:pt x="0" y="632674"/>
                  </a:cubicBezTo>
                  <a:lnTo>
                    <a:pt x="0" y="467337"/>
                  </a:lnTo>
                  <a:lnTo>
                    <a:pt x="0" y="165337"/>
                  </a:lnTo>
                  <a:close/>
                </a:path>
              </a:pathLst>
            </a:custGeom>
            <a:solidFill>
              <a:srgbClr val="6887EA"/>
            </a:solidFill>
            <a:ln w="66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6362701" y="1378631"/>
            <a:ext cx="4881562" cy="2195512"/>
            <a:chOff x="947738" y="1233488"/>
            <a:chExt cx="4881562" cy="2195512"/>
          </a:xfrm>
        </p:grpSpPr>
        <p:sp>
          <p:nvSpPr>
            <p:cNvPr id="18" name="矩形: 圆角 17"/>
            <p:cNvSpPr/>
            <p:nvPr/>
          </p:nvSpPr>
          <p:spPr>
            <a:xfrm>
              <a:off x="947738" y="1233488"/>
              <a:ext cx="4881562" cy="2195512"/>
            </a:xfrm>
            <a:prstGeom prst="roundRect">
              <a:avLst>
                <a:gd name="adj" fmla="val 0"/>
              </a:avLst>
            </a:prstGeom>
            <a:solidFill>
              <a:srgbClr val="F8F8FF"/>
            </a:solidFill>
            <a:ln w="12700">
              <a:solidFill>
                <a:srgbClr val="B0C0F4"/>
              </a:solidFill>
            </a:ln>
          </p:spPr>
          <p:txBody>
            <a:bodyPr/>
            <a:lstStyle/>
            <a:p>
              <a:endParaRPr lang="zh-CN" altLang="en-US" sz="13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sym typeface="+mn-lt"/>
              </a:endParaRPr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1390650" y="2200493"/>
              <a:ext cx="2909412" cy="889537"/>
              <a:chOff x="947737" y="3901208"/>
              <a:chExt cx="2909412" cy="889537"/>
            </a:xfrm>
          </p:grpSpPr>
          <p:sp>
            <p:nvSpPr>
              <p:cNvPr id="21" name="文本框 20"/>
              <p:cNvSpPr txBox="1"/>
              <p:nvPr/>
            </p:nvSpPr>
            <p:spPr>
              <a:xfrm>
                <a:off x="947737" y="4214305"/>
                <a:ext cx="2909412" cy="5764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1100" b="0" i="0">
                    <a:solidFill>
                      <a:schemeClr val="bg1">
                        <a:lumMod val="50000"/>
                      </a:schemeClr>
                    </a:solidFill>
                    <a:effectLst/>
                    <a:latin typeface="HarmonyOS Sans SC Light" panose="00000400000000000000" pitchFamily="2" charset="-122"/>
                    <a:ea typeface="阿里巴巴普惠体 2.0 55 Regular" panose="00020600040101010101" pitchFamily="18" charset="-122"/>
                    <a:cs typeface="阿里巴巴普惠体 2.0 55 Regular" panose="00020600040101010101" pitchFamily="18" charset="-122"/>
                  </a:defRPr>
                </a:lvl1pPr>
              </a:lstStyle>
              <a:p>
                <a:r>
                  <a:rPr lang="zh-CN" alt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rPr>
                  <a:t>根据自己的需要添加适当的文字，此处添加详细文本描述，建议与标题相关尽量简洁</a:t>
                </a:r>
                <a:r>
                  <a:rPr lang="en-US" altLang="zh-CN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rPr>
                  <a:t>... ...</a:t>
                </a:r>
                <a:endPara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2" name="文本框 21"/>
              <p:cNvSpPr txBox="1"/>
              <p:nvPr/>
            </p:nvSpPr>
            <p:spPr>
              <a:xfrm>
                <a:off x="947737" y="3901208"/>
                <a:ext cx="223556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b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HarmonyOS Sans SC Light" panose="00000400000000000000" pitchFamily="2" charset="-122"/>
                    <a:ea typeface="阿里巴巴普惠体 2.0 55 Regular" panose="00020600040101010101" pitchFamily="18" charset="-122"/>
                    <a:cs typeface="阿里巴巴普惠体 2.0 55 Regular" panose="00020600040101010101" pitchFamily="18" charset="-122"/>
                  </a:defRPr>
                </a:lvl1pPr>
              </a:lstStyle>
              <a:p>
                <a:r>
                  <a:rPr lang="zh-CN" alt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rPr>
                  <a:t>添加标题文本</a:t>
                </a:r>
                <a:endPara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sp>
          <p:nvSpPr>
            <p:cNvPr id="20" name="任意多边形: 形状 19"/>
            <p:cNvSpPr/>
            <p:nvPr/>
          </p:nvSpPr>
          <p:spPr>
            <a:xfrm>
              <a:off x="1489258" y="1241784"/>
              <a:ext cx="914400" cy="785077"/>
            </a:xfrm>
            <a:custGeom>
              <a:avLst/>
              <a:gdLst>
                <a:gd name="connsiteX0" fmla="*/ 0 w 914400"/>
                <a:gd name="connsiteY0" fmla="*/ 0 h 785077"/>
                <a:gd name="connsiteX1" fmla="*/ 914400 w 914400"/>
                <a:gd name="connsiteY1" fmla="*/ 0 h 785077"/>
                <a:gd name="connsiteX2" fmla="*/ 914400 w 914400"/>
                <a:gd name="connsiteY2" fmla="*/ 165337 h 785077"/>
                <a:gd name="connsiteX3" fmla="*/ 914400 w 914400"/>
                <a:gd name="connsiteY3" fmla="*/ 467337 h 785077"/>
                <a:gd name="connsiteX4" fmla="*/ 914400 w 914400"/>
                <a:gd name="connsiteY4" fmla="*/ 632674 h 785077"/>
                <a:gd name="connsiteX5" fmla="*/ 761997 w 914400"/>
                <a:gd name="connsiteY5" fmla="*/ 785077 h 785077"/>
                <a:gd name="connsiteX6" fmla="*/ 152403 w 914400"/>
                <a:gd name="connsiteY6" fmla="*/ 785077 h 785077"/>
                <a:gd name="connsiteX7" fmla="*/ 0 w 914400"/>
                <a:gd name="connsiteY7" fmla="*/ 632674 h 785077"/>
                <a:gd name="connsiteX8" fmla="*/ 0 w 914400"/>
                <a:gd name="connsiteY8" fmla="*/ 467337 h 785077"/>
                <a:gd name="connsiteX9" fmla="*/ 0 w 914400"/>
                <a:gd name="connsiteY9" fmla="*/ 165337 h 7850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4400" h="785077">
                  <a:moveTo>
                    <a:pt x="0" y="0"/>
                  </a:moveTo>
                  <a:lnTo>
                    <a:pt x="914400" y="0"/>
                  </a:lnTo>
                  <a:lnTo>
                    <a:pt x="914400" y="165337"/>
                  </a:lnTo>
                  <a:lnTo>
                    <a:pt x="914400" y="467337"/>
                  </a:lnTo>
                  <a:lnTo>
                    <a:pt x="914400" y="632674"/>
                  </a:lnTo>
                  <a:cubicBezTo>
                    <a:pt x="914400" y="716844"/>
                    <a:pt x="846167" y="785077"/>
                    <a:pt x="761997" y="785077"/>
                  </a:cubicBezTo>
                  <a:lnTo>
                    <a:pt x="152403" y="785077"/>
                  </a:lnTo>
                  <a:cubicBezTo>
                    <a:pt x="68233" y="785077"/>
                    <a:pt x="0" y="716844"/>
                    <a:pt x="0" y="632674"/>
                  </a:cubicBezTo>
                  <a:lnTo>
                    <a:pt x="0" y="467337"/>
                  </a:lnTo>
                  <a:lnTo>
                    <a:pt x="0" y="165337"/>
                  </a:lnTo>
                  <a:close/>
                </a:path>
              </a:pathLst>
            </a:custGeom>
            <a:solidFill>
              <a:srgbClr val="6887EA"/>
            </a:solidFill>
            <a:ln w="66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947738" y="3867831"/>
            <a:ext cx="4881562" cy="2195512"/>
            <a:chOff x="947738" y="1233488"/>
            <a:chExt cx="4881562" cy="2195512"/>
          </a:xfrm>
        </p:grpSpPr>
        <p:sp>
          <p:nvSpPr>
            <p:cNvPr id="24" name="矩形: 圆角 23"/>
            <p:cNvSpPr/>
            <p:nvPr/>
          </p:nvSpPr>
          <p:spPr>
            <a:xfrm>
              <a:off x="947738" y="1233488"/>
              <a:ext cx="4881562" cy="2195512"/>
            </a:xfrm>
            <a:prstGeom prst="roundRect">
              <a:avLst>
                <a:gd name="adj" fmla="val 0"/>
              </a:avLst>
            </a:prstGeom>
            <a:solidFill>
              <a:srgbClr val="F8F8FF"/>
            </a:solidFill>
            <a:ln w="12700">
              <a:solidFill>
                <a:srgbClr val="B0C0F4"/>
              </a:solidFill>
            </a:ln>
          </p:spPr>
          <p:txBody>
            <a:bodyPr/>
            <a:lstStyle/>
            <a:p>
              <a:endParaRPr lang="zh-CN" altLang="en-US" sz="13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sym typeface="+mn-lt"/>
              </a:endParaRPr>
            </a:p>
          </p:txBody>
        </p:sp>
        <p:grpSp>
          <p:nvGrpSpPr>
            <p:cNvPr id="25" name="组合 24"/>
            <p:cNvGrpSpPr/>
            <p:nvPr/>
          </p:nvGrpSpPr>
          <p:grpSpPr>
            <a:xfrm>
              <a:off x="1390650" y="2200493"/>
              <a:ext cx="2909412" cy="889537"/>
              <a:chOff x="947737" y="3901208"/>
              <a:chExt cx="2909412" cy="889537"/>
            </a:xfrm>
          </p:grpSpPr>
          <p:sp>
            <p:nvSpPr>
              <p:cNvPr id="27" name="文本框 26"/>
              <p:cNvSpPr txBox="1"/>
              <p:nvPr/>
            </p:nvSpPr>
            <p:spPr>
              <a:xfrm>
                <a:off x="947737" y="4214305"/>
                <a:ext cx="2909412" cy="5764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1100" b="0" i="0">
                    <a:solidFill>
                      <a:schemeClr val="bg1">
                        <a:lumMod val="50000"/>
                      </a:schemeClr>
                    </a:solidFill>
                    <a:effectLst/>
                    <a:latin typeface="HarmonyOS Sans SC Light" panose="00000400000000000000" pitchFamily="2" charset="-122"/>
                    <a:ea typeface="阿里巴巴普惠体 2.0 55 Regular" panose="00020600040101010101" pitchFamily="18" charset="-122"/>
                    <a:cs typeface="阿里巴巴普惠体 2.0 55 Regular" panose="00020600040101010101" pitchFamily="18" charset="-122"/>
                  </a:defRPr>
                </a:lvl1pPr>
              </a:lstStyle>
              <a:p>
                <a:r>
                  <a:rPr lang="zh-CN" alt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rPr>
                  <a:t>根据自己的需要添加适当的文字，此处添加详细文本描述，建议与标题相关尽量简洁</a:t>
                </a:r>
                <a:r>
                  <a:rPr lang="en-US" altLang="zh-CN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rPr>
                  <a:t>... ...</a:t>
                </a:r>
                <a:endPara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8" name="文本框 27"/>
              <p:cNvSpPr txBox="1"/>
              <p:nvPr/>
            </p:nvSpPr>
            <p:spPr>
              <a:xfrm>
                <a:off x="947737" y="3901208"/>
                <a:ext cx="223556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b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HarmonyOS Sans SC Light" panose="00000400000000000000" pitchFamily="2" charset="-122"/>
                    <a:ea typeface="阿里巴巴普惠体 2.0 55 Regular" panose="00020600040101010101" pitchFamily="18" charset="-122"/>
                    <a:cs typeface="阿里巴巴普惠体 2.0 55 Regular" panose="00020600040101010101" pitchFamily="18" charset="-122"/>
                  </a:defRPr>
                </a:lvl1pPr>
              </a:lstStyle>
              <a:p>
                <a:r>
                  <a:rPr lang="zh-CN" alt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rPr>
                  <a:t>添加标题文本</a:t>
                </a:r>
                <a:endPara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sp>
          <p:nvSpPr>
            <p:cNvPr id="26" name="任意多边形: 形状 25"/>
            <p:cNvSpPr/>
            <p:nvPr/>
          </p:nvSpPr>
          <p:spPr>
            <a:xfrm>
              <a:off x="1489258" y="1241784"/>
              <a:ext cx="914400" cy="785077"/>
            </a:xfrm>
            <a:custGeom>
              <a:avLst/>
              <a:gdLst>
                <a:gd name="connsiteX0" fmla="*/ 0 w 914400"/>
                <a:gd name="connsiteY0" fmla="*/ 0 h 785077"/>
                <a:gd name="connsiteX1" fmla="*/ 914400 w 914400"/>
                <a:gd name="connsiteY1" fmla="*/ 0 h 785077"/>
                <a:gd name="connsiteX2" fmla="*/ 914400 w 914400"/>
                <a:gd name="connsiteY2" fmla="*/ 165337 h 785077"/>
                <a:gd name="connsiteX3" fmla="*/ 914400 w 914400"/>
                <a:gd name="connsiteY3" fmla="*/ 467337 h 785077"/>
                <a:gd name="connsiteX4" fmla="*/ 914400 w 914400"/>
                <a:gd name="connsiteY4" fmla="*/ 632674 h 785077"/>
                <a:gd name="connsiteX5" fmla="*/ 761997 w 914400"/>
                <a:gd name="connsiteY5" fmla="*/ 785077 h 785077"/>
                <a:gd name="connsiteX6" fmla="*/ 152403 w 914400"/>
                <a:gd name="connsiteY6" fmla="*/ 785077 h 785077"/>
                <a:gd name="connsiteX7" fmla="*/ 0 w 914400"/>
                <a:gd name="connsiteY7" fmla="*/ 632674 h 785077"/>
                <a:gd name="connsiteX8" fmla="*/ 0 w 914400"/>
                <a:gd name="connsiteY8" fmla="*/ 467337 h 785077"/>
                <a:gd name="connsiteX9" fmla="*/ 0 w 914400"/>
                <a:gd name="connsiteY9" fmla="*/ 165337 h 7850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4400" h="785077">
                  <a:moveTo>
                    <a:pt x="0" y="0"/>
                  </a:moveTo>
                  <a:lnTo>
                    <a:pt x="914400" y="0"/>
                  </a:lnTo>
                  <a:lnTo>
                    <a:pt x="914400" y="165337"/>
                  </a:lnTo>
                  <a:lnTo>
                    <a:pt x="914400" y="467337"/>
                  </a:lnTo>
                  <a:lnTo>
                    <a:pt x="914400" y="632674"/>
                  </a:lnTo>
                  <a:cubicBezTo>
                    <a:pt x="914400" y="716844"/>
                    <a:pt x="846167" y="785077"/>
                    <a:pt x="761997" y="785077"/>
                  </a:cubicBezTo>
                  <a:lnTo>
                    <a:pt x="152403" y="785077"/>
                  </a:lnTo>
                  <a:cubicBezTo>
                    <a:pt x="68233" y="785077"/>
                    <a:pt x="0" y="716844"/>
                    <a:pt x="0" y="632674"/>
                  </a:cubicBezTo>
                  <a:lnTo>
                    <a:pt x="0" y="467337"/>
                  </a:lnTo>
                  <a:lnTo>
                    <a:pt x="0" y="165337"/>
                  </a:lnTo>
                  <a:close/>
                </a:path>
              </a:pathLst>
            </a:custGeom>
            <a:solidFill>
              <a:srgbClr val="6887EA"/>
            </a:solidFill>
            <a:ln w="66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6362701" y="3867831"/>
            <a:ext cx="4881562" cy="2195512"/>
            <a:chOff x="947738" y="1233488"/>
            <a:chExt cx="4881562" cy="2195512"/>
          </a:xfrm>
        </p:grpSpPr>
        <p:sp>
          <p:nvSpPr>
            <p:cNvPr id="30" name="矩形: 圆角 29"/>
            <p:cNvSpPr/>
            <p:nvPr/>
          </p:nvSpPr>
          <p:spPr>
            <a:xfrm>
              <a:off x="947738" y="1233488"/>
              <a:ext cx="4881562" cy="2195512"/>
            </a:xfrm>
            <a:prstGeom prst="roundRect">
              <a:avLst>
                <a:gd name="adj" fmla="val 0"/>
              </a:avLst>
            </a:prstGeom>
            <a:solidFill>
              <a:srgbClr val="F8F8FF"/>
            </a:solidFill>
            <a:ln w="12700">
              <a:solidFill>
                <a:srgbClr val="B0C0F4"/>
              </a:solidFill>
            </a:ln>
          </p:spPr>
          <p:txBody>
            <a:bodyPr/>
            <a:lstStyle/>
            <a:p>
              <a:endParaRPr lang="zh-CN" altLang="en-US" sz="13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sym typeface="+mn-lt"/>
              </a:endParaRPr>
            </a:p>
          </p:txBody>
        </p:sp>
        <p:grpSp>
          <p:nvGrpSpPr>
            <p:cNvPr id="31" name="组合 30"/>
            <p:cNvGrpSpPr/>
            <p:nvPr/>
          </p:nvGrpSpPr>
          <p:grpSpPr>
            <a:xfrm>
              <a:off x="1390650" y="2200493"/>
              <a:ext cx="2909412" cy="889537"/>
              <a:chOff x="947737" y="3901208"/>
              <a:chExt cx="2909412" cy="889537"/>
            </a:xfrm>
          </p:grpSpPr>
          <p:sp>
            <p:nvSpPr>
              <p:cNvPr id="33" name="文本框 32"/>
              <p:cNvSpPr txBox="1"/>
              <p:nvPr/>
            </p:nvSpPr>
            <p:spPr>
              <a:xfrm>
                <a:off x="947737" y="4214305"/>
                <a:ext cx="2909412" cy="5764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1100" b="0" i="0">
                    <a:solidFill>
                      <a:schemeClr val="bg1">
                        <a:lumMod val="50000"/>
                      </a:schemeClr>
                    </a:solidFill>
                    <a:effectLst/>
                    <a:latin typeface="HarmonyOS Sans SC Light" panose="00000400000000000000" pitchFamily="2" charset="-122"/>
                    <a:ea typeface="阿里巴巴普惠体 2.0 55 Regular" panose="00020600040101010101" pitchFamily="18" charset="-122"/>
                    <a:cs typeface="阿里巴巴普惠体 2.0 55 Regular" panose="00020600040101010101" pitchFamily="18" charset="-122"/>
                  </a:defRPr>
                </a:lvl1pPr>
              </a:lstStyle>
              <a:p>
                <a:r>
                  <a:rPr lang="zh-CN" alt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rPr>
                  <a:t>根据自己的需要添加适当的文字，此处添加详细文本描述，建议与标题相关尽量简洁</a:t>
                </a:r>
                <a:r>
                  <a:rPr lang="en-US" altLang="zh-CN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rPr>
                  <a:t>... ...</a:t>
                </a:r>
                <a:endPara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34" name="文本框 33"/>
              <p:cNvSpPr txBox="1"/>
              <p:nvPr/>
            </p:nvSpPr>
            <p:spPr>
              <a:xfrm>
                <a:off x="947737" y="3901208"/>
                <a:ext cx="223556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b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HarmonyOS Sans SC Light" panose="00000400000000000000" pitchFamily="2" charset="-122"/>
                    <a:ea typeface="阿里巴巴普惠体 2.0 55 Regular" panose="00020600040101010101" pitchFamily="18" charset="-122"/>
                    <a:cs typeface="阿里巴巴普惠体 2.0 55 Regular" panose="00020600040101010101" pitchFamily="18" charset="-122"/>
                  </a:defRPr>
                </a:lvl1pPr>
              </a:lstStyle>
              <a:p>
                <a:r>
                  <a:rPr lang="zh-CN" altLang="en-US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rPr>
                  <a:t>添加标题文本</a:t>
                </a:r>
                <a:endPara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sp>
          <p:nvSpPr>
            <p:cNvPr id="32" name="任意多边形: 形状 31"/>
            <p:cNvSpPr/>
            <p:nvPr/>
          </p:nvSpPr>
          <p:spPr>
            <a:xfrm>
              <a:off x="1489258" y="1241784"/>
              <a:ext cx="914400" cy="785077"/>
            </a:xfrm>
            <a:custGeom>
              <a:avLst/>
              <a:gdLst>
                <a:gd name="connsiteX0" fmla="*/ 0 w 914400"/>
                <a:gd name="connsiteY0" fmla="*/ 0 h 785077"/>
                <a:gd name="connsiteX1" fmla="*/ 914400 w 914400"/>
                <a:gd name="connsiteY1" fmla="*/ 0 h 785077"/>
                <a:gd name="connsiteX2" fmla="*/ 914400 w 914400"/>
                <a:gd name="connsiteY2" fmla="*/ 165337 h 785077"/>
                <a:gd name="connsiteX3" fmla="*/ 914400 w 914400"/>
                <a:gd name="connsiteY3" fmla="*/ 467337 h 785077"/>
                <a:gd name="connsiteX4" fmla="*/ 914400 w 914400"/>
                <a:gd name="connsiteY4" fmla="*/ 632674 h 785077"/>
                <a:gd name="connsiteX5" fmla="*/ 761997 w 914400"/>
                <a:gd name="connsiteY5" fmla="*/ 785077 h 785077"/>
                <a:gd name="connsiteX6" fmla="*/ 152403 w 914400"/>
                <a:gd name="connsiteY6" fmla="*/ 785077 h 785077"/>
                <a:gd name="connsiteX7" fmla="*/ 0 w 914400"/>
                <a:gd name="connsiteY7" fmla="*/ 632674 h 785077"/>
                <a:gd name="connsiteX8" fmla="*/ 0 w 914400"/>
                <a:gd name="connsiteY8" fmla="*/ 467337 h 785077"/>
                <a:gd name="connsiteX9" fmla="*/ 0 w 914400"/>
                <a:gd name="connsiteY9" fmla="*/ 165337 h 7850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4400" h="785077">
                  <a:moveTo>
                    <a:pt x="0" y="0"/>
                  </a:moveTo>
                  <a:lnTo>
                    <a:pt x="914400" y="0"/>
                  </a:lnTo>
                  <a:lnTo>
                    <a:pt x="914400" y="165337"/>
                  </a:lnTo>
                  <a:lnTo>
                    <a:pt x="914400" y="467337"/>
                  </a:lnTo>
                  <a:lnTo>
                    <a:pt x="914400" y="632674"/>
                  </a:lnTo>
                  <a:cubicBezTo>
                    <a:pt x="914400" y="716844"/>
                    <a:pt x="846167" y="785077"/>
                    <a:pt x="761997" y="785077"/>
                  </a:cubicBezTo>
                  <a:lnTo>
                    <a:pt x="152403" y="785077"/>
                  </a:lnTo>
                  <a:cubicBezTo>
                    <a:pt x="68233" y="785077"/>
                    <a:pt x="0" y="716844"/>
                    <a:pt x="0" y="632674"/>
                  </a:cubicBezTo>
                  <a:lnTo>
                    <a:pt x="0" y="467337"/>
                  </a:lnTo>
                  <a:lnTo>
                    <a:pt x="0" y="165337"/>
                  </a:lnTo>
                  <a:close/>
                </a:path>
              </a:pathLst>
            </a:custGeom>
            <a:solidFill>
              <a:srgbClr val="6887EA"/>
            </a:solidFill>
            <a:ln w="66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43" name="图形 35" descr="书籍 纯色填充"/>
          <p:cNvSpPr/>
          <p:nvPr/>
        </p:nvSpPr>
        <p:spPr>
          <a:xfrm>
            <a:off x="1750782" y="1564021"/>
            <a:ext cx="391351" cy="365170"/>
          </a:xfrm>
          <a:custGeom>
            <a:avLst/>
            <a:gdLst>
              <a:gd name="connsiteX0" fmla="*/ 391352 w 391351"/>
              <a:gd name="connsiteY0" fmla="*/ 128613 h 365170"/>
              <a:gd name="connsiteX1" fmla="*/ 367467 w 391351"/>
              <a:gd name="connsiteY1" fmla="*/ 119886 h 365170"/>
              <a:gd name="connsiteX2" fmla="*/ 367467 w 391351"/>
              <a:gd name="connsiteY2" fmla="*/ 69819 h 365170"/>
              <a:gd name="connsiteX3" fmla="*/ 391352 w 391351"/>
              <a:gd name="connsiteY3" fmla="*/ 59713 h 365170"/>
              <a:gd name="connsiteX4" fmla="*/ 229667 w 391351"/>
              <a:gd name="connsiteY4" fmla="*/ 0 h 365170"/>
              <a:gd name="connsiteX5" fmla="*/ 33072 w 391351"/>
              <a:gd name="connsiteY5" fmla="*/ 68900 h 365170"/>
              <a:gd name="connsiteX6" fmla="*/ 13780 w 391351"/>
              <a:gd name="connsiteY6" fmla="*/ 124020 h 365170"/>
              <a:gd name="connsiteX7" fmla="*/ 16077 w 391351"/>
              <a:gd name="connsiteY7" fmla="*/ 144231 h 365170"/>
              <a:gd name="connsiteX8" fmla="*/ 0 w 391351"/>
              <a:gd name="connsiteY8" fmla="*/ 197513 h 365170"/>
              <a:gd name="connsiteX9" fmla="*/ 13780 w 391351"/>
              <a:gd name="connsiteY9" fmla="*/ 237475 h 365170"/>
              <a:gd name="connsiteX10" fmla="*/ 12861 w 391351"/>
              <a:gd name="connsiteY10" fmla="*/ 266413 h 365170"/>
              <a:gd name="connsiteX11" fmla="*/ 36747 w 391351"/>
              <a:gd name="connsiteY11" fmla="*/ 312347 h 365170"/>
              <a:gd name="connsiteX12" fmla="*/ 164441 w 391351"/>
              <a:gd name="connsiteY12" fmla="*/ 365170 h 365170"/>
              <a:gd name="connsiteX13" fmla="*/ 390433 w 391351"/>
              <a:gd name="connsiteY13" fmla="*/ 271466 h 365170"/>
              <a:gd name="connsiteX14" fmla="*/ 366548 w 391351"/>
              <a:gd name="connsiteY14" fmla="*/ 262739 h 365170"/>
              <a:gd name="connsiteX15" fmla="*/ 366548 w 391351"/>
              <a:gd name="connsiteY15" fmla="*/ 212212 h 365170"/>
              <a:gd name="connsiteX16" fmla="*/ 390433 w 391351"/>
              <a:gd name="connsiteY16" fmla="*/ 202107 h 365170"/>
              <a:gd name="connsiteX17" fmla="*/ 353687 w 391351"/>
              <a:gd name="connsiteY17" fmla="*/ 188327 h 365170"/>
              <a:gd name="connsiteX18" fmla="*/ 353687 w 391351"/>
              <a:gd name="connsiteY18" fmla="*/ 144231 h 365170"/>
              <a:gd name="connsiteX19" fmla="*/ 391352 w 391351"/>
              <a:gd name="connsiteY19" fmla="*/ 128613 h 365170"/>
              <a:gd name="connsiteX20" fmla="*/ 38584 w 391351"/>
              <a:gd name="connsiteY20" fmla="*/ 101053 h 365170"/>
              <a:gd name="connsiteX21" fmla="*/ 166279 w 391351"/>
              <a:gd name="connsiteY21" fmla="*/ 151121 h 365170"/>
              <a:gd name="connsiteX22" fmla="*/ 349553 w 391351"/>
              <a:gd name="connsiteY22" fmla="*/ 77168 h 365170"/>
              <a:gd name="connsiteX23" fmla="*/ 349553 w 391351"/>
              <a:gd name="connsiteY23" fmla="*/ 116671 h 365170"/>
              <a:gd name="connsiteX24" fmla="*/ 166279 w 391351"/>
              <a:gd name="connsiteY24" fmla="*/ 192920 h 365170"/>
              <a:gd name="connsiteX25" fmla="*/ 38584 w 391351"/>
              <a:gd name="connsiteY25" fmla="*/ 142393 h 365170"/>
              <a:gd name="connsiteX26" fmla="*/ 38584 w 391351"/>
              <a:gd name="connsiteY26" fmla="*/ 101053 h 365170"/>
              <a:gd name="connsiteX27" fmla="*/ 348634 w 391351"/>
              <a:gd name="connsiteY27" fmla="*/ 259523 h 365170"/>
              <a:gd name="connsiteX28" fmla="*/ 165360 w 391351"/>
              <a:gd name="connsiteY28" fmla="*/ 335313 h 365170"/>
              <a:gd name="connsiteX29" fmla="*/ 37206 w 391351"/>
              <a:gd name="connsiteY29" fmla="*/ 284787 h 365170"/>
              <a:gd name="connsiteX30" fmla="*/ 37206 w 391351"/>
              <a:gd name="connsiteY30" fmla="*/ 248959 h 365170"/>
              <a:gd name="connsiteX31" fmla="*/ 151580 w 391351"/>
              <a:gd name="connsiteY31" fmla="*/ 295811 h 365170"/>
              <a:gd name="connsiteX32" fmla="*/ 349093 w 391351"/>
              <a:gd name="connsiteY32" fmla="*/ 217724 h 365170"/>
              <a:gd name="connsiteX33" fmla="*/ 348634 w 391351"/>
              <a:gd name="connsiteY33" fmla="*/ 259523 h 365170"/>
              <a:gd name="connsiteX34" fmla="*/ 335773 w 391351"/>
              <a:gd name="connsiteY34" fmla="*/ 190623 h 365170"/>
              <a:gd name="connsiteX35" fmla="*/ 152499 w 391351"/>
              <a:gd name="connsiteY35" fmla="*/ 266413 h 365170"/>
              <a:gd name="connsiteX36" fmla="*/ 24804 w 391351"/>
              <a:gd name="connsiteY36" fmla="*/ 215887 h 365170"/>
              <a:gd name="connsiteX37" fmla="*/ 24804 w 391351"/>
              <a:gd name="connsiteY37" fmla="*/ 174547 h 365170"/>
              <a:gd name="connsiteX38" fmla="*/ 156173 w 391351"/>
              <a:gd name="connsiteY38" fmla="*/ 226911 h 365170"/>
              <a:gd name="connsiteX39" fmla="*/ 336232 w 391351"/>
              <a:gd name="connsiteY39" fmla="*/ 151580 h 365170"/>
              <a:gd name="connsiteX40" fmla="*/ 336232 w 391351"/>
              <a:gd name="connsiteY40" fmla="*/ 190623 h 365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391351" h="365170">
                <a:moveTo>
                  <a:pt x="391352" y="128613"/>
                </a:moveTo>
                <a:lnTo>
                  <a:pt x="367467" y="119886"/>
                </a:lnTo>
                <a:lnTo>
                  <a:pt x="367467" y="69819"/>
                </a:lnTo>
                <a:lnTo>
                  <a:pt x="391352" y="59713"/>
                </a:lnTo>
                <a:lnTo>
                  <a:pt x="229667" y="0"/>
                </a:lnTo>
                <a:lnTo>
                  <a:pt x="33072" y="68900"/>
                </a:lnTo>
                <a:cubicBezTo>
                  <a:pt x="14239" y="78087"/>
                  <a:pt x="13780" y="103350"/>
                  <a:pt x="13780" y="124020"/>
                </a:cubicBezTo>
                <a:cubicBezTo>
                  <a:pt x="13780" y="130910"/>
                  <a:pt x="14699" y="137800"/>
                  <a:pt x="16077" y="144231"/>
                </a:cubicBezTo>
                <a:cubicBezTo>
                  <a:pt x="459" y="154336"/>
                  <a:pt x="0" y="177762"/>
                  <a:pt x="0" y="197513"/>
                </a:cubicBezTo>
                <a:cubicBezTo>
                  <a:pt x="0" y="213590"/>
                  <a:pt x="3675" y="228289"/>
                  <a:pt x="13780" y="237475"/>
                </a:cubicBezTo>
                <a:cubicBezTo>
                  <a:pt x="11483" y="245284"/>
                  <a:pt x="12861" y="254930"/>
                  <a:pt x="12861" y="266413"/>
                </a:cubicBezTo>
                <a:cubicBezTo>
                  <a:pt x="12861" y="287083"/>
                  <a:pt x="18373" y="305916"/>
                  <a:pt x="36747" y="312347"/>
                </a:cubicBezTo>
                <a:lnTo>
                  <a:pt x="164441" y="365170"/>
                </a:lnTo>
                <a:lnTo>
                  <a:pt x="390433" y="271466"/>
                </a:lnTo>
                <a:lnTo>
                  <a:pt x="366548" y="262739"/>
                </a:lnTo>
                <a:lnTo>
                  <a:pt x="366548" y="212212"/>
                </a:lnTo>
                <a:lnTo>
                  <a:pt x="390433" y="202107"/>
                </a:lnTo>
                <a:lnTo>
                  <a:pt x="353687" y="188327"/>
                </a:lnTo>
                <a:lnTo>
                  <a:pt x="353687" y="144231"/>
                </a:lnTo>
                <a:lnTo>
                  <a:pt x="391352" y="128613"/>
                </a:lnTo>
                <a:close/>
                <a:moveTo>
                  <a:pt x="38584" y="101053"/>
                </a:moveTo>
                <a:lnTo>
                  <a:pt x="166279" y="151121"/>
                </a:lnTo>
                <a:lnTo>
                  <a:pt x="349553" y="77168"/>
                </a:lnTo>
                <a:lnTo>
                  <a:pt x="349553" y="116671"/>
                </a:lnTo>
                <a:lnTo>
                  <a:pt x="166279" y="192920"/>
                </a:lnTo>
                <a:lnTo>
                  <a:pt x="38584" y="142393"/>
                </a:lnTo>
                <a:lnTo>
                  <a:pt x="38584" y="101053"/>
                </a:lnTo>
                <a:close/>
                <a:moveTo>
                  <a:pt x="348634" y="259523"/>
                </a:moveTo>
                <a:lnTo>
                  <a:pt x="165360" y="335313"/>
                </a:lnTo>
                <a:lnTo>
                  <a:pt x="37206" y="284787"/>
                </a:lnTo>
                <a:lnTo>
                  <a:pt x="37206" y="248959"/>
                </a:lnTo>
                <a:lnTo>
                  <a:pt x="151580" y="295811"/>
                </a:lnTo>
                <a:lnTo>
                  <a:pt x="349093" y="217724"/>
                </a:lnTo>
                <a:lnTo>
                  <a:pt x="348634" y="259523"/>
                </a:lnTo>
                <a:close/>
                <a:moveTo>
                  <a:pt x="335773" y="190623"/>
                </a:moveTo>
                <a:lnTo>
                  <a:pt x="152499" y="266413"/>
                </a:lnTo>
                <a:lnTo>
                  <a:pt x="24804" y="215887"/>
                </a:lnTo>
                <a:lnTo>
                  <a:pt x="24804" y="174547"/>
                </a:lnTo>
                <a:lnTo>
                  <a:pt x="156173" y="226911"/>
                </a:lnTo>
                <a:lnTo>
                  <a:pt x="336232" y="151580"/>
                </a:lnTo>
                <a:lnTo>
                  <a:pt x="336232" y="190623"/>
                </a:lnTo>
                <a:close/>
              </a:path>
            </a:pathLst>
          </a:custGeom>
          <a:solidFill>
            <a:schemeClr val="bg1"/>
          </a:solidFill>
          <a:ln w="456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grpSp>
        <p:nvGrpSpPr>
          <p:cNvPr id="48" name="组合 47"/>
          <p:cNvGrpSpPr/>
          <p:nvPr/>
        </p:nvGrpSpPr>
        <p:grpSpPr>
          <a:xfrm>
            <a:off x="7161480" y="1564021"/>
            <a:ext cx="399882" cy="399882"/>
            <a:chOff x="7165883" y="1258084"/>
            <a:chExt cx="752475" cy="752475"/>
          </a:xfrm>
          <a:solidFill>
            <a:schemeClr val="bg1"/>
          </a:solidFill>
        </p:grpSpPr>
        <p:sp>
          <p:nvSpPr>
            <p:cNvPr id="45" name="任意多边形: 形状 44"/>
            <p:cNvSpPr/>
            <p:nvPr/>
          </p:nvSpPr>
          <p:spPr>
            <a:xfrm>
              <a:off x="7431631" y="1258084"/>
              <a:ext cx="486727" cy="485775"/>
            </a:xfrm>
            <a:custGeom>
              <a:avLst/>
              <a:gdLst>
                <a:gd name="connsiteX0" fmla="*/ 401003 w 486727"/>
                <a:gd name="connsiteY0" fmla="*/ 85725 h 485775"/>
                <a:gd name="connsiteX1" fmla="*/ 391478 w 486727"/>
                <a:gd name="connsiteY1" fmla="*/ 0 h 485775"/>
                <a:gd name="connsiteX2" fmla="*/ 286703 w 486727"/>
                <a:gd name="connsiteY2" fmla="*/ 104775 h 485775"/>
                <a:gd name="connsiteX3" fmla="*/ 292417 w 486727"/>
                <a:gd name="connsiteY3" fmla="*/ 154305 h 485775"/>
                <a:gd name="connsiteX4" fmla="*/ 140017 w 486727"/>
                <a:gd name="connsiteY4" fmla="*/ 306705 h 485775"/>
                <a:gd name="connsiteX5" fmla="*/ 95250 w 486727"/>
                <a:gd name="connsiteY5" fmla="*/ 295275 h 485775"/>
                <a:gd name="connsiteX6" fmla="*/ 0 w 486727"/>
                <a:gd name="connsiteY6" fmla="*/ 390525 h 485775"/>
                <a:gd name="connsiteX7" fmla="*/ 95250 w 486727"/>
                <a:gd name="connsiteY7" fmla="*/ 485775 h 485775"/>
                <a:gd name="connsiteX8" fmla="*/ 190500 w 486727"/>
                <a:gd name="connsiteY8" fmla="*/ 390525 h 485775"/>
                <a:gd name="connsiteX9" fmla="*/ 180022 w 486727"/>
                <a:gd name="connsiteY9" fmla="*/ 346710 h 485775"/>
                <a:gd name="connsiteX10" fmla="*/ 332423 w 486727"/>
                <a:gd name="connsiteY10" fmla="*/ 194310 h 485775"/>
                <a:gd name="connsiteX11" fmla="*/ 381953 w 486727"/>
                <a:gd name="connsiteY11" fmla="*/ 200025 h 485775"/>
                <a:gd name="connsiteX12" fmla="*/ 486728 w 486727"/>
                <a:gd name="connsiteY12" fmla="*/ 95250 h 485775"/>
                <a:gd name="connsiteX13" fmla="*/ 401003 w 486727"/>
                <a:gd name="connsiteY13" fmla="*/ 85725 h 485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86727" h="485775">
                  <a:moveTo>
                    <a:pt x="401003" y="85725"/>
                  </a:moveTo>
                  <a:lnTo>
                    <a:pt x="391478" y="0"/>
                  </a:lnTo>
                  <a:lnTo>
                    <a:pt x="286703" y="104775"/>
                  </a:lnTo>
                  <a:lnTo>
                    <a:pt x="292417" y="154305"/>
                  </a:lnTo>
                  <a:lnTo>
                    <a:pt x="140017" y="306705"/>
                  </a:lnTo>
                  <a:cubicBezTo>
                    <a:pt x="126682" y="300038"/>
                    <a:pt x="111442" y="295275"/>
                    <a:pt x="95250" y="295275"/>
                  </a:cubicBezTo>
                  <a:cubicBezTo>
                    <a:pt x="42863" y="295275"/>
                    <a:pt x="0" y="338138"/>
                    <a:pt x="0" y="390525"/>
                  </a:cubicBezTo>
                  <a:cubicBezTo>
                    <a:pt x="0" y="442913"/>
                    <a:pt x="42863" y="485775"/>
                    <a:pt x="95250" y="485775"/>
                  </a:cubicBezTo>
                  <a:cubicBezTo>
                    <a:pt x="147638" y="485775"/>
                    <a:pt x="190500" y="442913"/>
                    <a:pt x="190500" y="390525"/>
                  </a:cubicBezTo>
                  <a:cubicBezTo>
                    <a:pt x="190500" y="374333"/>
                    <a:pt x="186690" y="360045"/>
                    <a:pt x="180022" y="346710"/>
                  </a:cubicBezTo>
                  <a:lnTo>
                    <a:pt x="332423" y="194310"/>
                  </a:lnTo>
                  <a:lnTo>
                    <a:pt x="381953" y="200025"/>
                  </a:lnTo>
                  <a:lnTo>
                    <a:pt x="486728" y="95250"/>
                  </a:lnTo>
                  <a:lnTo>
                    <a:pt x="401003" y="857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" name="任意多边形: 形状 45"/>
            <p:cNvSpPr/>
            <p:nvPr/>
          </p:nvSpPr>
          <p:spPr>
            <a:xfrm>
              <a:off x="7165883" y="1286659"/>
              <a:ext cx="723900" cy="723900"/>
            </a:xfrm>
            <a:custGeom>
              <a:avLst/>
              <a:gdLst>
                <a:gd name="connsiteX0" fmla="*/ 674370 w 723900"/>
                <a:gd name="connsiteY0" fmla="*/ 198120 h 723900"/>
                <a:gd name="connsiteX1" fmla="*/ 661988 w 723900"/>
                <a:gd name="connsiteY1" fmla="*/ 211455 h 723900"/>
                <a:gd name="connsiteX2" fmla="*/ 643890 w 723900"/>
                <a:gd name="connsiteY2" fmla="*/ 209550 h 723900"/>
                <a:gd name="connsiteX3" fmla="*/ 623888 w 723900"/>
                <a:gd name="connsiteY3" fmla="*/ 206693 h 723900"/>
                <a:gd name="connsiteX4" fmla="*/ 666750 w 723900"/>
                <a:gd name="connsiteY4" fmla="*/ 361950 h 723900"/>
                <a:gd name="connsiteX5" fmla="*/ 361950 w 723900"/>
                <a:gd name="connsiteY5" fmla="*/ 666750 h 723900"/>
                <a:gd name="connsiteX6" fmla="*/ 57150 w 723900"/>
                <a:gd name="connsiteY6" fmla="*/ 361950 h 723900"/>
                <a:gd name="connsiteX7" fmla="*/ 361950 w 723900"/>
                <a:gd name="connsiteY7" fmla="*/ 57150 h 723900"/>
                <a:gd name="connsiteX8" fmla="*/ 517208 w 723900"/>
                <a:gd name="connsiteY8" fmla="*/ 100013 h 723900"/>
                <a:gd name="connsiteX9" fmla="*/ 515303 w 723900"/>
                <a:gd name="connsiteY9" fmla="*/ 80963 h 723900"/>
                <a:gd name="connsiteX10" fmla="*/ 512445 w 723900"/>
                <a:gd name="connsiteY10" fmla="*/ 61913 h 723900"/>
                <a:gd name="connsiteX11" fmla="*/ 525780 w 723900"/>
                <a:gd name="connsiteY11" fmla="*/ 48578 h 723900"/>
                <a:gd name="connsiteX12" fmla="*/ 532448 w 723900"/>
                <a:gd name="connsiteY12" fmla="*/ 41910 h 723900"/>
                <a:gd name="connsiteX13" fmla="*/ 361950 w 723900"/>
                <a:gd name="connsiteY13" fmla="*/ 0 h 723900"/>
                <a:gd name="connsiteX14" fmla="*/ 0 w 723900"/>
                <a:gd name="connsiteY14" fmla="*/ 361950 h 723900"/>
                <a:gd name="connsiteX15" fmla="*/ 361950 w 723900"/>
                <a:gd name="connsiteY15" fmla="*/ 723900 h 723900"/>
                <a:gd name="connsiteX16" fmla="*/ 723900 w 723900"/>
                <a:gd name="connsiteY16" fmla="*/ 361950 h 723900"/>
                <a:gd name="connsiteX17" fmla="*/ 681038 w 723900"/>
                <a:gd name="connsiteY17" fmla="*/ 192405 h 723900"/>
                <a:gd name="connsiteX18" fmla="*/ 674370 w 723900"/>
                <a:gd name="connsiteY18" fmla="*/ 198120 h 723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23900" h="723900">
                  <a:moveTo>
                    <a:pt x="674370" y="198120"/>
                  </a:moveTo>
                  <a:lnTo>
                    <a:pt x="661988" y="211455"/>
                  </a:lnTo>
                  <a:lnTo>
                    <a:pt x="643890" y="209550"/>
                  </a:lnTo>
                  <a:lnTo>
                    <a:pt x="623888" y="206693"/>
                  </a:lnTo>
                  <a:cubicBezTo>
                    <a:pt x="650558" y="252413"/>
                    <a:pt x="666750" y="304800"/>
                    <a:pt x="666750" y="361950"/>
                  </a:cubicBezTo>
                  <a:cubicBezTo>
                    <a:pt x="666750" y="529590"/>
                    <a:pt x="529590" y="666750"/>
                    <a:pt x="361950" y="666750"/>
                  </a:cubicBezTo>
                  <a:cubicBezTo>
                    <a:pt x="194310" y="666750"/>
                    <a:pt x="57150" y="529590"/>
                    <a:pt x="57150" y="361950"/>
                  </a:cubicBezTo>
                  <a:cubicBezTo>
                    <a:pt x="57150" y="194310"/>
                    <a:pt x="194310" y="57150"/>
                    <a:pt x="361950" y="57150"/>
                  </a:cubicBezTo>
                  <a:cubicBezTo>
                    <a:pt x="418148" y="57150"/>
                    <a:pt x="471488" y="72390"/>
                    <a:pt x="517208" y="100013"/>
                  </a:cubicBezTo>
                  <a:lnTo>
                    <a:pt x="515303" y="80963"/>
                  </a:lnTo>
                  <a:lnTo>
                    <a:pt x="512445" y="61913"/>
                  </a:lnTo>
                  <a:lnTo>
                    <a:pt x="525780" y="48578"/>
                  </a:lnTo>
                  <a:lnTo>
                    <a:pt x="532448" y="41910"/>
                  </a:lnTo>
                  <a:cubicBezTo>
                    <a:pt x="481013" y="15240"/>
                    <a:pt x="423863" y="0"/>
                    <a:pt x="361950" y="0"/>
                  </a:cubicBezTo>
                  <a:cubicBezTo>
                    <a:pt x="161925" y="0"/>
                    <a:pt x="0" y="161925"/>
                    <a:pt x="0" y="361950"/>
                  </a:cubicBezTo>
                  <a:cubicBezTo>
                    <a:pt x="0" y="561975"/>
                    <a:pt x="161925" y="723900"/>
                    <a:pt x="361950" y="723900"/>
                  </a:cubicBezTo>
                  <a:cubicBezTo>
                    <a:pt x="561975" y="723900"/>
                    <a:pt x="723900" y="561975"/>
                    <a:pt x="723900" y="361950"/>
                  </a:cubicBezTo>
                  <a:cubicBezTo>
                    <a:pt x="723900" y="300038"/>
                    <a:pt x="708660" y="242888"/>
                    <a:pt x="681038" y="192405"/>
                  </a:cubicBezTo>
                  <a:lnTo>
                    <a:pt x="674370" y="198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" name="任意多边形: 形状 46"/>
            <p:cNvSpPr/>
            <p:nvPr/>
          </p:nvSpPr>
          <p:spPr>
            <a:xfrm>
              <a:off x="7299233" y="1420009"/>
              <a:ext cx="457200" cy="457200"/>
            </a:xfrm>
            <a:custGeom>
              <a:avLst/>
              <a:gdLst>
                <a:gd name="connsiteX0" fmla="*/ 387668 w 457200"/>
                <a:gd name="connsiteY0" fmla="*/ 163830 h 457200"/>
                <a:gd name="connsiteX1" fmla="*/ 400050 w 457200"/>
                <a:gd name="connsiteY1" fmla="*/ 228600 h 457200"/>
                <a:gd name="connsiteX2" fmla="*/ 228600 w 457200"/>
                <a:gd name="connsiteY2" fmla="*/ 400050 h 457200"/>
                <a:gd name="connsiteX3" fmla="*/ 57150 w 457200"/>
                <a:gd name="connsiteY3" fmla="*/ 228600 h 457200"/>
                <a:gd name="connsiteX4" fmla="*/ 228600 w 457200"/>
                <a:gd name="connsiteY4" fmla="*/ 57150 h 457200"/>
                <a:gd name="connsiteX5" fmla="*/ 293370 w 457200"/>
                <a:gd name="connsiteY5" fmla="*/ 69532 h 457200"/>
                <a:gd name="connsiteX6" fmla="*/ 336233 w 457200"/>
                <a:gd name="connsiteY6" fmla="*/ 26670 h 457200"/>
                <a:gd name="connsiteX7" fmla="*/ 228600 w 457200"/>
                <a:gd name="connsiteY7" fmla="*/ 0 h 457200"/>
                <a:gd name="connsiteX8" fmla="*/ 0 w 457200"/>
                <a:gd name="connsiteY8" fmla="*/ 228600 h 457200"/>
                <a:gd name="connsiteX9" fmla="*/ 228600 w 457200"/>
                <a:gd name="connsiteY9" fmla="*/ 457200 h 457200"/>
                <a:gd name="connsiteX10" fmla="*/ 457200 w 457200"/>
                <a:gd name="connsiteY10" fmla="*/ 228600 h 457200"/>
                <a:gd name="connsiteX11" fmla="*/ 430530 w 457200"/>
                <a:gd name="connsiteY11" fmla="*/ 120968 h 457200"/>
                <a:gd name="connsiteX12" fmla="*/ 387668 w 457200"/>
                <a:gd name="connsiteY12" fmla="*/ 163830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457200">
                  <a:moveTo>
                    <a:pt x="387668" y="163830"/>
                  </a:moveTo>
                  <a:cubicBezTo>
                    <a:pt x="396240" y="183833"/>
                    <a:pt x="400050" y="205740"/>
                    <a:pt x="400050" y="228600"/>
                  </a:cubicBezTo>
                  <a:cubicBezTo>
                    <a:pt x="400050" y="322898"/>
                    <a:pt x="322898" y="400050"/>
                    <a:pt x="228600" y="400050"/>
                  </a:cubicBezTo>
                  <a:cubicBezTo>
                    <a:pt x="134302" y="400050"/>
                    <a:pt x="57150" y="322898"/>
                    <a:pt x="57150" y="228600"/>
                  </a:cubicBezTo>
                  <a:cubicBezTo>
                    <a:pt x="57150" y="134302"/>
                    <a:pt x="134302" y="57150"/>
                    <a:pt x="228600" y="57150"/>
                  </a:cubicBezTo>
                  <a:cubicBezTo>
                    <a:pt x="251460" y="57150"/>
                    <a:pt x="273368" y="61913"/>
                    <a:pt x="293370" y="69532"/>
                  </a:cubicBezTo>
                  <a:lnTo>
                    <a:pt x="336233" y="26670"/>
                  </a:lnTo>
                  <a:cubicBezTo>
                    <a:pt x="303848" y="9525"/>
                    <a:pt x="267653" y="0"/>
                    <a:pt x="228600" y="0"/>
                  </a:cubicBezTo>
                  <a:cubicBezTo>
                    <a:pt x="102870" y="0"/>
                    <a:pt x="0" y="102870"/>
                    <a:pt x="0" y="228600"/>
                  </a:cubicBezTo>
                  <a:cubicBezTo>
                    <a:pt x="0" y="354330"/>
                    <a:pt x="102870" y="457200"/>
                    <a:pt x="228600" y="457200"/>
                  </a:cubicBezTo>
                  <a:cubicBezTo>
                    <a:pt x="354330" y="457200"/>
                    <a:pt x="457200" y="354330"/>
                    <a:pt x="457200" y="228600"/>
                  </a:cubicBezTo>
                  <a:cubicBezTo>
                    <a:pt x="457200" y="189548"/>
                    <a:pt x="447675" y="153352"/>
                    <a:pt x="430530" y="120968"/>
                  </a:cubicBezTo>
                  <a:lnTo>
                    <a:pt x="387668" y="16383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56" name="组合 55"/>
          <p:cNvGrpSpPr/>
          <p:nvPr/>
        </p:nvGrpSpPr>
        <p:grpSpPr>
          <a:xfrm>
            <a:off x="1797735" y="4038666"/>
            <a:ext cx="297444" cy="393026"/>
            <a:chOff x="1772627" y="3628905"/>
            <a:chExt cx="599824" cy="792574"/>
          </a:xfrm>
          <a:solidFill>
            <a:schemeClr val="bg1"/>
          </a:solidFill>
        </p:grpSpPr>
        <p:sp>
          <p:nvSpPr>
            <p:cNvPr id="50" name="任意多边形: 形状 49"/>
            <p:cNvSpPr/>
            <p:nvPr/>
          </p:nvSpPr>
          <p:spPr>
            <a:xfrm>
              <a:off x="2058186" y="3800855"/>
              <a:ext cx="113538" cy="105226"/>
            </a:xfrm>
            <a:custGeom>
              <a:avLst/>
              <a:gdLst>
                <a:gd name="connsiteX0" fmla="*/ 7049 w 113538"/>
                <a:gd name="connsiteY0" fmla="*/ 70746 h 105226"/>
                <a:gd name="connsiteX1" fmla="*/ 36100 w 113538"/>
                <a:gd name="connsiteY1" fmla="*/ 105227 h 105226"/>
                <a:gd name="connsiteX2" fmla="*/ 110300 w 113538"/>
                <a:gd name="connsiteY2" fmla="*/ 31027 h 105226"/>
                <a:gd name="connsiteX3" fmla="*/ 113538 w 113538"/>
                <a:gd name="connsiteY3" fmla="*/ 28074 h 105226"/>
                <a:gd name="connsiteX4" fmla="*/ 75528 w 113538"/>
                <a:gd name="connsiteY4" fmla="*/ 410 h 105226"/>
                <a:gd name="connsiteX5" fmla="*/ 57150 w 113538"/>
                <a:gd name="connsiteY5" fmla="*/ 9786 h 105226"/>
                <a:gd name="connsiteX6" fmla="*/ 0 w 113538"/>
                <a:gd name="connsiteY6" fmla="*/ 66936 h 105226"/>
                <a:gd name="connsiteX7" fmla="*/ 7049 w 113538"/>
                <a:gd name="connsiteY7" fmla="*/ 70746 h 10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3538" h="105226">
                  <a:moveTo>
                    <a:pt x="7049" y="70746"/>
                  </a:moveTo>
                  <a:cubicBezTo>
                    <a:pt x="19989" y="79046"/>
                    <a:pt x="30116" y="91066"/>
                    <a:pt x="36100" y="105227"/>
                  </a:cubicBezTo>
                  <a:lnTo>
                    <a:pt x="110300" y="31027"/>
                  </a:lnTo>
                  <a:lnTo>
                    <a:pt x="113538" y="28074"/>
                  </a:lnTo>
                  <a:cubicBezTo>
                    <a:pt x="110681" y="9939"/>
                    <a:pt x="93663" y="-2447"/>
                    <a:pt x="75528" y="410"/>
                  </a:cubicBezTo>
                  <a:cubicBezTo>
                    <a:pt x="68563" y="1507"/>
                    <a:pt x="62127" y="4790"/>
                    <a:pt x="57150" y="9786"/>
                  </a:cubicBezTo>
                  <a:lnTo>
                    <a:pt x="0" y="66936"/>
                  </a:lnTo>
                  <a:cubicBezTo>
                    <a:pt x="2381" y="68174"/>
                    <a:pt x="4953" y="69317"/>
                    <a:pt x="7049" y="7074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1" name="任意多边形: 形状 50"/>
            <p:cNvSpPr/>
            <p:nvPr/>
          </p:nvSpPr>
          <p:spPr>
            <a:xfrm>
              <a:off x="1772627" y="3849386"/>
              <a:ext cx="207073" cy="393499"/>
            </a:xfrm>
            <a:custGeom>
              <a:avLst/>
              <a:gdLst>
                <a:gd name="connsiteX0" fmla="*/ 37147 w 207073"/>
                <a:gd name="connsiteY0" fmla="*/ 393500 h 393499"/>
                <a:gd name="connsiteX1" fmla="*/ 53150 w 207073"/>
                <a:gd name="connsiteY1" fmla="*/ 377498 h 393499"/>
                <a:gd name="connsiteX2" fmla="*/ 79153 w 207073"/>
                <a:gd name="connsiteY2" fmla="*/ 351495 h 393499"/>
                <a:gd name="connsiteX3" fmla="*/ 68485 w 207073"/>
                <a:gd name="connsiteY3" fmla="*/ 268056 h 393499"/>
                <a:gd name="connsiteX4" fmla="*/ 68485 w 207073"/>
                <a:gd name="connsiteY4" fmla="*/ 267389 h 393499"/>
                <a:gd name="connsiteX5" fmla="*/ 77533 w 207073"/>
                <a:gd name="connsiteY5" fmla="*/ 220526 h 393499"/>
                <a:gd name="connsiteX6" fmla="*/ 78200 w 207073"/>
                <a:gd name="connsiteY6" fmla="*/ 219288 h 393499"/>
                <a:gd name="connsiteX7" fmla="*/ 78962 w 207073"/>
                <a:gd name="connsiteY7" fmla="*/ 218145 h 393499"/>
                <a:gd name="connsiteX8" fmla="*/ 188690 w 207073"/>
                <a:gd name="connsiteY8" fmla="*/ 45456 h 393499"/>
                <a:gd name="connsiteX9" fmla="*/ 207074 w 207073"/>
                <a:gd name="connsiteY9" fmla="*/ 25644 h 393499"/>
                <a:gd name="connsiteX10" fmla="*/ 160735 w 207073"/>
                <a:gd name="connsiteY10" fmla="*/ 1761 h 393499"/>
                <a:gd name="connsiteX11" fmla="*/ 140399 w 207073"/>
                <a:gd name="connsiteY11" fmla="*/ 17834 h 393499"/>
                <a:gd name="connsiteX12" fmla="*/ 30861 w 207073"/>
                <a:gd name="connsiteY12" fmla="*/ 190427 h 393499"/>
                <a:gd name="connsiteX13" fmla="*/ 26194 w 207073"/>
                <a:gd name="connsiteY13" fmla="*/ 215097 h 393499"/>
                <a:gd name="connsiteX14" fmla="*/ 39243 w 207073"/>
                <a:gd name="connsiteY14" fmla="*/ 317109 h 393499"/>
                <a:gd name="connsiteX15" fmla="*/ 0 w 207073"/>
                <a:gd name="connsiteY15" fmla="*/ 356352 h 393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07073" h="393499">
                  <a:moveTo>
                    <a:pt x="37147" y="393500"/>
                  </a:moveTo>
                  <a:lnTo>
                    <a:pt x="53150" y="377498"/>
                  </a:lnTo>
                  <a:lnTo>
                    <a:pt x="79153" y="351495"/>
                  </a:lnTo>
                  <a:lnTo>
                    <a:pt x="68485" y="268056"/>
                  </a:lnTo>
                  <a:lnTo>
                    <a:pt x="68485" y="267389"/>
                  </a:lnTo>
                  <a:cubicBezTo>
                    <a:pt x="66651" y="251211"/>
                    <a:pt x="69808" y="234858"/>
                    <a:pt x="77533" y="220526"/>
                  </a:cubicBezTo>
                  <a:lnTo>
                    <a:pt x="78200" y="219288"/>
                  </a:lnTo>
                  <a:lnTo>
                    <a:pt x="78962" y="218145"/>
                  </a:lnTo>
                  <a:lnTo>
                    <a:pt x="188690" y="45456"/>
                  </a:lnTo>
                  <a:cubicBezTo>
                    <a:pt x="193560" y="37788"/>
                    <a:pt x="199791" y="31074"/>
                    <a:pt x="207074" y="25644"/>
                  </a:cubicBezTo>
                  <a:cubicBezTo>
                    <a:pt x="200873" y="6253"/>
                    <a:pt x="180126" y="-4439"/>
                    <a:pt x="160735" y="1761"/>
                  </a:cubicBezTo>
                  <a:cubicBezTo>
                    <a:pt x="152234" y="4481"/>
                    <a:pt x="145009" y="10191"/>
                    <a:pt x="140399" y="17834"/>
                  </a:cubicBezTo>
                  <a:lnTo>
                    <a:pt x="30861" y="190427"/>
                  </a:lnTo>
                  <a:cubicBezTo>
                    <a:pt x="26849" y="197990"/>
                    <a:pt x="25222" y="206591"/>
                    <a:pt x="26194" y="215097"/>
                  </a:cubicBezTo>
                  <a:lnTo>
                    <a:pt x="39243" y="317109"/>
                  </a:lnTo>
                  <a:lnTo>
                    <a:pt x="0" y="35635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2" name="任意多边形: 形状 51"/>
            <p:cNvSpPr/>
            <p:nvPr/>
          </p:nvSpPr>
          <p:spPr>
            <a:xfrm>
              <a:off x="1836540" y="3849093"/>
              <a:ext cx="535911" cy="572386"/>
            </a:xfrm>
            <a:custGeom>
              <a:avLst/>
              <a:gdLst>
                <a:gd name="connsiteX0" fmla="*/ 526352 w 535911"/>
                <a:gd name="connsiteY0" fmla="*/ 234725 h 572386"/>
                <a:gd name="connsiteX1" fmla="*/ 479746 w 535911"/>
                <a:gd name="connsiteY1" fmla="*/ 234278 h 572386"/>
                <a:gd name="connsiteX2" fmla="*/ 479298 w 535911"/>
                <a:gd name="connsiteY2" fmla="*/ 234725 h 572386"/>
                <a:gd name="connsiteX3" fmla="*/ 377190 w 535911"/>
                <a:gd name="connsiteY3" fmla="*/ 336738 h 572386"/>
                <a:gd name="connsiteX4" fmla="*/ 366808 w 535911"/>
                <a:gd name="connsiteY4" fmla="*/ 336738 h 572386"/>
                <a:gd name="connsiteX5" fmla="*/ 366808 w 535911"/>
                <a:gd name="connsiteY5" fmla="*/ 326261 h 572386"/>
                <a:gd name="connsiteX6" fmla="*/ 521113 w 535911"/>
                <a:gd name="connsiteY6" fmla="*/ 171956 h 572386"/>
                <a:gd name="connsiteX7" fmla="*/ 521398 w 535911"/>
                <a:gd name="connsiteY7" fmla="*/ 124616 h 572386"/>
                <a:gd name="connsiteX8" fmla="*/ 474059 w 535911"/>
                <a:gd name="connsiteY8" fmla="*/ 124331 h 572386"/>
                <a:gd name="connsiteX9" fmla="*/ 319659 w 535911"/>
                <a:gd name="connsiteY9" fmla="*/ 279207 h 572386"/>
                <a:gd name="connsiteX10" fmla="*/ 309182 w 535911"/>
                <a:gd name="connsiteY10" fmla="*/ 278421 h 572386"/>
                <a:gd name="connsiteX11" fmla="*/ 309182 w 535911"/>
                <a:gd name="connsiteY11" fmla="*/ 268730 h 572386"/>
                <a:gd name="connsiteX12" fmla="*/ 495491 w 535911"/>
                <a:gd name="connsiteY12" fmla="*/ 82421 h 572386"/>
                <a:gd name="connsiteX13" fmla="*/ 495205 w 535911"/>
                <a:gd name="connsiteY13" fmla="*/ 35081 h 572386"/>
                <a:gd name="connsiteX14" fmla="*/ 447866 w 535911"/>
                <a:gd name="connsiteY14" fmla="*/ 35367 h 572386"/>
                <a:gd name="connsiteX15" fmla="*/ 262128 w 535911"/>
                <a:gd name="connsiteY15" fmla="*/ 221581 h 572386"/>
                <a:gd name="connsiteX16" fmla="*/ 251651 w 535911"/>
                <a:gd name="connsiteY16" fmla="*/ 220795 h 572386"/>
                <a:gd name="connsiteX17" fmla="*/ 251651 w 535911"/>
                <a:gd name="connsiteY17" fmla="*/ 211103 h 572386"/>
                <a:gd name="connsiteX18" fmla="*/ 405956 w 535911"/>
                <a:gd name="connsiteY18" fmla="*/ 56798 h 572386"/>
                <a:gd name="connsiteX19" fmla="*/ 405956 w 535911"/>
                <a:gd name="connsiteY19" fmla="*/ 9745 h 572386"/>
                <a:gd name="connsiteX20" fmla="*/ 358902 w 535911"/>
                <a:gd name="connsiteY20" fmla="*/ 9745 h 572386"/>
                <a:gd name="connsiteX21" fmla="*/ 204597 w 535911"/>
                <a:gd name="connsiteY21" fmla="*/ 164050 h 572386"/>
                <a:gd name="connsiteX22" fmla="*/ 144399 w 535911"/>
                <a:gd name="connsiteY22" fmla="*/ 224248 h 572386"/>
                <a:gd name="connsiteX23" fmla="*/ 219742 w 535911"/>
                <a:gd name="connsiteY23" fmla="*/ 105947 h 572386"/>
                <a:gd name="connsiteX24" fmla="*/ 207220 w 535911"/>
                <a:gd name="connsiteY24" fmla="*/ 54927 h 572386"/>
                <a:gd name="connsiteX25" fmla="*/ 156972 w 535911"/>
                <a:gd name="connsiteY25" fmla="*/ 66228 h 572386"/>
                <a:gd name="connsiteX26" fmla="*/ 47054 w 535911"/>
                <a:gd name="connsiteY26" fmla="*/ 238821 h 572386"/>
                <a:gd name="connsiteX27" fmla="*/ 42386 w 535911"/>
                <a:gd name="connsiteY27" fmla="*/ 263491 h 572386"/>
                <a:gd name="connsiteX28" fmla="*/ 55150 w 535911"/>
                <a:gd name="connsiteY28" fmla="*/ 365504 h 572386"/>
                <a:gd name="connsiteX29" fmla="*/ 0 w 535911"/>
                <a:gd name="connsiteY29" fmla="*/ 420653 h 572386"/>
                <a:gd name="connsiteX30" fmla="*/ 152019 w 535911"/>
                <a:gd name="connsiteY30" fmla="*/ 572387 h 572386"/>
                <a:gd name="connsiteX31" fmla="*/ 194120 w 535911"/>
                <a:gd name="connsiteY31" fmla="*/ 530286 h 572386"/>
                <a:gd name="connsiteX32" fmla="*/ 345853 w 535911"/>
                <a:gd name="connsiteY32" fmla="*/ 462278 h 572386"/>
                <a:gd name="connsiteX33" fmla="*/ 526352 w 535911"/>
                <a:gd name="connsiteY33" fmla="*/ 281303 h 572386"/>
                <a:gd name="connsiteX34" fmla="*/ 526352 w 535911"/>
                <a:gd name="connsiteY34" fmla="*/ 234725 h 572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535911" h="572386">
                  <a:moveTo>
                    <a:pt x="526352" y="234725"/>
                  </a:moveTo>
                  <a:cubicBezTo>
                    <a:pt x="513605" y="221732"/>
                    <a:pt x="492740" y="221531"/>
                    <a:pt x="479746" y="234278"/>
                  </a:cubicBezTo>
                  <a:cubicBezTo>
                    <a:pt x="479595" y="234425"/>
                    <a:pt x="479446" y="234575"/>
                    <a:pt x="479298" y="234725"/>
                  </a:cubicBezTo>
                  <a:lnTo>
                    <a:pt x="377190" y="336738"/>
                  </a:lnTo>
                  <a:cubicBezTo>
                    <a:pt x="374214" y="339329"/>
                    <a:pt x="369783" y="339329"/>
                    <a:pt x="366808" y="336738"/>
                  </a:cubicBezTo>
                  <a:cubicBezTo>
                    <a:pt x="364162" y="333747"/>
                    <a:pt x="364162" y="329251"/>
                    <a:pt x="366808" y="326261"/>
                  </a:cubicBezTo>
                  <a:lnTo>
                    <a:pt x="521113" y="171956"/>
                  </a:lnTo>
                  <a:cubicBezTo>
                    <a:pt x="534264" y="158963"/>
                    <a:pt x="534392" y="137767"/>
                    <a:pt x="521398" y="124616"/>
                  </a:cubicBezTo>
                  <a:cubicBezTo>
                    <a:pt x="508405" y="111465"/>
                    <a:pt x="487210" y="111337"/>
                    <a:pt x="474059" y="124331"/>
                  </a:cubicBezTo>
                  <a:lnTo>
                    <a:pt x="319659" y="279207"/>
                  </a:lnTo>
                  <a:cubicBezTo>
                    <a:pt x="316549" y="281884"/>
                    <a:pt x="311858" y="281532"/>
                    <a:pt x="309182" y="278421"/>
                  </a:cubicBezTo>
                  <a:cubicBezTo>
                    <a:pt x="306784" y="275635"/>
                    <a:pt x="306784" y="271516"/>
                    <a:pt x="309182" y="268730"/>
                  </a:cubicBezTo>
                  <a:lnTo>
                    <a:pt x="495491" y="82421"/>
                  </a:lnTo>
                  <a:cubicBezTo>
                    <a:pt x="508484" y="69269"/>
                    <a:pt x="508356" y="48074"/>
                    <a:pt x="495205" y="35081"/>
                  </a:cubicBezTo>
                  <a:cubicBezTo>
                    <a:pt x="482054" y="22088"/>
                    <a:pt x="460859" y="22216"/>
                    <a:pt x="447866" y="35367"/>
                  </a:cubicBezTo>
                  <a:lnTo>
                    <a:pt x="262128" y="221581"/>
                  </a:lnTo>
                  <a:cubicBezTo>
                    <a:pt x="259018" y="224257"/>
                    <a:pt x="254327" y="223906"/>
                    <a:pt x="251651" y="220795"/>
                  </a:cubicBezTo>
                  <a:cubicBezTo>
                    <a:pt x="249253" y="218010"/>
                    <a:pt x="249253" y="213889"/>
                    <a:pt x="251651" y="211103"/>
                  </a:cubicBezTo>
                  <a:lnTo>
                    <a:pt x="405956" y="56798"/>
                  </a:lnTo>
                  <a:cubicBezTo>
                    <a:pt x="418949" y="43805"/>
                    <a:pt x="418949" y="22738"/>
                    <a:pt x="405956" y="9745"/>
                  </a:cubicBezTo>
                  <a:cubicBezTo>
                    <a:pt x="392962" y="-3248"/>
                    <a:pt x="371895" y="-3248"/>
                    <a:pt x="358902" y="9745"/>
                  </a:cubicBezTo>
                  <a:lnTo>
                    <a:pt x="204597" y="164050"/>
                  </a:lnTo>
                  <a:lnTo>
                    <a:pt x="144399" y="224248"/>
                  </a:lnTo>
                  <a:lnTo>
                    <a:pt x="219742" y="105947"/>
                  </a:lnTo>
                  <a:cubicBezTo>
                    <a:pt x="230373" y="88400"/>
                    <a:pt x="224766" y="65558"/>
                    <a:pt x="207220" y="54927"/>
                  </a:cubicBezTo>
                  <a:cubicBezTo>
                    <a:pt x="190154" y="44587"/>
                    <a:pt x="167968" y="49576"/>
                    <a:pt x="156972" y="66228"/>
                  </a:cubicBezTo>
                  <a:lnTo>
                    <a:pt x="47054" y="238821"/>
                  </a:lnTo>
                  <a:cubicBezTo>
                    <a:pt x="43042" y="246384"/>
                    <a:pt x="41415" y="254985"/>
                    <a:pt x="42386" y="263491"/>
                  </a:cubicBezTo>
                  <a:lnTo>
                    <a:pt x="55150" y="365504"/>
                  </a:lnTo>
                  <a:lnTo>
                    <a:pt x="0" y="420653"/>
                  </a:lnTo>
                  <a:lnTo>
                    <a:pt x="152019" y="572387"/>
                  </a:lnTo>
                  <a:lnTo>
                    <a:pt x="194120" y="530286"/>
                  </a:lnTo>
                  <a:cubicBezTo>
                    <a:pt x="231267" y="493139"/>
                    <a:pt x="275749" y="532382"/>
                    <a:pt x="345853" y="462278"/>
                  </a:cubicBezTo>
                  <a:lnTo>
                    <a:pt x="526352" y="281303"/>
                  </a:lnTo>
                  <a:cubicBezTo>
                    <a:pt x="539098" y="268393"/>
                    <a:pt x="539098" y="247635"/>
                    <a:pt x="526352" y="23472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3" name="任意多边形: 形状 52"/>
            <p:cNvSpPr/>
            <p:nvPr/>
          </p:nvSpPr>
          <p:spPr>
            <a:xfrm>
              <a:off x="2120290" y="3628905"/>
              <a:ext cx="38100" cy="95250"/>
            </a:xfrm>
            <a:custGeom>
              <a:avLst/>
              <a:gdLst>
                <a:gd name="connsiteX0" fmla="*/ 0 w 38100"/>
                <a:gd name="connsiteY0" fmla="*/ 0 h 95250"/>
                <a:gd name="connsiteX1" fmla="*/ 38100 w 38100"/>
                <a:gd name="connsiteY1" fmla="*/ 0 h 95250"/>
                <a:gd name="connsiteX2" fmla="*/ 38100 w 38100"/>
                <a:gd name="connsiteY2" fmla="*/ 95250 h 95250"/>
                <a:gd name="connsiteX3" fmla="*/ 0 w 38100"/>
                <a:gd name="connsiteY3" fmla="*/ 95250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" h="95250">
                  <a:moveTo>
                    <a:pt x="0" y="0"/>
                  </a:moveTo>
                  <a:lnTo>
                    <a:pt x="38100" y="0"/>
                  </a:lnTo>
                  <a:lnTo>
                    <a:pt x="38100" y="95250"/>
                  </a:lnTo>
                  <a:lnTo>
                    <a:pt x="0" y="9525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4" name="任意多边形: 形状 53"/>
            <p:cNvSpPr/>
            <p:nvPr/>
          </p:nvSpPr>
          <p:spPr>
            <a:xfrm rot="18959401">
              <a:off x="2182193" y="3692035"/>
              <a:ext cx="95250" cy="38100"/>
            </a:xfrm>
            <a:custGeom>
              <a:avLst/>
              <a:gdLst>
                <a:gd name="connsiteX0" fmla="*/ 0 w 95250"/>
                <a:gd name="connsiteY0" fmla="*/ 0 h 38100"/>
                <a:gd name="connsiteX1" fmla="*/ 95250 w 95250"/>
                <a:gd name="connsiteY1" fmla="*/ 0 h 38100"/>
                <a:gd name="connsiteX2" fmla="*/ 95250 w 95250"/>
                <a:gd name="connsiteY2" fmla="*/ 38100 h 38100"/>
                <a:gd name="connsiteX3" fmla="*/ 0 w 95250"/>
                <a:gd name="connsiteY3" fmla="*/ 3810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50" h="38100">
                  <a:moveTo>
                    <a:pt x="0" y="0"/>
                  </a:moveTo>
                  <a:lnTo>
                    <a:pt x="95250" y="0"/>
                  </a:lnTo>
                  <a:lnTo>
                    <a:pt x="95250" y="38100"/>
                  </a:lnTo>
                  <a:lnTo>
                    <a:pt x="0" y="3810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5" name="任意多边形: 形状 54"/>
            <p:cNvSpPr/>
            <p:nvPr/>
          </p:nvSpPr>
          <p:spPr>
            <a:xfrm rot="18840599">
              <a:off x="2029841" y="3663433"/>
              <a:ext cx="38100" cy="95250"/>
            </a:xfrm>
            <a:custGeom>
              <a:avLst/>
              <a:gdLst>
                <a:gd name="connsiteX0" fmla="*/ 0 w 38100"/>
                <a:gd name="connsiteY0" fmla="*/ 0 h 95250"/>
                <a:gd name="connsiteX1" fmla="*/ 38100 w 38100"/>
                <a:gd name="connsiteY1" fmla="*/ 0 h 95250"/>
                <a:gd name="connsiteX2" fmla="*/ 38100 w 38100"/>
                <a:gd name="connsiteY2" fmla="*/ 95250 h 95250"/>
                <a:gd name="connsiteX3" fmla="*/ 0 w 38100"/>
                <a:gd name="connsiteY3" fmla="*/ 95250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" h="95250">
                  <a:moveTo>
                    <a:pt x="0" y="0"/>
                  </a:moveTo>
                  <a:lnTo>
                    <a:pt x="38100" y="0"/>
                  </a:lnTo>
                  <a:lnTo>
                    <a:pt x="38100" y="95250"/>
                  </a:lnTo>
                  <a:lnTo>
                    <a:pt x="0" y="9525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62" name="组合 61"/>
          <p:cNvGrpSpPr/>
          <p:nvPr/>
        </p:nvGrpSpPr>
        <p:grpSpPr>
          <a:xfrm>
            <a:off x="7226805" y="4003459"/>
            <a:ext cx="334557" cy="428233"/>
            <a:chOff x="7203488" y="3512523"/>
            <a:chExt cx="595312" cy="762000"/>
          </a:xfrm>
          <a:solidFill>
            <a:schemeClr val="bg1"/>
          </a:solidFill>
        </p:grpSpPr>
        <p:sp>
          <p:nvSpPr>
            <p:cNvPr id="58" name="任意多边形: 形状 57"/>
            <p:cNvSpPr/>
            <p:nvPr/>
          </p:nvSpPr>
          <p:spPr>
            <a:xfrm>
              <a:off x="7203488" y="3798273"/>
              <a:ext cx="595312" cy="476250"/>
            </a:xfrm>
            <a:custGeom>
              <a:avLst/>
              <a:gdLst>
                <a:gd name="connsiteX0" fmla="*/ 595312 w 595312"/>
                <a:gd name="connsiteY0" fmla="*/ 201930 h 476250"/>
                <a:gd name="connsiteX1" fmla="*/ 457200 w 595312"/>
                <a:gd name="connsiteY1" fmla="*/ 57150 h 476250"/>
                <a:gd name="connsiteX2" fmla="*/ 457200 w 595312"/>
                <a:gd name="connsiteY2" fmla="*/ 0 h 476250"/>
                <a:gd name="connsiteX3" fmla="*/ 0 w 595312"/>
                <a:gd name="connsiteY3" fmla="*/ 0 h 476250"/>
                <a:gd name="connsiteX4" fmla="*/ 0 w 595312"/>
                <a:gd name="connsiteY4" fmla="*/ 438150 h 476250"/>
                <a:gd name="connsiteX5" fmla="*/ 38100 w 595312"/>
                <a:gd name="connsiteY5" fmla="*/ 476250 h 476250"/>
                <a:gd name="connsiteX6" fmla="*/ 419100 w 595312"/>
                <a:gd name="connsiteY6" fmla="*/ 476250 h 476250"/>
                <a:gd name="connsiteX7" fmla="*/ 457200 w 595312"/>
                <a:gd name="connsiteY7" fmla="*/ 438150 h 476250"/>
                <a:gd name="connsiteX8" fmla="*/ 457200 w 595312"/>
                <a:gd name="connsiteY8" fmla="*/ 347663 h 476250"/>
                <a:gd name="connsiteX9" fmla="*/ 595312 w 595312"/>
                <a:gd name="connsiteY9" fmla="*/ 201930 h 476250"/>
                <a:gd name="connsiteX10" fmla="*/ 458153 w 595312"/>
                <a:gd name="connsiteY10" fmla="*/ 290513 h 476250"/>
                <a:gd name="connsiteX11" fmla="*/ 458153 w 595312"/>
                <a:gd name="connsiteY11" fmla="*/ 114300 h 476250"/>
                <a:gd name="connsiteX12" fmla="*/ 539115 w 595312"/>
                <a:gd name="connsiteY12" fmla="*/ 201930 h 476250"/>
                <a:gd name="connsiteX13" fmla="*/ 458153 w 595312"/>
                <a:gd name="connsiteY13" fmla="*/ 290513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95312" h="476250">
                  <a:moveTo>
                    <a:pt x="595312" y="201930"/>
                  </a:moveTo>
                  <a:cubicBezTo>
                    <a:pt x="595312" y="123825"/>
                    <a:pt x="534353" y="60960"/>
                    <a:pt x="457200" y="57150"/>
                  </a:cubicBezTo>
                  <a:lnTo>
                    <a:pt x="457200" y="0"/>
                  </a:lnTo>
                  <a:lnTo>
                    <a:pt x="0" y="0"/>
                  </a:lnTo>
                  <a:lnTo>
                    <a:pt x="0" y="438150"/>
                  </a:lnTo>
                  <a:cubicBezTo>
                    <a:pt x="0" y="459105"/>
                    <a:pt x="17145" y="476250"/>
                    <a:pt x="38100" y="476250"/>
                  </a:cubicBezTo>
                  <a:lnTo>
                    <a:pt x="419100" y="476250"/>
                  </a:lnTo>
                  <a:cubicBezTo>
                    <a:pt x="440055" y="476250"/>
                    <a:pt x="457200" y="459105"/>
                    <a:pt x="457200" y="438150"/>
                  </a:cubicBezTo>
                  <a:lnTo>
                    <a:pt x="457200" y="347663"/>
                  </a:lnTo>
                  <a:cubicBezTo>
                    <a:pt x="534353" y="343853"/>
                    <a:pt x="595312" y="280035"/>
                    <a:pt x="595312" y="201930"/>
                  </a:cubicBezTo>
                  <a:close/>
                  <a:moveTo>
                    <a:pt x="458153" y="290513"/>
                  </a:moveTo>
                  <a:lnTo>
                    <a:pt x="458153" y="114300"/>
                  </a:lnTo>
                  <a:cubicBezTo>
                    <a:pt x="503872" y="118110"/>
                    <a:pt x="539115" y="156210"/>
                    <a:pt x="539115" y="201930"/>
                  </a:cubicBezTo>
                  <a:cubicBezTo>
                    <a:pt x="539115" y="247650"/>
                    <a:pt x="502920" y="286703"/>
                    <a:pt x="458153" y="29051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9" name="任意多边形: 形状 58"/>
            <p:cNvSpPr/>
            <p:nvPr/>
          </p:nvSpPr>
          <p:spPr>
            <a:xfrm>
              <a:off x="7394940" y="3512523"/>
              <a:ext cx="66675" cy="172402"/>
            </a:xfrm>
            <a:custGeom>
              <a:avLst/>
              <a:gdLst>
                <a:gd name="connsiteX0" fmla="*/ 20003 w 66675"/>
                <a:gd name="connsiteY0" fmla="*/ 100013 h 172402"/>
                <a:gd name="connsiteX1" fmla="*/ 28575 w 66675"/>
                <a:gd name="connsiteY1" fmla="*/ 120015 h 172402"/>
                <a:gd name="connsiteX2" fmla="*/ 20003 w 66675"/>
                <a:gd name="connsiteY2" fmla="*/ 140018 h 172402"/>
                <a:gd name="connsiteX3" fmla="*/ 20003 w 66675"/>
                <a:gd name="connsiteY3" fmla="*/ 166688 h 172402"/>
                <a:gd name="connsiteX4" fmla="*/ 33338 w 66675"/>
                <a:gd name="connsiteY4" fmla="*/ 172403 h 172402"/>
                <a:gd name="connsiteX5" fmla="*/ 46673 w 66675"/>
                <a:gd name="connsiteY5" fmla="*/ 166688 h 172402"/>
                <a:gd name="connsiteX6" fmla="*/ 66675 w 66675"/>
                <a:gd name="connsiteY6" fmla="*/ 119063 h 172402"/>
                <a:gd name="connsiteX7" fmla="*/ 46673 w 66675"/>
                <a:gd name="connsiteY7" fmla="*/ 72390 h 172402"/>
                <a:gd name="connsiteX8" fmla="*/ 46673 w 66675"/>
                <a:gd name="connsiteY8" fmla="*/ 72390 h 172402"/>
                <a:gd name="connsiteX9" fmla="*/ 46673 w 66675"/>
                <a:gd name="connsiteY9" fmla="*/ 32385 h 172402"/>
                <a:gd name="connsiteX10" fmla="*/ 46673 w 66675"/>
                <a:gd name="connsiteY10" fmla="*/ 5715 h 172402"/>
                <a:gd name="connsiteX11" fmla="*/ 20003 w 66675"/>
                <a:gd name="connsiteY11" fmla="*/ 5715 h 172402"/>
                <a:gd name="connsiteX12" fmla="*/ 20003 w 66675"/>
                <a:gd name="connsiteY12" fmla="*/ 100013 h 172402"/>
                <a:gd name="connsiteX13" fmla="*/ 20003 w 66675"/>
                <a:gd name="connsiteY13" fmla="*/ 100013 h 172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6675" h="172402">
                  <a:moveTo>
                    <a:pt x="20003" y="100013"/>
                  </a:moveTo>
                  <a:cubicBezTo>
                    <a:pt x="25718" y="105728"/>
                    <a:pt x="28575" y="112395"/>
                    <a:pt x="28575" y="120015"/>
                  </a:cubicBezTo>
                  <a:cubicBezTo>
                    <a:pt x="28575" y="127635"/>
                    <a:pt x="25718" y="135255"/>
                    <a:pt x="20003" y="140018"/>
                  </a:cubicBezTo>
                  <a:cubicBezTo>
                    <a:pt x="12382" y="147638"/>
                    <a:pt x="12382" y="159068"/>
                    <a:pt x="20003" y="166688"/>
                  </a:cubicBezTo>
                  <a:cubicBezTo>
                    <a:pt x="23813" y="170498"/>
                    <a:pt x="28575" y="172403"/>
                    <a:pt x="33338" y="172403"/>
                  </a:cubicBezTo>
                  <a:cubicBezTo>
                    <a:pt x="38100" y="172403"/>
                    <a:pt x="42863" y="170498"/>
                    <a:pt x="46673" y="166688"/>
                  </a:cubicBezTo>
                  <a:cubicBezTo>
                    <a:pt x="59055" y="154305"/>
                    <a:pt x="66675" y="137160"/>
                    <a:pt x="66675" y="119063"/>
                  </a:cubicBezTo>
                  <a:cubicBezTo>
                    <a:pt x="66675" y="100965"/>
                    <a:pt x="60007" y="84772"/>
                    <a:pt x="46673" y="72390"/>
                  </a:cubicBezTo>
                  <a:cubicBezTo>
                    <a:pt x="46673" y="72390"/>
                    <a:pt x="46673" y="72390"/>
                    <a:pt x="46673" y="72390"/>
                  </a:cubicBezTo>
                  <a:cubicBezTo>
                    <a:pt x="35243" y="60960"/>
                    <a:pt x="35243" y="42862"/>
                    <a:pt x="46673" y="32385"/>
                  </a:cubicBezTo>
                  <a:cubicBezTo>
                    <a:pt x="54293" y="24765"/>
                    <a:pt x="54293" y="13335"/>
                    <a:pt x="46673" y="5715"/>
                  </a:cubicBezTo>
                  <a:cubicBezTo>
                    <a:pt x="39053" y="-1905"/>
                    <a:pt x="27623" y="-1905"/>
                    <a:pt x="20003" y="5715"/>
                  </a:cubicBezTo>
                  <a:cubicBezTo>
                    <a:pt x="-6668" y="31433"/>
                    <a:pt x="-6668" y="74295"/>
                    <a:pt x="20003" y="100013"/>
                  </a:cubicBezTo>
                  <a:cubicBezTo>
                    <a:pt x="20003" y="100013"/>
                    <a:pt x="20003" y="100013"/>
                    <a:pt x="20003" y="10001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0" name="任意多边形: 形状 59"/>
            <p:cNvSpPr/>
            <p:nvPr/>
          </p:nvSpPr>
          <p:spPr>
            <a:xfrm>
              <a:off x="7498763" y="3567768"/>
              <a:ext cx="65960" cy="172402"/>
            </a:xfrm>
            <a:custGeom>
              <a:avLst/>
              <a:gdLst>
                <a:gd name="connsiteX0" fmla="*/ 20002 w 65960"/>
                <a:gd name="connsiteY0" fmla="*/ 100012 h 172402"/>
                <a:gd name="connsiteX1" fmla="*/ 20002 w 65960"/>
                <a:gd name="connsiteY1" fmla="*/ 140018 h 172402"/>
                <a:gd name="connsiteX2" fmla="*/ 20002 w 65960"/>
                <a:gd name="connsiteY2" fmla="*/ 166687 h 172402"/>
                <a:gd name="connsiteX3" fmla="*/ 33338 w 65960"/>
                <a:gd name="connsiteY3" fmla="*/ 172403 h 172402"/>
                <a:gd name="connsiteX4" fmla="*/ 46672 w 65960"/>
                <a:gd name="connsiteY4" fmla="*/ 166687 h 172402"/>
                <a:gd name="connsiteX5" fmla="*/ 46672 w 65960"/>
                <a:gd name="connsiteY5" fmla="*/ 72390 h 172402"/>
                <a:gd name="connsiteX6" fmla="*/ 46672 w 65960"/>
                <a:gd name="connsiteY6" fmla="*/ 72390 h 172402"/>
                <a:gd name="connsiteX7" fmla="*/ 38100 w 65960"/>
                <a:gd name="connsiteY7" fmla="*/ 52387 h 172402"/>
                <a:gd name="connsiteX8" fmla="*/ 46672 w 65960"/>
                <a:gd name="connsiteY8" fmla="*/ 32385 h 172402"/>
                <a:gd name="connsiteX9" fmla="*/ 46672 w 65960"/>
                <a:gd name="connsiteY9" fmla="*/ 5715 h 172402"/>
                <a:gd name="connsiteX10" fmla="*/ 20002 w 65960"/>
                <a:gd name="connsiteY10" fmla="*/ 5715 h 172402"/>
                <a:gd name="connsiteX11" fmla="*/ 0 w 65960"/>
                <a:gd name="connsiteY11" fmla="*/ 53340 h 172402"/>
                <a:gd name="connsiteX12" fmla="*/ 20002 w 65960"/>
                <a:gd name="connsiteY12" fmla="*/ 100012 h 172402"/>
                <a:gd name="connsiteX13" fmla="*/ 20002 w 65960"/>
                <a:gd name="connsiteY13" fmla="*/ 100012 h 172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960" h="172402">
                  <a:moveTo>
                    <a:pt x="20002" y="100012"/>
                  </a:moveTo>
                  <a:cubicBezTo>
                    <a:pt x="31432" y="111443"/>
                    <a:pt x="31432" y="129540"/>
                    <a:pt x="20002" y="140018"/>
                  </a:cubicBezTo>
                  <a:cubicBezTo>
                    <a:pt x="12382" y="147637"/>
                    <a:pt x="12382" y="159068"/>
                    <a:pt x="20002" y="166687"/>
                  </a:cubicBezTo>
                  <a:cubicBezTo>
                    <a:pt x="23813" y="170498"/>
                    <a:pt x="28575" y="172403"/>
                    <a:pt x="33338" y="172403"/>
                  </a:cubicBezTo>
                  <a:cubicBezTo>
                    <a:pt x="38100" y="172403"/>
                    <a:pt x="42863" y="170498"/>
                    <a:pt x="46672" y="166687"/>
                  </a:cubicBezTo>
                  <a:cubicBezTo>
                    <a:pt x="72390" y="140970"/>
                    <a:pt x="72390" y="98108"/>
                    <a:pt x="46672" y="72390"/>
                  </a:cubicBezTo>
                  <a:cubicBezTo>
                    <a:pt x="46672" y="72390"/>
                    <a:pt x="46672" y="72390"/>
                    <a:pt x="46672" y="72390"/>
                  </a:cubicBezTo>
                  <a:cubicBezTo>
                    <a:pt x="40957" y="66675"/>
                    <a:pt x="38100" y="60008"/>
                    <a:pt x="38100" y="52387"/>
                  </a:cubicBezTo>
                  <a:cubicBezTo>
                    <a:pt x="38100" y="44768"/>
                    <a:pt x="40957" y="37148"/>
                    <a:pt x="46672" y="32385"/>
                  </a:cubicBezTo>
                  <a:cubicBezTo>
                    <a:pt x="54293" y="24765"/>
                    <a:pt x="54293" y="13335"/>
                    <a:pt x="46672" y="5715"/>
                  </a:cubicBezTo>
                  <a:cubicBezTo>
                    <a:pt x="39052" y="-1905"/>
                    <a:pt x="27622" y="-1905"/>
                    <a:pt x="20002" y="5715"/>
                  </a:cubicBezTo>
                  <a:cubicBezTo>
                    <a:pt x="7620" y="18097"/>
                    <a:pt x="0" y="35243"/>
                    <a:pt x="0" y="53340"/>
                  </a:cubicBezTo>
                  <a:cubicBezTo>
                    <a:pt x="952" y="71437"/>
                    <a:pt x="7620" y="87630"/>
                    <a:pt x="20002" y="100012"/>
                  </a:cubicBezTo>
                  <a:cubicBezTo>
                    <a:pt x="20002" y="100012"/>
                    <a:pt x="20002" y="100012"/>
                    <a:pt x="20002" y="10001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1" name="任意多边形: 形状 60"/>
            <p:cNvSpPr/>
            <p:nvPr/>
          </p:nvSpPr>
          <p:spPr>
            <a:xfrm>
              <a:off x="7299691" y="3566815"/>
              <a:ext cx="66674" cy="173354"/>
            </a:xfrm>
            <a:custGeom>
              <a:avLst/>
              <a:gdLst>
                <a:gd name="connsiteX0" fmla="*/ 20002 w 66674"/>
                <a:gd name="connsiteY0" fmla="*/ 100965 h 173354"/>
                <a:gd name="connsiteX1" fmla="*/ 28575 w 66674"/>
                <a:gd name="connsiteY1" fmla="*/ 120967 h 173354"/>
                <a:gd name="connsiteX2" fmla="*/ 20002 w 66674"/>
                <a:gd name="connsiteY2" fmla="*/ 140970 h 173354"/>
                <a:gd name="connsiteX3" fmla="*/ 20002 w 66674"/>
                <a:gd name="connsiteY3" fmla="*/ 167640 h 173354"/>
                <a:gd name="connsiteX4" fmla="*/ 33337 w 66674"/>
                <a:gd name="connsiteY4" fmla="*/ 173355 h 173354"/>
                <a:gd name="connsiteX5" fmla="*/ 46673 w 66674"/>
                <a:gd name="connsiteY5" fmla="*/ 167640 h 173354"/>
                <a:gd name="connsiteX6" fmla="*/ 66675 w 66674"/>
                <a:gd name="connsiteY6" fmla="*/ 120015 h 173354"/>
                <a:gd name="connsiteX7" fmla="*/ 46673 w 66674"/>
                <a:gd name="connsiteY7" fmla="*/ 72390 h 173354"/>
                <a:gd name="connsiteX8" fmla="*/ 46673 w 66674"/>
                <a:gd name="connsiteY8" fmla="*/ 72390 h 173354"/>
                <a:gd name="connsiteX9" fmla="*/ 46673 w 66674"/>
                <a:gd name="connsiteY9" fmla="*/ 32385 h 173354"/>
                <a:gd name="connsiteX10" fmla="*/ 46673 w 66674"/>
                <a:gd name="connsiteY10" fmla="*/ 5715 h 173354"/>
                <a:gd name="connsiteX11" fmla="*/ 20002 w 66674"/>
                <a:gd name="connsiteY11" fmla="*/ 5715 h 173354"/>
                <a:gd name="connsiteX12" fmla="*/ 20002 w 66674"/>
                <a:gd name="connsiteY12" fmla="*/ 100965 h 173354"/>
                <a:gd name="connsiteX13" fmla="*/ 20002 w 66674"/>
                <a:gd name="connsiteY13" fmla="*/ 100965 h 173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6674" h="173354">
                  <a:moveTo>
                    <a:pt x="20002" y="100965"/>
                  </a:moveTo>
                  <a:cubicBezTo>
                    <a:pt x="25717" y="106680"/>
                    <a:pt x="28575" y="113348"/>
                    <a:pt x="28575" y="120967"/>
                  </a:cubicBezTo>
                  <a:cubicBezTo>
                    <a:pt x="28575" y="128588"/>
                    <a:pt x="25717" y="136208"/>
                    <a:pt x="20002" y="140970"/>
                  </a:cubicBezTo>
                  <a:cubicBezTo>
                    <a:pt x="12383" y="148590"/>
                    <a:pt x="12383" y="160020"/>
                    <a:pt x="20002" y="167640"/>
                  </a:cubicBezTo>
                  <a:cubicBezTo>
                    <a:pt x="23812" y="171450"/>
                    <a:pt x="28575" y="173355"/>
                    <a:pt x="33337" y="173355"/>
                  </a:cubicBezTo>
                  <a:cubicBezTo>
                    <a:pt x="38100" y="173355"/>
                    <a:pt x="42862" y="171450"/>
                    <a:pt x="46673" y="167640"/>
                  </a:cubicBezTo>
                  <a:cubicBezTo>
                    <a:pt x="59055" y="155258"/>
                    <a:pt x="66675" y="138113"/>
                    <a:pt x="66675" y="120015"/>
                  </a:cubicBezTo>
                  <a:cubicBezTo>
                    <a:pt x="66675" y="101917"/>
                    <a:pt x="60007" y="85725"/>
                    <a:pt x="46673" y="72390"/>
                  </a:cubicBezTo>
                  <a:lnTo>
                    <a:pt x="46673" y="72390"/>
                  </a:lnTo>
                  <a:cubicBezTo>
                    <a:pt x="35243" y="60960"/>
                    <a:pt x="35243" y="42863"/>
                    <a:pt x="46673" y="32385"/>
                  </a:cubicBezTo>
                  <a:cubicBezTo>
                    <a:pt x="54293" y="24765"/>
                    <a:pt x="54293" y="13335"/>
                    <a:pt x="46673" y="5715"/>
                  </a:cubicBezTo>
                  <a:cubicBezTo>
                    <a:pt x="39052" y="-1905"/>
                    <a:pt x="27623" y="-1905"/>
                    <a:pt x="20002" y="5715"/>
                  </a:cubicBezTo>
                  <a:cubicBezTo>
                    <a:pt x="-6667" y="33338"/>
                    <a:pt x="-6667" y="75248"/>
                    <a:pt x="20002" y="100965"/>
                  </a:cubicBezTo>
                  <a:cubicBezTo>
                    <a:pt x="20002" y="100965"/>
                    <a:pt x="20002" y="100965"/>
                    <a:pt x="20002" y="10096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497555" y="249084"/>
            <a:ext cx="5196889" cy="616350"/>
            <a:chOff x="902835" y="1974450"/>
            <a:chExt cx="5196889" cy="616350"/>
          </a:xfrm>
        </p:grpSpPr>
        <p:sp>
          <p:nvSpPr>
            <p:cNvPr id="166" name="椭圆 2"/>
            <p:cNvSpPr/>
            <p:nvPr/>
          </p:nvSpPr>
          <p:spPr>
            <a:xfrm>
              <a:off x="902835" y="1974450"/>
              <a:ext cx="5196889" cy="597932"/>
            </a:xfrm>
            <a:custGeom>
              <a:avLst/>
              <a:gdLst>
                <a:gd name="connsiteX0" fmla="*/ 0 w 5082540"/>
                <a:gd name="connsiteY0" fmla="*/ 395730 h 791459"/>
                <a:gd name="connsiteX1" fmla="*/ 2541270 w 5082540"/>
                <a:gd name="connsiteY1" fmla="*/ 0 h 791459"/>
                <a:gd name="connsiteX2" fmla="*/ 5082540 w 5082540"/>
                <a:gd name="connsiteY2" fmla="*/ 395730 h 791459"/>
                <a:gd name="connsiteX3" fmla="*/ 2541270 w 5082540"/>
                <a:gd name="connsiteY3" fmla="*/ 791460 h 791459"/>
                <a:gd name="connsiteX4" fmla="*/ 0 w 5082540"/>
                <a:gd name="connsiteY4" fmla="*/ 395730 h 791459"/>
                <a:gd name="connsiteX0-1" fmla="*/ 145828 w 5228368"/>
                <a:gd name="connsiteY0-2" fmla="*/ 395730 h 715260"/>
                <a:gd name="connsiteX1-3" fmla="*/ 2687098 w 5228368"/>
                <a:gd name="connsiteY1-4" fmla="*/ 0 h 715260"/>
                <a:gd name="connsiteX2-5" fmla="*/ 5228368 w 5228368"/>
                <a:gd name="connsiteY2-6" fmla="*/ 395730 h 715260"/>
                <a:gd name="connsiteX3-7" fmla="*/ 1208818 w 5228368"/>
                <a:gd name="connsiteY3-8" fmla="*/ 715260 h 715260"/>
                <a:gd name="connsiteX4-9" fmla="*/ 145828 w 5228368"/>
                <a:gd name="connsiteY4-10" fmla="*/ 395730 h 715260"/>
                <a:gd name="connsiteX0-11" fmla="*/ 220894 w 5303434"/>
                <a:gd name="connsiteY0-12" fmla="*/ 334770 h 654300"/>
                <a:gd name="connsiteX1-13" fmla="*/ 3775624 w 5303434"/>
                <a:gd name="connsiteY1-14" fmla="*/ 0 h 654300"/>
                <a:gd name="connsiteX2-15" fmla="*/ 5303434 w 5303434"/>
                <a:gd name="connsiteY2-16" fmla="*/ 334770 h 654300"/>
                <a:gd name="connsiteX3-17" fmla="*/ 1283884 w 5303434"/>
                <a:gd name="connsiteY3-18" fmla="*/ 654300 h 654300"/>
                <a:gd name="connsiteX4-19" fmla="*/ 220894 w 5303434"/>
                <a:gd name="connsiteY4-20" fmla="*/ 334770 h 654300"/>
                <a:gd name="connsiteX0-21" fmla="*/ 131008 w 5213548"/>
                <a:gd name="connsiteY0-22" fmla="*/ 165594 h 664455"/>
                <a:gd name="connsiteX1-23" fmla="*/ 3685738 w 5213548"/>
                <a:gd name="connsiteY1-24" fmla="*/ 6084 h 664455"/>
                <a:gd name="connsiteX2-25" fmla="*/ 5213548 w 5213548"/>
                <a:gd name="connsiteY2-26" fmla="*/ 340854 h 664455"/>
                <a:gd name="connsiteX3-27" fmla="*/ 1193998 w 5213548"/>
                <a:gd name="connsiteY3-28" fmla="*/ 660384 h 664455"/>
                <a:gd name="connsiteX4-29" fmla="*/ 131008 w 5213548"/>
                <a:gd name="connsiteY4-30" fmla="*/ 165594 h 664455"/>
                <a:gd name="connsiteX0-31" fmla="*/ 106935 w 5189475"/>
                <a:gd name="connsiteY0-32" fmla="*/ 217356 h 716217"/>
                <a:gd name="connsiteX1-33" fmla="*/ 3661665 w 5189475"/>
                <a:gd name="connsiteY1-34" fmla="*/ 57846 h 716217"/>
                <a:gd name="connsiteX2-35" fmla="*/ 5189475 w 5189475"/>
                <a:gd name="connsiteY2-36" fmla="*/ 392616 h 716217"/>
                <a:gd name="connsiteX3-37" fmla="*/ 1169925 w 5189475"/>
                <a:gd name="connsiteY3-38" fmla="*/ 712146 h 716217"/>
                <a:gd name="connsiteX4-39" fmla="*/ 106935 w 5189475"/>
                <a:gd name="connsiteY4-40" fmla="*/ 217356 h 716217"/>
                <a:gd name="connsiteX0-41" fmla="*/ 106935 w 5189475"/>
                <a:gd name="connsiteY0-42" fmla="*/ 217356 h 743830"/>
                <a:gd name="connsiteX1-43" fmla="*/ 3661665 w 5189475"/>
                <a:gd name="connsiteY1-44" fmla="*/ 57846 h 743830"/>
                <a:gd name="connsiteX2-45" fmla="*/ 5189475 w 5189475"/>
                <a:gd name="connsiteY2-46" fmla="*/ 392616 h 743830"/>
                <a:gd name="connsiteX3-47" fmla="*/ 1169925 w 5189475"/>
                <a:gd name="connsiteY3-48" fmla="*/ 712146 h 743830"/>
                <a:gd name="connsiteX4-49" fmla="*/ 106935 w 5189475"/>
                <a:gd name="connsiteY4-50" fmla="*/ 217356 h 743830"/>
                <a:gd name="connsiteX0-51" fmla="*/ 106935 w 5194775"/>
                <a:gd name="connsiteY0-52" fmla="*/ 217356 h 743830"/>
                <a:gd name="connsiteX1-53" fmla="*/ 3661665 w 5194775"/>
                <a:gd name="connsiteY1-54" fmla="*/ 57846 h 743830"/>
                <a:gd name="connsiteX2-55" fmla="*/ 5189475 w 5194775"/>
                <a:gd name="connsiteY2-56" fmla="*/ 392616 h 743830"/>
                <a:gd name="connsiteX3-57" fmla="*/ 1169925 w 5194775"/>
                <a:gd name="connsiteY3-58" fmla="*/ 712146 h 743830"/>
                <a:gd name="connsiteX4-59" fmla="*/ 106935 w 5194775"/>
                <a:gd name="connsiteY4-60" fmla="*/ 217356 h 743830"/>
                <a:gd name="connsiteX0-61" fmla="*/ 107430 w 5193674"/>
                <a:gd name="connsiteY0-62" fmla="*/ 187556 h 714030"/>
                <a:gd name="connsiteX1-63" fmla="*/ 3304020 w 5193674"/>
                <a:gd name="connsiteY1-64" fmla="*/ 5186 h 714030"/>
                <a:gd name="connsiteX2-65" fmla="*/ 5189970 w 5193674"/>
                <a:gd name="connsiteY2-66" fmla="*/ 362816 h 714030"/>
                <a:gd name="connsiteX3-67" fmla="*/ 1170420 w 5193674"/>
                <a:gd name="connsiteY3-68" fmla="*/ 682346 h 714030"/>
                <a:gd name="connsiteX4-69" fmla="*/ 107430 w 5193674"/>
                <a:gd name="connsiteY4-70" fmla="*/ 187556 h 714030"/>
                <a:gd name="connsiteX0-71" fmla="*/ 89779 w 5176023"/>
                <a:gd name="connsiteY0-72" fmla="*/ 218381 h 744855"/>
                <a:gd name="connsiteX1-73" fmla="*/ 3286369 w 5176023"/>
                <a:gd name="connsiteY1-74" fmla="*/ 36011 h 744855"/>
                <a:gd name="connsiteX2-75" fmla="*/ 5172319 w 5176023"/>
                <a:gd name="connsiteY2-76" fmla="*/ 393641 h 744855"/>
                <a:gd name="connsiteX3-77" fmla="*/ 1152769 w 5176023"/>
                <a:gd name="connsiteY3-78" fmla="*/ 713171 h 744855"/>
                <a:gd name="connsiteX4-79" fmla="*/ 89779 w 5176023"/>
                <a:gd name="connsiteY4-80" fmla="*/ 218381 h 744855"/>
                <a:gd name="connsiteX0-81" fmla="*/ 86611 w 5210975"/>
                <a:gd name="connsiteY0-82" fmla="*/ 245965 h 723357"/>
                <a:gd name="connsiteX1-83" fmla="*/ 3321301 w 5210975"/>
                <a:gd name="connsiteY1-84" fmla="*/ 17875 h 723357"/>
                <a:gd name="connsiteX2-85" fmla="*/ 5207251 w 5210975"/>
                <a:gd name="connsiteY2-86" fmla="*/ 375505 h 723357"/>
                <a:gd name="connsiteX3-87" fmla="*/ 1187701 w 5210975"/>
                <a:gd name="connsiteY3-88" fmla="*/ 695035 h 723357"/>
                <a:gd name="connsiteX4-89" fmla="*/ 86611 w 5210975"/>
                <a:gd name="connsiteY4-90" fmla="*/ 245965 h 723357"/>
                <a:gd name="connsiteX0-91" fmla="*/ 43224 w 5167588"/>
                <a:gd name="connsiteY0-92" fmla="*/ 255515 h 732907"/>
                <a:gd name="connsiteX1-93" fmla="*/ 3277914 w 5167588"/>
                <a:gd name="connsiteY1-94" fmla="*/ 27425 h 732907"/>
                <a:gd name="connsiteX2-95" fmla="*/ 5163864 w 5167588"/>
                <a:gd name="connsiteY2-96" fmla="*/ 385055 h 732907"/>
                <a:gd name="connsiteX3-97" fmla="*/ 1144314 w 5167588"/>
                <a:gd name="connsiteY3-98" fmla="*/ 704585 h 732907"/>
                <a:gd name="connsiteX4-99" fmla="*/ 43224 w 5167588"/>
                <a:gd name="connsiteY4-100" fmla="*/ 255515 h 732907"/>
                <a:gd name="connsiteX0-101" fmla="*/ 28682 w 5153046"/>
                <a:gd name="connsiteY0-102" fmla="*/ 257665 h 735057"/>
                <a:gd name="connsiteX1-103" fmla="*/ 3263372 w 5153046"/>
                <a:gd name="connsiteY1-104" fmla="*/ 29575 h 735057"/>
                <a:gd name="connsiteX2-105" fmla="*/ 5149322 w 5153046"/>
                <a:gd name="connsiteY2-106" fmla="*/ 387205 h 735057"/>
                <a:gd name="connsiteX3-107" fmla="*/ 1129772 w 5153046"/>
                <a:gd name="connsiteY3-108" fmla="*/ 706735 h 735057"/>
                <a:gd name="connsiteX4-109" fmla="*/ 28682 w 5153046"/>
                <a:gd name="connsiteY4-110" fmla="*/ 257665 h 735057"/>
                <a:gd name="connsiteX0-111" fmla="*/ 45765 w 5170129"/>
                <a:gd name="connsiteY0-112" fmla="*/ 259882 h 737274"/>
                <a:gd name="connsiteX1-113" fmla="*/ 3280455 w 5170129"/>
                <a:gd name="connsiteY1-114" fmla="*/ 31792 h 737274"/>
                <a:gd name="connsiteX2-115" fmla="*/ 5166405 w 5170129"/>
                <a:gd name="connsiteY2-116" fmla="*/ 389422 h 737274"/>
                <a:gd name="connsiteX3-117" fmla="*/ 1146855 w 5170129"/>
                <a:gd name="connsiteY3-118" fmla="*/ 708952 h 737274"/>
                <a:gd name="connsiteX4-119" fmla="*/ 45765 w 5170129"/>
                <a:gd name="connsiteY4-120" fmla="*/ 259882 h 737274"/>
                <a:gd name="connsiteX0-121" fmla="*/ 72525 w 5196889"/>
                <a:gd name="connsiteY0-122" fmla="*/ 266896 h 744288"/>
                <a:gd name="connsiteX1-123" fmla="*/ 3307215 w 5196889"/>
                <a:gd name="connsiteY1-124" fmla="*/ 38806 h 744288"/>
                <a:gd name="connsiteX2-125" fmla="*/ 5193165 w 5196889"/>
                <a:gd name="connsiteY2-126" fmla="*/ 396436 h 744288"/>
                <a:gd name="connsiteX3-127" fmla="*/ 1173615 w 5196889"/>
                <a:gd name="connsiteY3-128" fmla="*/ 715966 h 744288"/>
                <a:gd name="connsiteX4-129" fmla="*/ 72525 w 5196889"/>
                <a:gd name="connsiteY4-130" fmla="*/ 266896 h 74428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5196889" h="744288">
                  <a:moveTo>
                    <a:pt x="72525" y="266896"/>
                  </a:moveTo>
                  <a:cubicBezTo>
                    <a:pt x="344305" y="-112664"/>
                    <a:pt x="2453775" y="17216"/>
                    <a:pt x="3307215" y="38806"/>
                  </a:cubicBezTo>
                  <a:cubicBezTo>
                    <a:pt x="4160655" y="60396"/>
                    <a:pt x="5269365" y="25480"/>
                    <a:pt x="5193165" y="396436"/>
                  </a:cubicBezTo>
                  <a:cubicBezTo>
                    <a:pt x="5155065" y="851212"/>
                    <a:pt x="2027055" y="737556"/>
                    <a:pt x="1173615" y="715966"/>
                  </a:cubicBezTo>
                  <a:cubicBezTo>
                    <a:pt x="320175" y="694376"/>
                    <a:pt x="-199255" y="646456"/>
                    <a:pt x="72525" y="266896"/>
                  </a:cubicBezTo>
                  <a:close/>
                </a:path>
              </a:pathLst>
            </a:custGeom>
            <a:solidFill>
              <a:srgbClr val="B0C0F4"/>
            </a:solidFill>
            <a:ln w="66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167" name="椭圆 166"/>
            <p:cNvSpPr/>
            <p:nvPr/>
          </p:nvSpPr>
          <p:spPr>
            <a:xfrm>
              <a:off x="1544273" y="1974450"/>
              <a:ext cx="616350" cy="616350"/>
            </a:xfrm>
            <a:prstGeom prst="ellipse">
              <a:avLst/>
            </a:prstGeom>
            <a:solidFill>
              <a:srgbClr val="6887EA"/>
            </a:solidFill>
            <a:ln w="66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168" name="文本框 167"/>
            <p:cNvSpPr txBox="1"/>
            <p:nvPr/>
          </p:nvSpPr>
          <p:spPr>
            <a:xfrm>
              <a:off x="2557990" y="2111161"/>
              <a:ext cx="269250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solidFill>
                    <a:schemeClr val="bg1"/>
                  </a:solidFill>
                </a:rPr>
                <a:t>单击此处添加标题文本</a:t>
              </a:r>
              <a:endParaRPr lang="zh-CN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169" name="文本框 168"/>
            <p:cNvSpPr txBox="1"/>
            <p:nvPr/>
          </p:nvSpPr>
          <p:spPr>
            <a:xfrm>
              <a:off x="1601045" y="2050707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solidFill>
                    <a:schemeClr val="bg1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rPr>
                <a:t>04</a:t>
              </a:r>
              <a:endParaRPr lang="zh-CN" altLang="en-US" sz="2400" dirty="0">
                <a:solidFill>
                  <a:schemeClr val="bg1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</a:endParaRPr>
            </a:p>
          </p:txBody>
        </p:sp>
      </p:grpSp>
      <p:sp>
        <p:nvSpPr>
          <p:cNvPr id="7" name="7 Rectángulo redondeado"/>
          <p:cNvSpPr/>
          <p:nvPr/>
        </p:nvSpPr>
        <p:spPr bwMode="auto">
          <a:xfrm>
            <a:off x="970581" y="1652983"/>
            <a:ext cx="2398564" cy="2207188"/>
          </a:xfrm>
          <a:prstGeom prst="roundRect">
            <a:avLst>
              <a:gd name="adj" fmla="val 2557"/>
            </a:avLst>
          </a:prstGeom>
          <a:solidFill>
            <a:srgbClr val="F8F8FF"/>
          </a:solidFill>
          <a:ln w="12700">
            <a:solidFill>
              <a:srgbClr val="B0C0F4"/>
            </a:solidFill>
          </a:ln>
        </p:spPr>
        <p:txBody>
          <a:bodyPr/>
          <a:lstStyle/>
          <a:p>
            <a:endParaRPr lang="en-US" sz="13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sym typeface="+mn-lt"/>
            </a:endParaRPr>
          </a:p>
        </p:txBody>
      </p:sp>
      <p:sp>
        <p:nvSpPr>
          <p:cNvPr id="12" name="9 Rectángulo"/>
          <p:cNvSpPr/>
          <p:nvPr/>
        </p:nvSpPr>
        <p:spPr bwMode="auto">
          <a:xfrm>
            <a:off x="947737" y="3813097"/>
            <a:ext cx="2444251" cy="886211"/>
          </a:xfrm>
          <a:custGeom>
            <a:avLst/>
            <a:gdLst/>
            <a:ahLst/>
            <a:cxnLst/>
            <a:rect l="l" t="t" r="r" b="b"/>
            <a:pathLst>
              <a:path w="2295255" h="1396618">
                <a:moveTo>
                  <a:pt x="0" y="0"/>
                </a:moveTo>
                <a:lnTo>
                  <a:pt x="2295255" y="0"/>
                </a:lnTo>
                <a:lnTo>
                  <a:pt x="2295255" y="1396618"/>
                </a:lnTo>
                <a:lnTo>
                  <a:pt x="1147628" y="1155024"/>
                </a:lnTo>
                <a:lnTo>
                  <a:pt x="0" y="1396618"/>
                </a:lnTo>
                <a:close/>
              </a:path>
            </a:pathLst>
          </a:custGeom>
          <a:solidFill>
            <a:srgbClr val="B0C0F4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es-MX" sz="3000" b="1">
                <a:solidFill>
                  <a:schemeClr val="bg1"/>
                </a:solidFill>
                <a:cs typeface="+mn-ea"/>
                <a:sym typeface="+mn-lt"/>
              </a:rPr>
              <a:t>01</a:t>
            </a:r>
            <a:endParaRPr lang="es-SV" sz="30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" name="7 Rectángulo redondeado"/>
          <p:cNvSpPr/>
          <p:nvPr/>
        </p:nvSpPr>
        <p:spPr bwMode="auto">
          <a:xfrm>
            <a:off x="3588051" y="1652983"/>
            <a:ext cx="2398564" cy="2207188"/>
          </a:xfrm>
          <a:prstGeom prst="roundRect">
            <a:avLst>
              <a:gd name="adj" fmla="val 2557"/>
            </a:avLst>
          </a:prstGeom>
          <a:solidFill>
            <a:srgbClr val="F8F8FF"/>
          </a:solidFill>
          <a:ln w="12700">
            <a:solidFill>
              <a:srgbClr val="B0C0F4"/>
            </a:solidFill>
          </a:ln>
        </p:spPr>
        <p:txBody>
          <a:bodyPr/>
          <a:lstStyle/>
          <a:p>
            <a:endParaRPr lang="en-US" sz="13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sym typeface="+mn-lt"/>
            </a:endParaRPr>
          </a:p>
        </p:txBody>
      </p:sp>
      <p:sp>
        <p:nvSpPr>
          <p:cNvPr id="6" name="9 Rectángulo"/>
          <p:cNvSpPr/>
          <p:nvPr/>
        </p:nvSpPr>
        <p:spPr bwMode="auto">
          <a:xfrm>
            <a:off x="3565207" y="3813097"/>
            <a:ext cx="2444251" cy="886211"/>
          </a:xfrm>
          <a:custGeom>
            <a:avLst/>
            <a:gdLst/>
            <a:ahLst/>
            <a:cxnLst/>
            <a:rect l="l" t="t" r="r" b="b"/>
            <a:pathLst>
              <a:path w="2295255" h="1396618">
                <a:moveTo>
                  <a:pt x="0" y="0"/>
                </a:moveTo>
                <a:lnTo>
                  <a:pt x="2295255" y="0"/>
                </a:lnTo>
                <a:lnTo>
                  <a:pt x="2295255" y="1396618"/>
                </a:lnTo>
                <a:lnTo>
                  <a:pt x="1147628" y="1155024"/>
                </a:lnTo>
                <a:lnTo>
                  <a:pt x="0" y="1396618"/>
                </a:lnTo>
                <a:close/>
              </a:path>
            </a:pathLst>
          </a:custGeom>
          <a:solidFill>
            <a:srgbClr val="6887EA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es-MX" sz="3000" b="1" dirty="0">
                <a:solidFill>
                  <a:schemeClr val="bg1"/>
                </a:solidFill>
                <a:cs typeface="+mn-ea"/>
                <a:sym typeface="+mn-lt"/>
              </a:rPr>
              <a:t>02</a:t>
            </a:r>
            <a:endParaRPr lang="es-SV" sz="30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1" name="7 Rectángulo redondeado"/>
          <p:cNvSpPr/>
          <p:nvPr/>
        </p:nvSpPr>
        <p:spPr bwMode="auto">
          <a:xfrm>
            <a:off x="6205521" y="1652983"/>
            <a:ext cx="2398564" cy="2207188"/>
          </a:xfrm>
          <a:prstGeom prst="roundRect">
            <a:avLst>
              <a:gd name="adj" fmla="val 2557"/>
            </a:avLst>
          </a:prstGeom>
          <a:solidFill>
            <a:srgbClr val="F8F8FF"/>
          </a:solidFill>
          <a:ln w="12700">
            <a:solidFill>
              <a:srgbClr val="B0C0F4"/>
            </a:solidFill>
          </a:ln>
        </p:spPr>
        <p:txBody>
          <a:bodyPr/>
          <a:lstStyle/>
          <a:p>
            <a:endParaRPr lang="en-US" sz="13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sym typeface="+mn-lt"/>
            </a:endParaRPr>
          </a:p>
        </p:txBody>
      </p:sp>
      <p:sp>
        <p:nvSpPr>
          <p:cNvPr id="32" name="9 Rectángulo"/>
          <p:cNvSpPr/>
          <p:nvPr/>
        </p:nvSpPr>
        <p:spPr bwMode="auto">
          <a:xfrm>
            <a:off x="6182677" y="3813097"/>
            <a:ext cx="2444251" cy="886211"/>
          </a:xfrm>
          <a:custGeom>
            <a:avLst/>
            <a:gdLst/>
            <a:ahLst/>
            <a:cxnLst/>
            <a:rect l="l" t="t" r="r" b="b"/>
            <a:pathLst>
              <a:path w="2295255" h="1396618">
                <a:moveTo>
                  <a:pt x="0" y="0"/>
                </a:moveTo>
                <a:lnTo>
                  <a:pt x="2295255" y="0"/>
                </a:lnTo>
                <a:lnTo>
                  <a:pt x="2295255" y="1396618"/>
                </a:lnTo>
                <a:lnTo>
                  <a:pt x="1147628" y="1155024"/>
                </a:lnTo>
                <a:lnTo>
                  <a:pt x="0" y="1396618"/>
                </a:lnTo>
                <a:close/>
              </a:path>
            </a:pathLst>
          </a:custGeom>
          <a:solidFill>
            <a:srgbClr val="6887EA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es-MX" sz="3000" b="1" dirty="0">
                <a:solidFill>
                  <a:schemeClr val="bg1"/>
                </a:solidFill>
                <a:cs typeface="+mn-ea"/>
                <a:sym typeface="+mn-lt"/>
              </a:rPr>
              <a:t>03</a:t>
            </a:r>
            <a:endParaRPr lang="es-SV" sz="30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4" name="7 Rectángulo redondeado"/>
          <p:cNvSpPr/>
          <p:nvPr/>
        </p:nvSpPr>
        <p:spPr bwMode="auto">
          <a:xfrm>
            <a:off x="8822991" y="1652983"/>
            <a:ext cx="2398564" cy="2207188"/>
          </a:xfrm>
          <a:prstGeom prst="roundRect">
            <a:avLst>
              <a:gd name="adj" fmla="val 2557"/>
            </a:avLst>
          </a:prstGeom>
          <a:solidFill>
            <a:srgbClr val="F8F8FF"/>
          </a:solidFill>
          <a:ln w="12700">
            <a:solidFill>
              <a:srgbClr val="B0C0F4"/>
            </a:solidFill>
          </a:ln>
        </p:spPr>
        <p:txBody>
          <a:bodyPr/>
          <a:lstStyle/>
          <a:p>
            <a:endParaRPr lang="en-US" sz="13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sym typeface="+mn-lt"/>
            </a:endParaRPr>
          </a:p>
        </p:txBody>
      </p:sp>
      <p:sp>
        <p:nvSpPr>
          <p:cNvPr id="35" name="9 Rectángulo"/>
          <p:cNvSpPr/>
          <p:nvPr/>
        </p:nvSpPr>
        <p:spPr bwMode="auto">
          <a:xfrm>
            <a:off x="8800147" y="3813097"/>
            <a:ext cx="2444251" cy="886211"/>
          </a:xfrm>
          <a:custGeom>
            <a:avLst/>
            <a:gdLst/>
            <a:ahLst/>
            <a:cxnLst/>
            <a:rect l="l" t="t" r="r" b="b"/>
            <a:pathLst>
              <a:path w="2295255" h="1396618">
                <a:moveTo>
                  <a:pt x="0" y="0"/>
                </a:moveTo>
                <a:lnTo>
                  <a:pt x="2295255" y="0"/>
                </a:lnTo>
                <a:lnTo>
                  <a:pt x="2295255" y="1396618"/>
                </a:lnTo>
                <a:lnTo>
                  <a:pt x="1147628" y="1155024"/>
                </a:lnTo>
                <a:lnTo>
                  <a:pt x="0" y="1396618"/>
                </a:lnTo>
                <a:close/>
              </a:path>
            </a:pathLst>
          </a:custGeom>
          <a:solidFill>
            <a:srgbClr val="B0C0F4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es-MX" sz="3000" b="1">
                <a:solidFill>
                  <a:schemeClr val="bg1"/>
                </a:solidFill>
                <a:cs typeface="+mn-ea"/>
                <a:sym typeface="+mn-lt"/>
              </a:rPr>
              <a:t>04</a:t>
            </a:r>
            <a:endParaRPr lang="es-SV" sz="30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36" name="组合 35"/>
          <p:cNvGrpSpPr/>
          <p:nvPr/>
        </p:nvGrpSpPr>
        <p:grpSpPr>
          <a:xfrm>
            <a:off x="1383588" y="2029775"/>
            <a:ext cx="1572550" cy="1453603"/>
            <a:chOff x="7571451" y="5077733"/>
            <a:chExt cx="1572550" cy="1453603"/>
          </a:xfrm>
        </p:grpSpPr>
        <p:sp>
          <p:nvSpPr>
            <p:cNvPr id="37" name="文本框 36"/>
            <p:cNvSpPr txBox="1"/>
            <p:nvPr/>
          </p:nvSpPr>
          <p:spPr>
            <a:xfrm>
              <a:off x="7571451" y="5447065"/>
              <a:ext cx="1572548" cy="108427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10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根据自己的需要添加适当的文字，此处添加详细文本描述，建议与标题相关尽量简洁</a:t>
              </a:r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... ...</a:t>
              </a:r>
              <a:endPara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7571451" y="5077733"/>
              <a:ext cx="15725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添加标题文本</a:t>
              </a:r>
              <a:endPara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4001057" y="2029775"/>
            <a:ext cx="1572550" cy="1453603"/>
            <a:chOff x="7571451" y="5077733"/>
            <a:chExt cx="1572550" cy="1453603"/>
          </a:xfrm>
        </p:grpSpPr>
        <p:sp>
          <p:nvSpPr>
            <p:cNvPr id="40" name="文本框 39"/>
            <p:cNvSpPr txBox="1"/>
            <p:nvPr/>
          </p:nvSpPr>
          <p:spPr>
            <a:xfrm>
              <a:off x="7571451" y="5447065"/>
              <a:ext cx="1572548" cy="108427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10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根据自己的需要添加适当的文字，此处添加详细文本描述，建议与标题相关尽量简洁</a:t>
              </a:r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... ...</a:t>
              </a:r>
              <a:endPara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7571451" y="5077733"/>
              <a:ext cx="15725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添加标题文本</a:t>
              </a:r>
              <a:endPara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6618526" y="2029775"/>
            <a:ext cx="1572550" cy="1453603"/>
            <a:chOff x="7571451" y="5077733"/>
            <a:chExt cx="1572550" cy="1453603"/>
          </a:xfrm>
        </p:grpSpPr>
        <p:sp>
          <p:nvSpPr>
            <p:cNvPr id="43" name="文本框 42"/>
            <p:cNvSpPr txBox="1"/>
            <p:nvPr/>
          </p:nvSpPr>
          <p:spPr>
            <a:xfrm>
              <a:off x="7571451" y="5447065"/>
              <a:ext cx="1572548" cy="108427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10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根据自己的需要添加适当的文字，此处添加详细文本描述，建议与标题相关尽量简洁</a:t>
              </a:r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... ...</a:t>
              </a:r>
              <a:endPara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7571451" y="5077733"/>
              <a:ext cx="15725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添加标题文本</a:t>
              </a:r>
              <a:endPara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9235995" y="2029775"/>
            <a:ext cx="1572550" cy="1453603"/>
            <a:chOff x="7571451" y="5077733"/>
            <a:chExt cx="1572550" cy="1453603"/>
          </a:xfrm>
        </p:grpSpPr>
        <p:sp>
          <p:nvSpPr>
            <p:cNvPr id="46" name="文本框 45"/>
            <p:cNvSpPr txBox="1"/>
            <p:nvPr/>
          </p:nvSpPr>
          <p:spPr>
            <a:xfrm>
              <a:off x="7571451" y="5447065"/>
              <a:ext cx="1572548" cy="108427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10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根据自己的需要添加适当的文字，此处添加详细文本描述，建议与标题相关尽量简洁</a:t>
              </a:r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... ...</a:t>
              </a:r>
              <a:endPara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7571451" y="5077733"/>
              <a:ext cx="15725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添加标题文本</a:t>
              </a:r>
              <a:endPara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80" name="组合 79"/>
          <p:cNvGrpSpPr/>
          <p:nvPr/>
        </p:nvGrpSpPr>
        <p:grpSpPr>
          <a:xfrm>
            <a:off x="1861615" y="5139533"/>
            <a:ext cx="762000" cy="533400"/>
            <a:chOff x="1861615" y="4805704"/>
            <a:chExt cx="762000" cy="533400"/>
          </a:xfrm>
        </p:grpSpPr>
        <p:sp>
          <p:nvSpPr>
            <p:cNvPr id="61" name="任意多边形: 形状 60"/>
            <p:cNvSpPr/>
            <p:nvPr/>
          </p:nvSpPr>
          <p:spPr>
            <a:xfrm>
              <a:off x="1861615" y="4805704"/>
              <a:ext cx="476250" cy="428625"/>
            </a:xfrm>
            <a:custGeom>
              <a:avLst/>
              <a:gdLst>
                <a:gd name="connsiteX0" fmla="*/ 323850 w 476250"/>
                <a:gd name="connsiteY0" fmla="*/ 66675 h 428625"/>
                <a:gd name="connsiteX1" fmla="*/ 476250 w 476250"/>
                <a:gd name="connsiteY1" fmla="*/ 66675 h 428625"/>
                <a:gd name="connsiteX2" fmla="*/ 476250 w 476250"/>
                <a:gd name="connsiteY2" fmla="*/ 38100 h 428625"/>
                <a:gd name="connsiteX3" fmla="*/ 438150 w 476250"/>
                <a:gd name="connsiteY3" fmla="*/ 0 h 428625"/>
                <a:gd name="connsiteX4" fmla="*/ 38100 w 476250"/>
                <a:gd name="connsiteY4" fmla="*/ 0 h 428625"/>
                <a:gd name="connsiteX5" fmla="*/ 0 w 476250"/>
                <a:gd name="connsiteY5" fmla="*/ 38100 h 428625"/>
                <a:gd name="connsiteX6" fmla="*/ 0 w 476250"/>
                <a:gd name="connsiteY6" fmla="*/ 295275 h 428625"/>
                <a:gd name="connsiteX7" fmla="*/ 38100 w 476250"/>
                <a:gd name="connsiteY7" fmla="*/ 333375 h 428625"/>
                <a:gd name="connsiteX8" fmla="*/ 95250 w 476250"/>
                <a:gd name="connsiteY8" fmla="*/ 333375 h 428625"/>
                <a:gd name="connsiteX9" fmla="*/ 95250 w 476250"/>
                <a:gd name="connsiteY9" fmla="*/ 428625 h 428625"/>
                <a:gd name="connsiteX10" fmla="*/ 190500 w 476250"/>
                <a:gd name="connsiteY10" fmla="*/ 333375 h 428625"/>
                <a:gd name="connsiteX11" fmla="*/ 247650 w 476250"/>
                <a:gd name="connsiteY11" fmla="*/ 333375 h 428625"/>
                <a:gd name="connsiteX12" fmla="*/ 247650 w 476250"/>
                <a:gd name="connsiteY12" fmla="*/ 142875 h 428625"/>
                <a:gd name="connsiteX13" fmla="*/ 323850 w 476250"/>
                <a:gd name="connsiteY13" fmla="*/ 66675 h 428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0" h="428625">
                  <a:moveTo>
                    <a:pt x="323850" y="66675"/>
                  </a:moveTo>
                  <a:lnTo>
                    <a:pt x="476250" y="66675"/>
                  </a:lnTo>
                  <a:lnTo>
                    <a:pt x="476250" y="38100"/>
                  </a:lnTo>
                  <a:cubicBezTo>
                    <a:pt x="476250" y="17145"/>
                    <a:pt x="459105" y="0"/>
                    <a:pt x="438150" y="0"/>
                  </a:cubicBezTo>
                  <a:lnTo>
                    <a:pt x="38100" y="0"/>
                  </a:lnTo>
                  <a:cubicBezTo>
                    <a:pt x="17145" y="0"/>
                    <a:pt x="0" y="17145"/>
                    <a:pt x="0" y="38100"/>
                  </a:cubicBezTo>
                  <a:lnTo>
                    <a:pt x="0" y="295275"/>
                  </a:lnTo>
                  <a:cubicBezTo>
                    <a:pt x="0" y="316230"/>
                    <a:pt x="17145" y="333375"/>
                    <a:pt x="38100" y="333375"/>
                  </a:cubicBezTo>
                  <a:lnTo>
                    <a:pt x="95250" y="333375"/>
                  </a:lnTo>
                  <a:lnTo>
                    <a:pt x="95250" y="428625"/>
                  </a:lnTo>
                  <a:lnTo>
                    <a:pt x="190500" y="333375"/>
                  </a:lnTo>
                  <a:lnTo>
                    <a:pt x="247650" y="333375"/>
                  </a:lnTo>
                  <a:lnTo>
                    <a:pt x="247650" y="142875"/>
                  </a:lnTo>
                  <a:cubicBezTo>
                    <a:pt x="247650" y="100965"/>
                    <a:pt x="281940" y="66675"/>
                    <a:pt x="323850" y="66675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2" name="任意多边形: 形状 61"/>
            <p:cNvSpPr/>
            <p:nvPr/>
          </p:nvSpPr>
          <p:spPr>
            <a:xfrm>
              <a:off x="2147365" y="4910479"/>
              <a:ext cx="476250" cy="428625"/>
            </a:xfrm>
            <a:custGeom>
              <a:avLst/>
              <a:gdLst>
                <a:gd name="connsiteX0" fmla="*/ 438150 w 476250"/>
                <a:gd name="connsiteY0" fmla="*/ 0 h 428625"/>
                <a:gd name="connsiteX1" fmla="*/ 38100 w 476250"/>
                <a:gd name="connsiteY1" fmla="*/ 0 h 428625"/>
                <a:gd name="connsiteX2" fmla="*/ 0 w 476250"/>
                <a:gd name="connsiteY2" fmla="*/ 38100 h 428625"/>
                <a:gd name="connsiteX3" fmla="*/ 0 w 476250"/>
                <a:gd name="connsiteY3" fmla="*/ 295275 h 428625"/>
                <a:gd name="connsiteX4" fmla="*/ 38100 w 476250"/>
                <a:gd name="connsiteY4" fmla="*/ 333375 h 428625"/>
                <a:gd name="connsiteX5" fmla="*/ 285750 w 476250"/>
                <a:gd name="connsiteY5" fmla="*/ 333375 h 428625"/>
                <a:gd name="connsiteX6" fmla="*/ 381000 w 476250"/>
                <a:gd name="connsiteY6" fmla="*/ 428625 h 428625"/>
                <a:gd name="connsiteX7" fmla="*/ 381000 w 476250"/>
                <a:gd name="connsiteY7" fmla="*/ 333375 h 428625"/>
                <a:gd name="connsiteX8" fmla="*/ 438150 w 476250"/>
                <a:gd name="connsiteY8" fmla="*/ 333375 h 428625"/>
                <a:gd name="connsiteX9" fmla="*/ 476250 w 476250"/>
                <a:gd name="connsiteY9" fmla="*/ 295275 h 428625"/>
                <a:gd name="connsiteX10" fmla="*/ 476250 w 476250"/>
                <a:gd name="connsiteY10" fmla="*/ 38100 h 428625"/>
                <a:gd name="connsiteX11" fmla="*/ 438150 w 476250"/>
                <a:gd name="connsiteY11" fmla="*/ 0 h 428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76250" h="428625">
                  <a:moveTo>
                    <a:pt x="438150" y="0"/>
                  </a:moveTo>
                  <a:lnTo>
                    <a:pt x="38100" y="0"/>
                  </a:lnTo>
                  <a:cubicBezTo>
                    <a:pt x="17145" y="0"/>
                    <a:pt x="0" y="17145"/>
                    <a:pt x="0" y="38100"/>
                  </a:cubicBezTo>
                  <a:lnTo>
                    <a:pt x="0" y="295275"/>
                  </a:lnTo>
                  <a:cubicBezTo>
                    <a:pt x="0" y="316230"/>
                    <a:pt x="17145" y="333375"/>
                    <a:pt x="38100" y="333375"/>
                  </a:cubicBezTo>
                  <a:lnTo>
                    <a:pt x="285750" y="333375"/>
                  </a:lnTo>
                  <a:lnTo>
                    <a:pt x="381000" y="428625"/>
                  </a:lnTo>
                  <a:lnTo>
                    <a:pt x="381000" y="333375"/>
                  </a:lnTo>
                  <a:lnTo>
                    <a:pt x="438150" y="333375"/>
                  </a:lnTo>
                  <a:cubicBezTo>
                    <a:pt x="459105" y="333375"/>
                    <a:pt x="476250" y="316230"/>
                    <a:pt x="476250" y="295275"/>
                  </a:cubicBezTo>
                  <a:lnTo>
                    <a:pt x="476250" y="38100"/>
                  </a:lnTo>
                  <a:cubicBezTo>
                    <a:pt x="476250" y="17145"/>
                    <a:pt x="459105" y="0"/>
                    <a:pt x="438150" y="0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78" name="组合 77"/>
          <p:cNvGrpSpPr/>
          <p:nvPr/>
        </p:nvGrpSpPr>
        <p:grpSpPr>
          <a:xfrm>
            <a:off x="7169474" y="4805292"/>
            <a:ext cx="595312" cy="762000"/>
            <a:chOff x="7169474" y="4471463"/>
            <a:chExt cx="595312" cy="762000"/>
          </a:xfrm>
        </p:grpSpPr>
        <p:sp>
          <p:nvSpPr>
            <p:cNvPr id="64" name="任意多边形: 形状 63"/>
            <p:cNvSpPr/>
            <p:nvPr/>
          </p:nvSpPr>
          <p:spPr>
            <a:xfrm>
              <a:off x="7169474" y="4757213"/>
              <a:ext cx="595312" cy="476250"/>
            </a:xfrm>
            <a:custGeom>
              <a:avLst/>
              <a:gdLst>
                <a:gd name="connsiteX0" fmla="*/ 595312 w 595312"/>
                <a:gd name="connsiteY0" fmla="*/ 201930 h 476250"/>
                <a:gd name="connsiteX1" fmla="*/ 457200 w 595312"/>
                <a:gd name="connsiteY1" fmla="*/ 57150 h 476250"/>
                <a:gd name="connsiteX2" fmla="*/ 457200 w 595312"/>
                <a:gd name="connsiteY2" fmla="*/ 0 h 476250"/>
                <a:gd name="connsiteX3" fmla="*/ 0 w 595312"/>
                <a:gd name="connsiteY3" fmla="*/ 0 h 476250"/>
                <a:gd name="connsiteX4" fmla="*/ 0 w 595312"/>
                <a:gd name="connsiteY4" fmla="*/ 438150 h 476250"/>
                <a:gd name="connsiteX5" fmla="*/ 38100 w 595312"/>
                <a:gd name="connsiteY5" fmla="*/ 476250 h 476250"/>
                <a:gd name="connsiteX6" fmla="*/ 419100 w 595312"/>
                <a:gd name="connsiteY6" fmla="*/ 476250 h 476250"/>
                <a:gd name="connsiteX7" fmla="*/ 457200 w 595312"/>
                <a:gd name="connsiteY7" fmla="*/ 438150 h 476250"/>
                <a:gd name="connsiteX8" fmla="*/ 457200 w 595312"/>
                <a:gd name="connsiteY8" fmla="*/ 347663 h 476250"/>
                <a:gd name="connsiteX9" fmla="*/ 595312 w 595312"/>
                <a:gd name="connsiteY9" fmla="*/ 201930 h 476250"/>
                <a:gd name="connsiteX10" fmla="*/ 458153 w 595312"/>
                <a:gd name="connsiteY10" fmla="*/ 290513 h 476250"/>
                <a:gd name="connsiteX11" fmla="*/ 458153 w 595312"/>
                <a:gd name="connsiteY11" fmla="*/ 114300 h 476250"/>
                <a:gd name="connsiteX12" fmla="*/ 539115 w 595312"/>
                <a:gd name="connsiteY12" fmla="*/ 201930 h 476250"/>
                <a:gd name="connsiteX13" fmla="*/ 458153 w 595312"/>
                <a:gd name="connsiteY13" fmla="*/ 290513 h 476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95312" h="476250">
                  <a:moveTo>
                    <a:pt x="595312" y="201930"/>
                  </a:moveTo>
                  <a:cubicBezTo>
                    <a:pt x="595312" y="123825"/>
                    <a:pt x="534353" y="60960"/>
                    <a:pt x="457200" y="57150"/>
                  </a:cubicBezTo>
                  <a:lnTo>
                    <a:pt x="457200" y="0"/>
                  </a:lnTo>
                  <a:lnTo>
                    <a:pt x="0" y="0"/>
                  </a:lnTo>
                  <a:lnTo>
                    <a:pt x="0" y="438150"/>
                  </a:lnTo>
                  <a:cubicBezTo>
                    <a:pt x="0" y="459105"/>
                    <a:pt x="17145" y="476250"/>
                    <a:pt x="38100" y="476250"/>
                  </a:cubicBezTo>
                  <a:lnTo>
                    <a:pt x="419100" y="476250"/>
                  </a:lnTo>
                  <a:cubicBezTo>
                    <a:pt x="440055" y="476250"/>
                    <a:pt x="457200" y="459105"/>
                    <a:pt x="457200" y="438150"/>
                  </a:cubicBezTo>
                  <a:lnTo>
                    <a:pt x="457200" y="347663"/>
                  </a:lnTo>
                  <a:cubicBezTo>
                    <a:pt x="534353" y="343853"/>
                    <a:pt x="595312" y="280035"/>
                    <a:pt x="595312" y="201930"/>
                  </a:cubicBezTo>
                  <a:close/>
                  <a:moveTo>
                    <a:pt x="458153" y="290513"/>
                  </a:moveTo>
                  <a:lnTo>
                    <a:pt x="458153" y="114300"/>
                  </a:lnTo>
                  <a:cubicBezTo>
                    <a:pt x="503872" y="118110"/>
                    <a:pt x="539115" y="156210"/>
                    <a:pt x="539115" y="201930"/>
                  </a:cubicBezTo>
                  <a:cubicBezTo>
                    <a:pt x="539115" y="247650"/>
                    <a:pt x="502920" y="286703"/>
                    <a:pt x="458153" y="290513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5" name="任意多边形: 形状 64"/>
            <p:cNvSpPr/>
            <p:nvPr/>
          </p:nvSpPr>
          <p:spPr>
            <a:xfrm>
              <a:off x="7360926" y="4471463"/>
              <a:ext cx="66675" cy="172402"/>
            </a:xfrm>
            <a:custGeom>
              <a:avLst/>
              <a:gdLst>
                <a:gd name="connsiteX0" fmla="*/ 20003 w 66675"/>
                <a:gd name="connsiteY0" fmla="*/ 100013 h 172402"/>
                <a:gd name="connsiteX1" fmla="*/ 28575 w 66675"/>
                <a:gd name="connsiteY1" fmla="*/ 120015 h 172402"/>
                <a:gd name="connsiteX2" fmla="*/ 20003 w 66675"/>
                <a:gd name="connsiteY2" fmla="*/ 140018 h 172402"/>
                <a:gd name="connsiteX3" fmla="*/ 20003 w 66675"/>
                <a:gd name="connsiteY3" fmla="*/ 166688 h 172402"/>
                <a:gd name="connsiteX4" fmla="*/ 33338 w 66675"/>
                <a:gd name="connsiteY4" fmla="*/ 172403 h 172402"/>
                <a:gd name="connsiteX5" fmla="*/ 46673 w 66675"/>
                <a:gd name="connsiteY5" fmla="*/ 166688 h 172402"/>
                <a:gd name="connsiteX6" fmla="*/ 66675 w 66675"/>
                <a:gd name="connsiteY6" fmla="*/ 119063 h 172402"/>
                <a:gd name="connsiteX7" fmla="*/ 46673 w 66675"/>
                <a:gd name="connsiteY7" fmla="*/ 72390 h 172402"/>
                <a:gd name="connsiteX8" fmla="*/ 46673 w 66675"/>
                <a:gd name="connsiteY8" fmla="*/ 72390 h 172402"/>
                <a:gd name="connsiteX9" fmla="*/ 46673 w 66675"/>
                <a:gd name="connsiteY9" fmla="*/ 32385 h 172402"/>
                <a:gd name="connsiteX10" fmla="*/ 46673 w 66675"/>
                <a:gd name="connsiteY10" fmla="*/ 5715 h 172402"/>
                <a:gd name="connsiteX11" fmla="*/ 20003 w 66675"/>
                <a:gd name="connsiteY11" fmla="*/ 5715 h 172402"/>
                <a:gd name="connsiteX12" fmla="*/ 20003 w 66675"/>
                <a:gd name="connsiteY12" fmla="*/ 100013 h 172402"/>
                <a:gd name="connsiteX13" fmla="*/ 20003 w 66675"/>
                <a:gd name="connsiteY13" fmla="*/ 100013 h 172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6675" h="172402">
                  <a:moveTo>
                    <a:pt x="20003" y="100013"/>
                  </a:moveTo>
                  <a:cubicBezTo>
                    <a:pt x="25718" y="105728"/>
                    <a:pt x="28575" y="112395"/>
                    <a:pt x="28575" y="120015"/>
                  </a:cubicBezTo>
                  <a:cubicBezTo>
                    <a:pt x="28575" y="127635"/>
                    <a:pt x="25718" y="135255"/>
                    <a:pt x="20003" y="140018"/>
                  </a:cubicBezTo>
                  <a:cubicBezTo>
                    <a:pt x="12382" y="147638"/>
                    <a:pt x="12382" y="159068"/>
                    <a:pt x="20003" y="166688"/>
                  </a:cubicBezTo>
                  <a:cubicBezTo>
                    <a:pt x="23813" y="170498"/>
                    <a:pt x="28575" y="172403"/>
                    <a:pt x="33338" y="172403"/>
                  </a:cubicBezTo>
                  <a:cubicBezTo>
                    <a:pt x="38100" y="172403"/>
                    <a:pt x="42863" y="170498"/>
                    <a:pt x="46673" y="166688"/>
                  </a:cubicBezTo>
                  <a:cubicBezTo>
                    <a:pt x="59055" y="154305"/>
                    <a:pt x="66675" y="137160"/>
                    <a:pt x="66675" y="119063"/>
                  </a:cubicBezTo>
                  <a:cubicBezTo>
                    <a:pt x="66675" y="100965"/>
                    <a:pt x="60007" y="84772"/>
                    <a:pt x="46673" y="72390"/>
                  </a:cubicBezTo>
                  <a:cubicBezTo>
                    <a:pt x="46673" y="72390"/>
                    <a:pt x="46673" y="72390"/>
                    <a:pt x="46673" y="72390"/>
                  </a:cubicBezTo>
                  <a:cubicBezTo>
                    <a:pt x="35243" y="60960"/>
                    <a:pt x="35243" y="42862"/>
                    <a:pt x="46673" y="32385"/>
                  </a:cubicBezTo>
                  <a:cubicBezTo>
                    <a:pt x="54293" y="24765"/>
                    <a:pt x="54293" y="13335"/>
                    <a:pt x="46673" y="5715"/>
                  </a:cubicBezTo>
                  <a:cubicBezTo>
                    <a:pt x="39053" y="-1905"/>
                    <a:pt x="27623" y="-1905"/>
                    <a:pt x="20003" y="5715"/>
                  </a:cubicBezTo>
                  <a:cubicBezTo>
                    <a:pt x="-6668" y="31433"/>
                    <a:pt x="-6668" y="74295"/>
                    <a:pt x="20003" y="100013"/>
                  </a:cubicBezTo>
                  <a:cubicBezTo>
                    <a:pt x="20003" y="100013"/>
                    <a:pt x="20003" y="100013"/>
                    <a:pt x="20003" y="100013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6" name="任意多边形: 形状 65"/>
            <p:cNvSpPr/>
            <p:nvPr/>
          </p:nvSpPr>
          <p:spPr>
            <a:xfrm>
              <a:off x="7464749" y="4526708"/>
              <a:ext cx="65960" cy="172402"/>
            </a:xfrm>
            <a:custGeom>
              <a:avLst/>
              <a:gdLst>
                <a:gd name="connsiteX0" fmla="*/ 20002 w 65960"/>
                <a:gd name="connsiteY0" fmla="*/ 100012 h 172402"/>
                <a:gd name="connsiteX1" fmla="*/ 20002 w 65960"/>
                <a:gd name="connsiteY1" fmla="*/ 140018 h 172402"/>
                <a:gd name="connsiteX2" fmla="*/ 20002 w 65960"/>
                <a:gd name="connsiteY2" fmla="*/ 166687 h 172402"/>
                <a:gd name="connsiteX3" fmla="*/ 33338 w 65960"/>
                <a:gd name="connsiteY3" fmla="*/ 172403 h 172402"/>
                <a:gd name="connsiteX4" fmla="*/ 46672 w 65960"/>
                <a:gd name="connsiteY4" fmla="*/ 166687 h 172402"/>
                <a:gd name="connsiteX5" fmla="*/ 46672 w 65960"/>
                <a:gd name="connsiteY5" fmla="*/ 72390 h 172402"/>
                <a:gd name="connsiteX6" fmla="*/ 46672 w 65960"/>
                <a:gd name="connsiteY6" fmla="*/ 72390 h 172402"/>
                <a:gd name="connsiteX7" fmla="*/ 38100 w 65960"/>
                <a:gd name="connsiteY7" fmla="*/ 52387 h 172402"/>
                <a:gd name="connsiteX8" fmla="*/ 46672 w 65960"/>
                <a:gd name="connsiteY8" fmla="*/ 32385 h 172402"/>
                <a:gd name="connsiteX9" fmla="*/ 46672 w 65960"/>
                <a:gd name="connsiteY9" fmla="*/ 5715 h 172402"/>
                <a:gd name="connsiteX10" fmla="*/ 20002 w 65960"/>
                <a:gd name="connsiteY10" fmla="*/ 5715 h 172402"/>
                <a:gd name="connsiteX11" fmla="*/ 0 w 65960"/>
                <a:gd name="connsiteY11" fmla="*/ 53340 h 172402"/>
                <a:gd name="connsiteX12" fmla="*/ 20002 w 65960"/>
                <a:gd name="connsiteY12" fmla="*/ 100012 h 172402"/>
                <a:gd name="connsiteX13" fmla="*/ 20002 w 65960"/>
                <a:gd name="connsiteY13" fmla="*/ 100012 h 172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960" h="172402">
                  <a:moveTo>
                    <a:pt x="20002" y="100012"/>
                  </a:moveTo>
                  <a:cubicBezTo>
                    <a:pt x="31432" y="111443"/>
                    <a:pt x="31432" y="129540"/>
                    <a:pt x="20002" y="140018"/>
                  </a:cubicBezTo>
                  <a:cubicBezTo>
                    <a:pt x="12382" y="147637"/>
                    <a:pt x="12382" y="159068"/>
                    <a:pt x="20002" y="166687"/>
                  </a:cubicBezTo>
                  <a:cubicBezTo>
                    <a:pt x="23813" y="170498"/>
                    <a:pt x="28575" y="172403"/>
                    <a:pt x="33338" y="172403"/>
                  </a:cubicBezTo>
                  <a:cubicBezTo>
                    <a:pt x="38100" y="172403"/>
                    <a:pt x="42863" y="170498"/>
                    <a:pt x="46672" y="166687"/>
                  </a:cubicBezTo>
                  <a:cubicBezTo>
                    <a:pt x="72390" y="140970"/>
                    <a:pt x="72390" y="98108"/>
                    <a:pt x="46672" y="72390"/>
                  </a:cubicBezTo>
                  <a:cubicBezTo>
                    <a:pt x="46672" y="72390"/>
                    <a:pt x="46672" y="72390"/>
                    <a:pt x="46672" y="72390"/>
                  </a:cubicBezTo>
                  <a:cubicBezTo>
                    <a:pt x="40957" y="66675"/>
                    <a:pt x="38100" y="60008"/>
                    <a:pt x="38100" y="52387"/>
                  </a:cubicBezTo>
                  <a:cubicBezTo>
                    <a:pt x="38100" y="44768"/>
                    <a:pt x="40957" y="37148"/>
                    <a:pt x="46672" y="32385"/>
                  </a:cubicBezTo>
                  <a:cubicBezTo>
                    <a:pt x="54293" y="24765"/>
                    <a:pt x="54293" y="13335"/>
                    <a:pt x="46672" y="5715"/>
                  </a:cubicBezTo>
                  <a:cubicBezTo>
                    <a:pt x="39052" y="-1905"/>
                    <a:pt x="27622" y="-1905"/>
                    <a:pt x="20002" y="5715"/>
                  </a:cubicBezTo>
                  <a:cubicBezTo>
                    <a:pt x="7620" y="18097"/>
                    <a:pt x="0" y="35243"/>
                    <a:pt x="0" y="53340"/>
                  </a:cubicBezTo>
                  <a:cubicBezTo>
                    <a:pt x="952" y="71437"/>
                    <a:pt x="7620" y="87630"/>
                    <a:pt x="20002" y="100012"/>
                  </a:cubicBezTo>
                  <a:cubicBezTo>
                    <a:pt x="20002" y="100012"/>
                    <a:pt x="20002" y="100012"/>
                    <a:pt x="20002" y="100012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7" name="任意多边形: 形状 66"/>
            <p:cNvSpPr/>
            <p:nvPr/>
          </p:nvSpPr>
          <p:spPr>
            <a:xfrm>
              <a:off x="7265677" y="4525755"/>
              <a:ext cx="66674" cy="173354"/>
            </a:xfrm>
            <a:custGeom>
              <a:avLst/>
              <a:gdLst>
                <a:gd name="connsiteX0" fmla="*/ 20002 w 66674"/>
                <a:gd name="connsiteY0" fmla="*/ 100965 h 173354"/>
                <a:gd name="connsiteX1" fmla="*/ 28575 w 66674"/>
                <a:gd name="connsiteY1" fmla="*/ 120967 h 173354"/>
                <a:gd name="connsiteX2" fmla="*/ 20002 w 66674"/>
                <a:gd name="connsiteY2" fmla="*/ 140970 h 173354"/>
                <a:gd name="connsiteX3" fmla="*/ 20002 w 66674"/>
                <a:gd name="connsiteY3" fmla="*/ 167640 h 173354"/>
                <a:gd name="connsiteX4" fmla="*/ 33337 w 66674"/>
                <a:gd name="connsiteY4" fmla="*/ 173355 h 173354"/>
                <a:gd name="connsiteX5" fmla="*/ 46673 w 66674"/>
                <a:gd name="connsiteY5" fmla="*/ 167640 h 173354"/>
                <a:gd name="connsiteX6" fmla="*/ 66675 w 66674"/>
                <a:gd name="connsiteY6" fmla="*/ 120015 h 173354"/>
                <a:gd name="connsiteX7" fmla="*/ 46673 w 66674"/>
                <a:gd name="connsiteY7" fmla="*/ 72390 h 173354"/>
                <a:gd name="connsiteX8" fmla="*/ 46673 w 66674"/>
                <a:gd name="connsiteY8" fmla="*/ 72390 h 173354"/>
                <a:gd name="connsiteX9" fmla="*/ 46673 w 66674"/>
                <a:gd name="connsiteY9" fmla="*/ 32385 h 173354"/>
                <a:gd name="connsiteX10" fmla="*/ 46673 w 66674"/>
                <a:gd name="connsiteY10" fmla="*/ 5715 h 173354"/>
                <a:gd name="connsiteX11" fmla="*/ 20002 w 66674"/>
                <a:gd name="connsiteY11" fmla="*/ 5715 h 173354"/>
                <a:gd name="connsiteX12" fmla="*/ 20002 w 66674"/>
                <a:gd name="connsiteY12" fmla="*/ 100965 h 173354"/>
                <a:gd name="connsiteX13" fmla="*/ 20002 w 66674"/>
                <a:gd name="connsiteY13" fmla="*/ 100965 h 173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6674" h="173354">
                  <a:moveTo>
                    <a:pt x="20002" y="100965"/>
                  </a:moveTo>
                  <a:cubicBezTo>
                    <a:pt x="25717" y="106680"/>
                    <a:pt x="28575" y="113348"/>
                    <a:pt x="28575" y="120967"/>
                  </a:cubicBezTo>
                  <a:cubicBezTo>
                    <a:pt x="28575" y="128588"/>
                    <a:pt x="25717" y="136208"/>
                    <a:pt x="20002" y="140970"/>
                  </a:cubicBezTo>
                  <a:cubicBezTo>
                    <a:pt x="12383" y="148590"/>
                    <a:pt x="12383" y="160020"/>
                    <a:pt x="20002" y="167640"/>
                  </a:cubicBezTo>
                  <a:cubicBezTo>
                    <a:pt x="23812" y="171450"/>
                    <a:pt x="28575" y="173355"/>
                    <a:pt x="33337" y="173355"/>
                  </a:cubicBezTo>
                  <a:cubicBezTo>
                    <a:pt x="38100" y="173355"/>
                    <a:pt x="42862" y="171450"/>
                    <a:pt x="46673" y="167640"/>
                  </a:cubicBezTo>
                  <a:cubicBezTo>
                    <a:pt x="59055" y="155258"/>
                    <a:pt x="66675" y="138113"/>
                    <a:pt x="66675" y="120015"/>
                  </a:cubicBezTo>
                  <a:cubicBezTo>
                    <a:pt x="66675" y="101917"/>
                    <a:pt x="60007" y="85725"/>
                    <a:pt x="46673" y="72390"/>
                  </a:cubicBezTo>
                  <a:lnTo>
                    <a:pt x="46673" y="72390"/>
                  </a:lnTo>
                  <a:cubicBezTo>
                    <a:pt x="35243" y="60960"/>
                    <a:pt x="35243" y="42863"/>
                    <a:pt x="46673" y="32385"/>
                  </a:cubicBezTo>
                  <a:cubicBezTo>
                    <a:pt x="54293" y="24765"/>
                    <a:pt x="54293" y="13335"/>
                    <a:pt x="46673" y="5715"/>
                  </a:cubicBezTo>
                  <a:cubicBezTo>
                    <a:pt x="39052" y="-1905"/>
                    <a:pt x="27623" y="-1905"/>
                    <a:pt x="20002" y="5715"/>
                  </a:cubicBezTo>
                  <a:cubicBezTo>
                    <a:pt x="-6667" y="33338"/>
                    <a:pt x="-6667" y="75248"/>
                    <a:pt x="20002" y="100965"/>
                  </a:cubicBezTo>
                  <a:cubicBezTo>
                    <a:pt x="20002" y="100965"/>
                    <a:pt x="20002" y="100965"/>
                    <a:pt x="20002" y="100965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79" name="组合 78"/>
          <p:cNvGrpSpPr/>
          <p:nvPr/>
        </p:nvGrpSpPr>
        <p:grpSpPr>
          <a:xfrm>
            <a:off x="9774064" y="4953897"/>
            <a:ext cx="496408" cy="640526"/>
            <a:chOff x="9774064" y="4620068"/>
            <a:chExt cx="496408" cy="640526"/>
          </a:xfrm>
        </p:grpSpPr>
        <p:sp>
          <p:nvSpPr>
            <p:cNvPr id="69" name="任意多边形: 形状 68"/>
            <p:cNvSpPr/>
            <p:nvPr/>
          </p:nvSpPr>
          <p:spPr>
            <a:xfrm>
              <a:off x="9774064" y="4620068"/>
              <a:ext cx="496408" cy="640526"/>
            </a:xfrm>
            <a:custGeom>
              <a:avLst/>
              <a:gdLst>
                <a:gd name="connsiteX0" fmla="*/ 48040 w 496408"/>
                <a:gd name="connsiteY0" fmla="*/ 592487 h 640526"/>
                <a:gd name="connsiteX1" fmla="*/ 48040 w 496408"/>
                <a:gd name="connsiteY1" fmla="*/ 48040 h 640526"/>
                <a:gd name="connsiteX2" fmla="*/ 248204 w 496408"/>
                <a:gd name="connsiteY2" fmla="*/ 48040 h 640526"/>
                <a:gd name="connsiteX3" fmla="*/ 248204 w 496408"/>
                <a:gd name="connsiteY3" fmla="*/ 216178 h 640526"/>
                <a:gd name="connsiteX4" fmla="*/ 448369 w 496408"/>
                <a:gd name="connsiteY4" fmla="*/ 216178 h 640526"/>
                <a:gd name="connsiteX5" fmla="*/ 448369 w 496408"/>
                <a:gd name="connsiteY5" fmla="*/ 592487 h 640526"/>
                <a:gd name="connsiteX6" fmla="*/ 48040 w 496408"/>
                <a:gd name="connsiteY6" fmla="*/ 592487 h 640526"/>
                <a:gd name="connsiteX7" fmla="*/ 296244 w 496408"/>
                <a:gd name="connsiteY7" fmla="*/ 68056 h 640526"/>
                <a:gd name="connsiteX8" fmla="*/ 396326 w 496408"/>
                <a:gd name="connsiteY8" fmla="*/ 168138 h 640526"/>
                <a:gd name="connsiteX9" fmla="*/ 296244 w 496408"/>
                <a:gd name="connsiteY9" fmla="*/ 168138 h 640526"/>
                <a:gd name="connsiteX10" fmla="*/ 296244 w 496408"/>
                <a:gd name="connsiteY10" fmla="*/ 68056 h 640526"/>
                <a:gd name="connsiteX11" fmla="*/ 296244 w 496408"/>
                <a:gd name="connsiteY11" fmla="*/ 0 h 640526"/>
                <a:gd name="connsiteX12" fmla="*/ 0 w 496408"/>
                <a:gd name="connsiteY12" fmla="*/ 0 h 640526"/>
                <a:gd name="connsiteX13" fmla="*/ 0 w 496408"/>
                <a:gd name="connsiteY13" fmla="*/ 640527 h 640526"/>
                <a:gd name="connsiteX14" fmla="*/ 496408 w 496408"/>
                <a:gd name="connsiteY14" fmla="*/ 640527 h 640526"/>
                <a:gd name="connsiteX15" fmla="*/ 496408 w 496408"/>
                <a:gd name="connsiteY15" fmla="*/ 176145 h 640526"/>
                <a:gd name="connsiteX16" fmla="*/ 296244 w 496408"/>
                <a:gd name="connsiteY16" fmla="*/ 0 h 64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96408" h="640526">
                  <a:moveTo>
                    <a:pt x="48040" y="592487"/>
                  </a:moveTo>
                  <a:lnTo>
                    <a:pt x="48040" y="48040"/>
                  </a:lnTo>
                  <a:lnTo>
                    <a:pt x="248204" y="48040"/>
                  </a:lnTo>
                  <a:lnTo>
                    <a:pt x="248204" y="216178"/>
                  </a:lnTo>
                  <a:lnTo>
                    <a:pt x="448369" y="216178"/>
                  </a:lnTo>
                  <a:lnTo>
                    <a:pt x="448369" y="592487"/>
                  </a:lnTo>
                  <a:lnTo>
                    <a:pt x="48040" y="592487"/>
                  </a:lnTo>
                  <a:close/>
                  <a:moveTo>
                    <a:pt x="296244" y="68056"/>
                  </a:moveTo>
                  <a:lnTo>
                    <a:pt x="396326" y="168138"/>
                  </a:lnTo>
                  <a:lnTo>
                    <a:pt x="296244" y="168138"/>
                  </a:lnTo>
                  <a:lnTo>
                    <a:pt x="296244" y="68056"/>
                  </a:lnTo>
                  <a:close/>
                  <a:moveTo>
                    <a:pt x="296244" y="0"/>
                  </a:moveTo>
                  <a:lnTo>
                    <a:pt x="0" y="0"/>
                  </a:lnTo>
                  <a:lnTo>
                    <a:pt x="0" y="640527"/>
                  </a:lnTo>
                  <a:lnTo>
                    <a:pt x="496408" y="640527"/>
                  </a:lnTo>
                  <a:lnTo>
                    <a:pt x="496408" y="176145"/>
                  </a:lnTo>
                  <a:lnTo>
                    <a:pt x="296244" y="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79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0" name="任意多边形: 形状 69"/>
            <p:cNvSpPr/>
            <p:nvPr/>
          </p:nvSpPr>
          <p:spPr>
            <a:xfrm>
              <a:off x="9870143" y="4916312"/>
              <a:ext cx="304250" cy="32026"/>
            </a:xfrm>
            <a:custGeom>
              <a:avLst/>
              <a:gdLst>
                <a:gd name="connsiteX0" fmla="*/ 0 w 304250"/>
                <a:gd name="connsiteY0" fmla="*/ 0 h 32026"/>
                <a:gd name="connsiteX1" fmla="*/ 304250 w 304250"/>
                <a:gd name="connsiteY1" fmla="*/ 0 h 32026"/>
                <a:gd name="connsiteX2" fmla="*/ 304250 w 304250"/>
                <a:gd name="connsiteY2" fmla="*/ 32026 h 32026"/>
                <a:gd name="connsiteX3" fmla="*/ 0 w 304250"/>
                <a:gd name="connsiteY3" fmla="*/ 32026 h 320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4250" h="32026">
                  <a:moveTo>
                    <a:pt x="0" y="0"/>
                  </a:moveTo>
                  <a:lnTo>
                    <a:pt x="304250" y="0"/>
                  </a:lnTo>
                  <a:lnTo>
                    <a:pt x="304250" y="32026"/>
                  </a:lnTo>
                  <a:lnTo>
                    <a:pt x="0" y="3202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79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1" name="任意多边形: 形状 70"/>
            <p:cNvSpPr/>
            <p:nvPr/>
          </p:nvSpPr>
          <p:spPr>
            <a:xfrm>
              <a:off x="9870143" y="4852259"/>
              <a:ext cx="104085" cy="32026"/>
            </a:xfrm>
            <a:custGeom>
              <a:avLst/>
              <a:gdLst>
                <a:gd name="connsiteX0" fmla="*/ 0 w 104085"/>
                <a:gd name="connsiteY0" fmla="*/ 0 h 32026"/>
                <a:gd name="connsiteX1" fmla="*/ 104086 w 104085"/>
                <a:gd name="connsiteY1" fmla="*/ 0 h 32026"/>
                <a:gd name="connsiteX2" fmla="*/ 104086 w 104085"/>
                <a:gd name="connsiteY2" fmla="*/ 32026 h 32026"/>
                <a:gd name="connsiteX3" fmla="*/ 0 w 104085"/>
                <a:gd name="connsiteY3" fmla="*/ 32026 h 320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085" h="32026">
                  <a:moveTo>
                    <a:pt x="0" y="0"/>
                  </a:moveTo>
                  <a:lnTo>
                    <a:pt x="104086" y="0"/>
                  </a:lnTo>
                  <a:lnTo>
                    <a:pt x="104086" y="32026"/>
                  </a:lnTo>
                  <a:lnTo>
                    <a:pt x="0" y="3202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79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2" name="任意多边形: 形状 71"/>
            <p:cNvSpPr/>
            <p:nvPr/>
          </p:nvSpPr>
          <p:spPr>
            <a:xfrm>
              <a:off x="9870143" y="4980364"/>
              <a:ext cx="304250" cy="32026"/>
            </a:xfrm>
            <a:custGeom>
              <a:avLst/>
              <a:gdLst>
                <a:gd name="connsiteX0" fmla="*/ 0 w 304250"/>
                <a:gd name="connsiteY0" fmla="*/ 0 h 32026"/>
                <a:gd name="connsiteX1" fmla="*/ 304250 w 304250"/>
                <a:gd name="connsiteY1" fmla="*/ 0 h 32026"/>
                <a:gd name="connsiteX2" fmla="*/ 304250 w 304250"/>
                <a:gd name="connsiteY2" fmla="*/ 32026 h 32026"/>
                <a:gd name="connsiteX3" fmla="*/ 0 w 304250"/>
                <a:gd name="connsiteY3" fmla="*/ 32026 h 320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4250" h="32026">
                  <a:moveTo>
                    <a:pt x="0" y="0"/>
                  </a:moveTo>
                  <a:lnTo>
                    <a:pt x="304250" y="0"/>
                  </a:lnTo>
                  <a:lnTo>
                    <a:pt x="304250" y="32026"/>
                  </a:lnTo>
                  <a:lnTo>
                    <a:pt x="0" y="3202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79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3" name="任意多边形: 形状 72"/>
            <p:cNvSpPr/>
            <p:nvPr/>
          </p:nvSpPr>
          <p:spPr>
            <a:xfrm>
              <a:off x="9870143" y="5044417"/>
              <a:ext cx="304250" cy="32026"/>
            </a:xfrm>
            <a:custGeom>
              <a:avLst/>
              <a:gdLst>
                <a:gd name="connsiteX0" fmla="*/ 0 w 304250"/>
                <a:gd name="connsiteY0" fmla="*/ 0 h 32026"/>
                <a:gd name="connsiteX1" fmla="*/ 304250 w 304250"/>
                <a:gd name="connsiteY1" fmla="*/ 0 h 32026"/>
                <a:gd name="connsiteX2" fmla="*/ 304250 w 304250"/>
                <a:gd name="connsiteY2" fmla="*/ 32026 h 32026"/>
                <a:gd name="connsiteX3" fmla="*/ 0 w 304250"/>
                <a:gd name="connsiteY3" fmla="*/ 32026 h 320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4250" h="32026">
                  <a:moveTo>
                    <a:pt x="0" y="0"/>
                  </a:moveTo>
                  <a:lnTo>
                    <a:pt x="304250" y="0"/>
                  </a:lnTo>
                  <a:lnTo>
                    <a:pt x="304250" y="32026"/>
                  </a:lnTo>
                  <a:lnTo>
                    <a:pt x="0" y="3202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79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4" name="任意多边形: 形状 73"/>
            <p:cNvSpPr/>
            <p:nvPr/>
          </p:nvSpPr>
          <p:spPr>
            <a:xfrm>
              <a:off x="9870143" y="5108470"/>
              <a:ext cx="304250" cy="32026"/>
            </a:xfrm>
            <a:custGeom>
              <a:avLst/>
              <a:gdLst>
                <a:gd name="connsiteX0" fmla="*/ 0 w 304250"/>
                <a:gd name="connsiteY0" fmla="*/ 0 h 32026"/>
                <a:gd name="connsiteX1" fmla="*/ 304250 w 304250"/>
                <a:gd name="connsiteY1" fmla="*/ 0 h 32026"/>
                <a:gd name="connsiteX2" fmla="*/ 304250 w 304250"/>
                <a:gd name="connsiteY2" fmla="*/ 32026 h 32026"/>
                <a:gd name="connsiteX3" fmla="*/ 0 w 304250"/>
                <a:gd name="connsiteY3" fmla="*/ 32026 h 320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4250" h="32026">
                  <a:moveTo>
                    <a:pt x="0" y="0"/>
                  </a:moveTo>
                  <a:lnTo>
                    <a:pt x="304250" y="0"/>
                  </a:lnTo>
                  <a:lnTo>
                    <a:pt x="304250" y="32026"/>
                  </a:lnTo>
                  <a:lnTo>
                    <a:pt x="0" y="3202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79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75" name="图形 58" descr="雇员徽章 纯色填充"/>
          <p:cNvGrpSpPr/>
          <p:nvPr/>
        </p:nvGrpSpPr>
        <p:grpSpPr>
          <a:xfrm>
            <a:off x="4406331" y="4950311"/>
            <a:ext cx="762000" cy="647700"/>
            <a:chOff x="4406331" y="4616482"/>
            <a:chExt cx="762000" cy="647700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76" name="任意多边形: 形状 75"/>
            <p:cNvSpPr/>
            <p:nvPr/>
          </p:nvSpPr>
          <p:spPr>
            <a:xfrm>
              <a:off x="4730181" y="4616482"/>
              <a:ext cx="114300" cy="152400"/>
            </a:xfrm>
            <a:custGeom>
              <a:avLst/>
              <a:gdLst>
                <a:gd name="connsiteX0" fmla="*/ 76200 w 114300"/>
                <a:gd name="connsiteY0" fmla="*/ 152400 h 152400"/>
                <a:gd name="connsiteX1" fmla="*/ 38100 w 114300"/>
                <a:gd name="connsiteY1" fmla="*/ 152400 h 152400"/>
                <a:gd name="connsiteX2" fmla="*/ 0 w 114300"/>
                <a:gd name="connsiteY2" fmla="*/ 114300 h 152400"/>
                <a:gd name="connsiteX3" fmla="*/ 0 w 114300"/>
                <a:gd name="connsiteY3" fmla="*/ 38100 h 152400"/>
                <a:gd name="connsiteX4" fmla="*/ 38100 w 114300"/>
                <a:gd name="connsiteY4" fmla="*/ 0 h 152400"/>
                <a:gd name="connsiteX5" fmla="*/ 76200 w 114300"/>
                <a:gd name="connsiteY5" fmla="*/ 0 h 152400"/>
                <a:gd name="connsiteX6" fmla="*/ 114300 w 114300"/>
                <a:gd name="connsiteY6" fmla="*/ 38100 h 152400"/>
                <a:gd name="connsiteX7" fmla="*/ 114300 w 114300"/>
                <a:gd name="connsiteY7" fmla="*/ 114300 h 152400"/>
                <a:gd name="connsiteX8" fmla="*/ 76200 w 114300"/>
                <a:gd name="connsiteY8" fmla="*/ 15240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4300" h="152400">
                  <a:moveTo>
                    <a:pt x="76200" y="152400"/>
                  </a:moveTo>
                  <a:lnTo>
                    <a:pt x="38100" y="152400"/>
                  </a:lnTo>
                  <a:cubicBezTo>
                    <a:pt x="17145" y="152400"/>
                    <a:pt x="0" y="135255"/>
                    <a:pt x="0" y="114300"/>
                  </a:cubicBezTo>
                  <a:lnTo>
                    <a:pt x="0" y="38100"/>
                  </a:lnTo>
                  <a:cubicBezTo>
                    <a:pt x="0" y="17145"/>
                    <a:pt x="17145" y="0"/>
                    <a:pt x="38100" y="0"/>
                  </a:cubicBezTo>
                  <a:lnTo>
                    <a:pt x="76200" y="0"/>
                  </a:lnTo>
                  <a:cubicBezTo>
                    <a:pt x="97155" y="0"/>
                    <a:pt x="114300" y="17145"/>
                    <a:pt x="114300" y="38100"/>
                  </a:cubicBezTo>
                  <a:lnTo>
                    <a:pt x="114300" y="114300"/>
                  </a:lnTo>
                  <a:cubicBezTo>
                    <a:pt x="114300" y="135255"/>
                    <a:pt x="97155" y="152400"/>
                    <a:pt x="76200" y="152400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7" name="任意多边形: 形状 76"/>
            <p:cNvSpPr/>
            <p:nvPr/>
          </p:nvSpPr>
          <p:spPr>
            <a:xfrm>
              <a:off x="4406331" y="4730782"/>
              <a:ext cx="762000" cy="533400"/>
            </a:xfrm>
            <a:custGeom>
              <a:avLst/>
              <a:gdLst>
                <a:gd name="connsiteX0" fmla="*/ 685800 w 762000"/>
                <a:gd name="connsiteY0" fmla="*/ 228600 h 533400"/>
                <a:gd name="connsiteX1" fmla="*/ 457200 w 762000"/>
                <a:gd name="connsiteY1" fmla="*/ 228600 h 533400"/>
                <a:gd name="connsiteX2" fmla="*/ 457200 w 762000"/>
                <a:gd name="connsiteY2" fmla="*/ 190500 h 533400"/>
                <a:gd name="connsiteX3" fmla="*/ 685800 w 762000"/>
                <a:gd name="connsiteY3" fmla="*/ 190500 h 533400"/>
                <a:gd name="connsiteX4" fmla="*/ 685800 w 762000"/>
                <a:gd name="connsiteY4" fmla="*/ 228600 h 533400"/>
                <a:gd name="connsiteX5" fmla="*/ 685800 w 762000"/>
                <a:gd name="connsiteY5" fmla="*/ 342900 h 533400"/>
                <a:gd name="connsiteX6" fmla="*/ 457200 w 762000"/>
                <a:gd name="connsiteY6" fmla="*/ 342900 h 533400"/>
                <a:gd name="connsiteX7" fmla="*/ 457200 w 762000"/>
                <a:gd name="connsiteY7" fmla="*/ 304800 h 533400"/>
                <a:gd name="connsiteX8" fmla="*/ 685800 w 762000"/>
                <a:gd name="connsiteY8" fmla="*/ 304800 h 533400"/>
                <a:gd name="connsiteX9" fmla="*/ 685800 w 762000"/>
                <a:gd name="connsiteY9" fmla="*/ 342900 h 533400"/>
                <a:gd name="connsiteX10" fmla="*/ 685800 w 762000"/>
                <a:gd name="connsiteY10" fmla="*/ 457200 h 533400"/>
                <a:gd name="connsiteX11" fmla="*/ 457200 w 762000"/>
                <a:gd name="connsiteY11" fmla="*/ 457200 h 533400"/>
                <a:gd name="connsiteX12" fmla="*/ 457200 w 762000"/>
                <a:gd name="connsiteY12" fmla="*/ 419100 h 533400"/>
                <a:gd name="connsiteX13" fmla="*/ 685800 w 762000"/>
                <a:gd name="connsiteY13" fmla="*/ 419100 h 533400"/>
                <a:gd name="connsiteX14" fmla="*/ 685800 w 762000"/>
                <a:gd name="connsiteY14" fmla="*/ 457200 h 533400"/>
                <a:gd name="connsiteX15" fmla="*/ 381000 w 762000"/>
                <a:gd name="connsiteY15" fmla="*/ 457200 h 533400"/>
                <a:gd name="connsiteX16" fmla="*/ 76200 w 762000"/>
                <a:gd name="connsiteY16" fmla="*/ 457200 h 533400"/>
                <a:gd name="connsiteX17" fmla="*/ 76200 w 762000"/>
                <a:gd name="connsiteY17" fmla="*/ 381000 h 533400"/>
                <a:gd name="connsiteX18" fmla="*/ 91440 w 762000"/>
                <a:gd name="connsiteY18" fmla="*/ 350520 h 533400"/>
                <a:gd name="connsiteX19" fmla="*/ 165735 w 762000"/>
                <a:gd name="connsiteY19" fmla="*/ 314325 h 533400"/>
                <a:gd name="connsiteX20" fmla="*/ 228600 w 762000"/>
                <a:gd name="connsiteY20" fmla="*/ 304800 h 533400"/>
                <a:gd name="connsiteX21" fmla="*/ 291465 w 762000"/>
                <a:gd name="connsiteY21" fmla="*/ 314325 h 533400"/>
                <a:gd name="connsiteX22" fmla="*/ 365760 w 762000"/>
                <a:gd name="connsiteY22" fmla="*/ 350520 h 533400"/>
                <a:gd name="connsiteX23" fmla="*/ 381000 w 762000"/>
                <a:gd name="connsiteY23" fmla="*/ 381000 h 533400"/>
                <a:gd name="connsiteX24" fmla="*/ 381000 w 762000"/>
                <a:gd name="connsiteY24" fmla="*/ 457200 h 533400"/>
                <a:gd name="connsiteX25" fmla="*/ 228600 w 762000"/>
                <a:gd name="connsiteY25" fmla="*/ 133350 h 533400"/>
                <a:gd name="connsiteX26" fmla="*/ 304800 w 762000"/>
                <a:gd name="connsiteY26" fmla="*/ 209550 h 533400"/>
                <a:gd name="connsiteX27" fmla="*/ 228600 w 762000"/>
                <a:gd name="connsiteY27" fmla="*/ 285750 h 533400"/>
                <a:gd name="connsiteX28" fmla="*/ 152400 w 762000"/>
                <a:gd name="connsiteY28" fmla="*/ 209550 h 533400"/>
                <a:gd name="connsiteX29" fmla="*/ 228600 w 762000"/>
                <a:gd name="connsiteY29" fmla="*/ 133350 h 533400"/>
                <a:gd name="connsiteX30" fmla="*/ 723900 w 762000"/>
                <a:gd name="connsiteY30" fmla="*/ 0 h 533400"/>
                <a:gd name="connsiteX31" fmla="*/ 476250 w 762000"/>
                <a:gd name="connsiteY31" fmla="*/ 0 h 533400"/>
                <a:gd name="connsiteX32" fmla="*/ 400050 w 762000"/>
                <a:gd name="connsiteY32" fmla="*/ 76200 h 533400"/>
                <a:gd name="connsiteX33" fmla="*/ 361950 w 762000"/>
                <a:gd name="connsiteY33" fmla="*/ 76200 h 533400"/>
                <a:gd name="connsiteX34" fmla="*/ 285750 w 762000"/>
                <a:gd name="connsiteY34" fmla="*/ 0 h 533400"/>
                <a:gd name="connsiteX35" fmla="*/ 38100 w 762000"/>
                <a:gd name="connsiteY35" fmla="*/ 0 h 533400"/>
                <a:gd name="connsiteX36" fmla="*/ 0 w 762000"/>
                <a:gd name="connsiteY36" fmla="*/ 38100 h 533400"/>
                <a:gd name="connsiteX37" fmla="*/ 0 w 762000"/>
                <a:gd name="connsiteY37" fmla="*/ 495300 h 533400"/>
                <a:gd name="connsiteX38" fmla="*/ 38100 w 762000"/>
                <a:gd name="connsiteY38" fmla="*/ 533400 h 533400"/>
                <a:gd name="connsiteX39" fmla="*/ 723900 w 762000"/>
                <a:gd name="connsiteY39" fmla="*/ 533400 h 533400"/>
                <a:gd name="connsiteX40" fmla="*/ 762000 w 762000"/>
                <a:gd name="connsiteY40" fmla="*/ 495300 h 533400"/>
                <a:gd name="connsiteX41" fmla="*/ 762000 w 762000"/>
                <a:gd name="connsiteY41" fmla="*/ 38100 h 533400"/>
                <a:gd name="connsiteX42" fmla="*/ 723900 w 762000"/>
                <a:gd name="connsiteY42" fmla="*/ 0 h 53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762000" h="533400">
                  <a:moveTo>
                    <a:pt x="685800" y="228600"/>
                  </a:moveTo>
                  <a:lnTo>
                    <a:pt x="457200" y="228600"/>
                  </a:lnTo>
                  <a:lnTo>
                    <a:pt x="457200" y="190500"/>
                  </a:lnTo>
                  <a:lnTo>
                    <a:pt x="685800" y="190500"/>
                  </a:lnTo>
                  <a:lnTo>
                    <a:pt x="685800" y="228600"/>
                  </a:lnTo>
                  <a:close/>
                  <a:moveTo>
                    <a:pt x="685800" y="342900"/>
                  </a:moveTo>
                  <a:lnTo>
                    <a:pt x="457200" y="342900"/>
                  </a:lnTo>
                  <a:lnTo>
                    <a:pt x="457200" y="304800"/>
                  </a:lnTo>
                  <a:lnTo>
                    <a:pt x="685800" y="304800"/>
                  </a:lnTo>
                  <a:lnTo>
                    <a:pt x="685800" y="342900"/>
                  </a:lnTo>
                  <a:close/>
                  <a:moveTo>
                    <a:pt x="685800" y="457200"/>
                  </a:moveTo>
                  <a:lnTo>
                    <a:pt x="457200" y="457200"/>
                  </a:lnTo>
                  <a:lnTo>
                    <a:pt x="457200" y="419100"/>
                  </a:lnTo>
                  <a:lnTo>
                    <a:pt x="685800" y="419100"/>
                  </a:lnTo>
                  <a:lnTo>
                    <a:pt x="685800" y="457200"/>
                  </a:lnTo>
                  <a:close/>
                  <a:moveTo>
                    <a:pt x="381000" y="457200"/>
                  </a:moveTo>
                  <a:lnTo>
                    <a:pt x="76200" y="457200"/>
                  </a:lnTo>
                  <a:lnTo>
                    <a:pt x="76200" y="381000"/>
                  </a:lnTo>
                  <a:cubicBezTo>
                    <a:pt x="76200" y="369570"/>
                    <a:pt x="81915" y="358140"/>
                    <a:pt x="91440" y="350520"/>
                  </a:cubicBezTo>
                  <a:cubicBezTo>
                    <a:pt x="112395" y="335280"/>
                    <a:pt x="139065" y="321945"/>
                    <a:pt x="165735" y="314325"/>
                  </a:cubicBezTo>
                  <a:cubicBezTo>
                    <a:pt x="186690" y="308610"/>
                    <a:pt x="207645" y="304800"/>
                    <a:pt x="228600" y="304800"/>
                  </a:cubicBezTo>
                  <a:cubicBezTo>
                    <a:pt x="251460" y="304800"/>
                    <a:pt x="272415" y="308610"/>
                    <a:pt x="291465" y="314325"/>
                  </a:cubicBezTo>
                  <a:cubicBezTo>
                    <a:pt x="318135" y="321945"/>
                    <a:pt x="344805" y="333375"/>
                    <a:pt x="365760" y="350520"/>
                  </a:cubicBezTo>
                  <a:cubicBezTo>
                    <a:pt x="375285" y="358140"/>
                    <a:pt x="381000" y="369570"/>
                    <a:pt x="381000" y="381000"/>
                  </a:cubicBezTo>
                  <a:lnTo>
                    <a:pt x="381000" y="457200"/>
                  </a:lnTo>
                  <a:close/>
                  <a:moveTo>
                    <a:pt x="228600" y="133350"/>
                  </a:moveTo>
                  <a:cubicBezTo>
                    <a:pt x="270510" y="133350"/>
                    <a:pt x="304800" y="167640"/>
                    <a:pt x="304800" y="209550"/>
                  </a:cubicBezTo>
                  <a:cubicBezTo>
                    <a:pt x="304800" y="251460"/>
                    <a:pt x="270510" y="285750"/>
                    <a:pt x="228600" y="285750"/>
                  </a:cubicBezTo>
                  <a:cubicBezTo>
                    <a:pt x="186690" y="285750"/>
                    <a:pt x="152400" y="251460"/>
                    <a:pt x="152400" y="209550"/>
                  </a:cubicBezTo>
                  <a:cubicBezTo>
                    <a:pt x="152400" y="167640"/>
                    <a:pt x="186690" y="133350"/>
                    <a:pt x="228600" y="133350"/>
                  </a:cubicBezTo>
                  <a:close/>
                  <a:moveTo>
                    <a:pt x="723900" y="0"/>
                  </a:moveTo>
                  <a:lnTo>
                    <a:pt x="476250" y="0"/>
                  </a:lnTo>
                  <a:cubicBezTo>
                    <a:pt x="476250" y="41910"/>
                    <a:pt x="441960" y="76200"/>
                    <a:pt x="400050" y="76200"/>
                  </a:cubicBezTo>
                  <a:lnTo>
                    <a:pt x="361950" y="76200"/>
                  </a:lnTo>
                  <a:cubicBezTo>
                    <a:pt x="320040" y="76200"/>
                    <a:pt x="285750" y="41910"/>
                    <a:pt x="285750" y="0"/>
                  </a:cubicBezTo>
                  <a:lnTo>
                    <a:pt x="38100" y="0"/>
                  </a:lnTo>
                  <a:cubicBezTo>
                    <a:pt x="17145" y="0"/>
                    <a:pt x="0" y="17145"/>
                    <a:pt x="0" y="38100"/>
                  </a:cubicBezTo>
                  <a:lnTo>
                    <a:pt x="0" y="495300"/>
                  </a:lnTo>
                  <a:cubicBezTo>
                    <a:pt x="0" y="516255"/>
                    <a:pt x="17145" y="533400"/>
                    <a:pt x="38100" y="533400"/>
                  </a:cubicBezTo>
                  <a:lnTo>
                    <a:pt x="723900" y="533400"/>
                  </a:lnTo>
                  <a:cubicBezTo>
                    <a:pt x="744855" y="533400"/>
                    <a:pt x="762000" y="516255"/>
                    <a:pt x="762000" y="495300"/>
                  </a:cubicBezTo>
                  <a:lnTo>
                    <a:pt x="762000" y="38100"/>
                  </a:lnTo>
                  <a:cubicBezTo>
                    <a:pt x="762000" y="17145"/>
                    <a:pt x="744855" y="0"/>
                    <a:pt x="723900" y="0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497555" y="249084"/>
            <a:ext cx="5196889" cy="616350"/>
            <a:chOff x="902835" y="1974450"/>
            <a:chExt cx="5196889" cy="616350"/>
          </a:xfrm>
        </p:grpSpPr>
        <p:sp>
          <p:nvSpPr>
            <p:cNvPr id="166" name="椭圆 2"/>
            <p:cNvSpPr/>
            <p:nvPr/>
          </p:nvSpPr>
          <p:spPr>
            <a:xfrm>
              <a:off x="902835" y="1974450"/>
              <a:ext cx="5196889" cy="597932"/>
            </a:xfrm>
            <a:custGeom>
              <a:avLst/>
              <a:gdLst>
                <a:gd name="connsiteX0" fmla="*/ 0 w 5082540"/>
                <a:gd name="connsiteY0" fmla="*/ 395730 h 791459"/>
                <a:gd name="connsiteX1" fmla="*/ 2541270 w 5082540"/>
                <a:gd name="connsiteY1" fmla="*/ 0 h 791459"/>
                <a:gd name="connsiteX2" fmla="*/ 5082540 w 5082540"/>
                <a:gd name="connsiteY2" fmla="*/ 395730 h 791459"/>
                <a:gd name="connsiteX3" fmla="*/ 2541270 w 5082540"/>
                <a:gd name="connsiteY3" fmla="*/ 791460 h 791459"/>
                <a:gd name="connsiteX4" fmla="*/ 0 w 5082540"/>
                <a:gd name="connsiteY4" fmla="*/ 395730 h 791459"/>
                <a:gd name="connsiteX0-1" fmla="*/ 145828 w 5228368"/>
                <a:gd name="connsiteY0-2" fmla="*/ 395730 h 715260"/>
                <a:gd name="connsiteX1-3" fmla="*/ 2687098 w 5228368"/>
                <a:gd name="connsiteY1-4" fmla="*/ 0 h 715260"/>
                <a:gd name="connsiteX2-5" fmla="*/ 5228368 w 5228368"/>
                <a:gd name="connsiteY2-6" fmla="*/ 395730 h 715260"/>
                <a:gd name="connsiteX3-7" fmla="*/ 1208818 w 5228368"/>
                <a:gd name="connsiteY3-8" fmla="*/ 715260 h 715260"/>
                <a:gd name="connsiteX4-9" fmla="*/ 145828 w 5228368"/>
                <a:gd name="connsiteY4-10" fmla="*/ 395730 h 715260"/>
                <a:gd name="connsiteX0-11" fmla="*/ 220894 w 5303434"/>
                <a:gd name="connsiteY0-12" fmla="*/ 334770 h 654300"/>
                <a:gd name="connsiteX1-13" fmla="*/ 3775624 w 5303434"/>
                <a:gd name="connsiteY1-14" fmla="*/ 0 h 654300"/>
                <a:gd name="connsiteX2-15" fmla="*/ 5303434 w 5303434"/>
                <a:gd name="connsiteY2-16" fmla="*/ 334770 h 654300"/>
                <a:gd name="connsiteX3-17" fmla="*/ 1283884 w 5303434"/>
                <a:gd name="connsiteY3-18" fmla="*/ 654300 h 654300"/>
                <a:gd name="connsiteX4-19" fmla="*/ 220894 w 5303434"/>
                <a:gd name="connsiteY4-20" fmla="*/ 334770 h 654300"/>
                <a:gd name="connsiteX0-21" fmla="*/ 131008 w 5213548"/>
                <a:gd name="connsiteY0-22" fmla="*/ 165594 h 664455"/>
                <a:gd name="connsiteX1-23" fmla="*/ 3685738 w 5213548"/>
                <a:gd name="connsiteY1-24" fmla="*/ 6084 h 664455"/>
                <a:gd name="connsiteX2-25" fmla="*/ 5213548 w 5213548"/>
                <a:gd name="connsiteY2-26" fmla="*/ 340854 h 664455"/>
                <a:gd name="connsiteX3-27" fmla="*/ 1193998 w 5213548"/>
                <a:gd name="connsiteY3-28" fmla="*/ 660384 h 664455"/>
                <a:gd name="connsiteX4-29" fmla="*/ 131008 w 5213548"/>
                <a:gd name="connsiteY4-30" fmla="*/ 165594 h 664455"/>
                <a:gd name="connsiteX0-31" fmla="*/ 106935 w 5189475"/>
                <a:gd name="connsiteY0-32" fmla="*/ 217356 h 716217"/>
                <a:gd name="connsiteX1-33" fmla="*/ 3661665 w 5189475"/>
                <a:gd name="connsiteY1-34" fmla="*/ 57846 h 716217"/>
                <a:gd name="connsiteX2-35" fmla="*/ 5189475 w 5189475"/>
                <a:gd name="connsiteY2-36" fmla="*/ 392616 h 716217"/>
                <a:gd name="connsiteX3-37" fmla="*/ 1169925 w 5189475"/>
                <a:gd name="connsiteY3-38" fmla="*/ 712146 h 716217"/>
                <a:gd name="connsiteX4-39" fmla="*/ 106935 w 5189475"/>
                <a:gd name="connsiteY4-40" fmla="*/ 217356 h 716217"/>
                <a:gd name="connsiteX0-41" fmla="*/ 106935 w 5189475"/>
                <a:gd name="connsiteY0-42" fmla="*/ 217356 h 743830"/>
                <a:gd name="connsiteX1-43" fmla="*/ 3661665 w 5189475"/>
                <a:gd name="connsiteY1-44" fmla="*/ 57846 h 743830"/>
                <a:gd name="connsiteX2-45" fmla="*/ 5189475 w 5189475"/>
                <a:gd name="connsiteY2-46" fmla="*/ 392616 h 743830"/>
                <a:gd name="connsiteX3-47" fmla="*/ 1169925 w 5189475"/>
                <a:gd name="connsiteY3-48" fmla="*/ 712146 h 743830"/>
                <a:gd name="connsiteX4-49" fmla="*/ 106935 w 5189475"/>
                <a:gd name="connsiteY4-50" fmla="*/ 217356 h 743830"/>
                <a:gd name="connsiteX0-51" fmla="*/ 106935 w 5194775"/>
                <a:gd name="connsiteY0-52" fmla="*/ 217356 h 743830"/>
                <a:gd name="connsiteX1-53" fmla="*/ 3661665 w 5194775"/>
                <a:gd name="connsiteY1-54" fmla="*/ 57846 h 743830"/>
                <a:gd name="connsiteX2-55" fmla="*/ 5189475 w 5194775"/>
                <a:gd name="connsiteY2-56" fmla="*/ 392616 h 743830"/>
                <a:gd name="connsiteX3-57" fmla="*/ 1169925 w 5194775"/>
                <a:gd name="connsiteY3-58" fmla="*/ 712146 h 743830"/>
                <a:gd name="connsiteX4-59" fmla="*/ 106935 w 5194775"/>
                <a:gd name="connsiteY4-60" fmla="*/ 217356 h 743830"/>
                <a:gd name="connsiteX0-61" fmla="*/ 107430 w 5193674"/>
                <a:gd name="connsiteY0-62" fmla="*/ 187556 h 714030"/>
                <a:gd name="connsiteX1-63" fmla="*/ 3304020 w 5193674"/>
                <a:gd name="connsiteY1-64" fmla="*/ 5186 h 714030"/>
                <a:gd name="connsiteX2-65" fmla="*/ 5189970 w 5193674"/>
                <a:gd name="connsiteY2-66" fmla="*/ 362816 h 714030"/>
                <a:gd name="connsiteX3-67" fmla="*/ 1170420 w 5193674"/>
                <a:gd name="connsiteY3-68" fmla="*/ 682346 h 714030"/>
                <a:gd name="connsiteX4-69" fmla="*/ 107430 w 5193674"/>
                <a:gd name="connsiteY4-70" fmla="*/ 187556 h 714030"/>
                <a:gd name="connsiteX0-71" fmla="*/ 89779 w 5176023"/>
                <a:gd name="connsiteY0-72" fmla="*/ 218381 h 744855"/>
                <a:gd name="connsiteX1-73" fmla="*/ 3286369 w 5176023"/>
                <a:gd name="connsiteY1-74" fmla="*/ 36011 h 744855"/>
                <a:gd name="connsiteX2-75" fmla="*/ 5172319 w 5176023"/>
                <a:gd name="connsiteY2-76" fmla="*/ 393641 h 744855"/>
                <a:gd name="connsiteX3-77" fmla="*/ 1152769 w 5176023"/>
                <a:gd name="connsiteY3-78" fmla="*/ 713171 h 744855"/>
                <a:gd name="connsiteX4-79" fmla="*/ 89779 w 5176023"/>
                <a:gd name="connsiteY4-80" fmla="*/ 218381 h 744855"/>
                <a:gd name="connsiteX0-81" fmla="*/ 86611 w 5210975"/>
                <a:gd name="connsiteY0-82" fmla="*/ 245965 h 723357"/>
                <a:gd name="connsiteX1-83" fmla="*/ 3321301 w 5210975"/>
                <a:gd name="connsiteY1-84" fmla="*/ 17875 h 723357"/>
                <a:gd name="connsiteX2-85" fmla="*/ 5207251 w 5210975"/>
                <a:gd name="connsiteY2-86" fmla="*/ 375505 h 723357"/>
                <a:gd name="connsiteX3-87" fmla="*/ 1187701 w 5210975"/>
                <a:gd name="connsiteY3-88" fmla="*/ 695035 h 723357"/>
                <a:gd name="connsiteX4-89" fmla="*/ 86611 w 5210975"/>
                <a:gd name="connsiteY4-90" fmla="*/ 245965 h 723357"/>
                <a:gd name="connsiteX0-91" fmla="*/ 43224 w 5167588"/>
                <a:gd name="connsiteY0-92" fmla="*/ 255515 h 732907"/>
                <a:gd name="connsiteX1-93" fmla="*/ 3277914 w 5167588"/>
                <a:gd name="connsiteY1-94" fmla="*/ 27425 h 732907"/>
                <a:gd name="connsiteX2-95" fmla="*/ 5163864 w 5167588"/>
                <a:gd name="connsiteY2-96" fmla="*/ 385055 h 732907"/>
                <a:gd name="connsiteX3-97" fmla="*/ 1144314 w 5167588"/>
                <a:gd name="connsiteY3-98" fmla="*/ 704585 h 732907"/>
                <a:gd name="connsiteX4-99" fmla="*/ 43224 w 5167588"/>
                <a:gd name="connsiteY4-100" fmla="*/ 255515 h 732907"/>
                <a:gd name="connsiteX0-101" fmla="*/ 28682 w 5153046"/>
                <a:gd name="connsiteY0-102" fmla="*/ 257665 h 735057"/>
                <a:gd name="connsiteX1-103" fmla="*/ 3263372 w 5153046"/>
                <a:gd name="connsiteY1-104" fmla="*/ 29575 h 735057"/>
                <a:gd name="connsiteX2-105" fmla="*/ 5149322 w 5153046"/>
                <a:gd name="connsiteY2-106" fmla="*/ 387205 h 735057"/>
                <a:gd name="connsiteX3-107" fmla="*/ 1129772 w 5153046"/>
                <a:gd name="connsiteY3-108" fmla="*/ 706735 h 735057"/>
                <a:gd name="connsiteX4-109" fmla="*/ 28682 w 5153046"/>
                <a:gd name="connsiteY4-110" fmla="*/ 257665 h 735057"/>
                <a:gd name="connsiteX0-111" fmla="*/ 45765 w 5170129"/>
                <a:gd name="connsiteY0-112" fmla="*/ 259882 h 737274"/>
                <a:gd name="connsiteX1-113" fmla="*/ 3280455 w 5170129"/>
                <a:gd name="connsiteY1-114" fmla="*/ 31792 h 737274"/>
                <a:gd name="connsiteX2-115" fmla="*/ 5166405 w 5170129"/>
                <a:gd name="connsiteY2-116" fmla="*/ 389422 h 737274"/>
                <a:gd name="connsiteX3-117" fmla="*/ 1146855 w 5170129"/>
                <a:gd name="connsiteY3-118" fmla="*/ 708952 h 737274"/>
                <a:gd name="connsiteX4-119" fmla="*/ 45765 w 5170129"/>
                <a:gd name="connsiteY4-120" fmla="*/ 259882 h 737274"/>
                <a:gd name="connsiteX0-121" fmla="*/ 72525 w 5196889"/>
                <a:gd name="connsiteY0-122" fmla="*/ 266896 h 744288"/>
                <a:gd name="connsiteX1-123" fmla="*/ 3307215 w 5196889"/>
                <a:gd name="connsiteY1-124" fmla="*/ 38806 h 744288"/>
                <a:gd name="connsiteX2-125" fmla="*/ 5193165 w 5196889"/>
                <a:gd name="connsiteY2-126" fmla="*/ 396436 h 744288"/>
                <a:gd name="connsiteX3-127" fmla="*/ 1173615 w 5196889"/>
                <a:gd name="connsiteY3-128" fmla="*/ 715966 h 744288"/>
                <a:gd name="connsiteX4-129" fmla="*/ 72525 w 5196889"/>
                <a:gd name="connsiteY4-130" fmla="*/ 266896 h 74428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5196889" h="744288">
                  <a:moveTo>
                    <a:pt x="72525" y="266896"/>
                  </a:moveTo>
                  <a:cubicBezTo>
                    <a:pt x="344305" y="-112664"/>
                    <a:pt x="2453775" y="17216"/>
                    <a:pt x="3307215" y="38806"/>
                  </a:cubicBezTo>
                  <a:cubicBezTo>
                    <a:pt x="4160655" y="60396"/>
                    <a:pt x="5269365" y="25480"/>
                    <a:pt x="5193165" y="396436"/>
                  </a:cubicBezTo>
                  <a:cubicBezTo>
                    <a:pt x="5155065" y="851212"/>
                    <a:pt x="2027055" y="737556"/>
                    <a:pt x="1173615" y="715966"/>
                  </a:cubicBezTo>
                  <a:cubicBezTo>
                    <a:pt x="320175" y="694376"/>
                    <a:pt x="-199255" y="646456"/>
                    <a:pt x="72525" y="266896"/>
                  </a:cubicBezTo>
                  <a:close/>
                </a:path>
              </a:pathLst>
            </a:custGeom>
            <a:solidFill>
              <a:srgbClr val="B0C0F4"/>
            </a:solidFill>
            <a:ln w="66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167" name="椭圆 166"/>
            <p:cNvSpPr/>
            <p:nvPr/>
          </p:nvSpPr>
          <p:spPr>
            <a:xfrm>
              <a:off x="1544273" y="1974450"/>
              <a:ext cx="616350" cy="616350"/>
            </a:xfrm>
            <a:prstGeom prst="ellipse">
              <a:avLst/>
            </a:prstGeom>
            <a:solidFill>
              <a:srgbClr val="6887EA"/>
            </a:solidFill>
            <a:ln w="66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168" name="文本框 167"/>
            <p:cNvSpPr txBox="1"/>
            <p:nvPr/>
          </p:nvSpPr>
          <p:spPr>
            <a:xfrm>
              <a:off x="2557990" y="2111161"/>
              <a:ext cx="269250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solidFill>
                    <a:schemeClr val="bg1"/>
                  </a:solidFill>
                </a:rPr>
                <a:t>单击此处添加标题文本</a:t>
              </a:r>
              <a:endParaRPr lang="zh-CN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169" name="文本框 168"/>
            <p:cNvSpPr txBox="1"/>
            <p:nvPr/>
          </p:nvSpPr>
          <p:spPr>
            <a:xfrm>
              <a:off x="1601045" y="2050707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solidFill>
                    <a:schemeClr val="bg1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rPr>
                <a:t>04</a:t>
              </a:r>
              <a:endParaRPr lang="zh-CN" altLang="en-US" sz="2400" dirty="0">
                <a:solidFill>
                  <a:schemeClr val="bg1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</a:endParaRPr>
            </a:p>
          </p:txBody>
        </p:sp>
      </p:grpSp>
      <p:sp>
        <p:nvSpPr>
          <p:cNvPr id="5" name="稻壳儿小白白(http://dwz.cn/Wu2UP)"/>
          <p:cNvSpPr>
            <a:spLocks noChangeArrowheads="1"/>
          </p:cNvSpPr>
          <p:nvPr/>
        </p:nvSpPr>
        <p:spPr bwMode="auto">
          <a:xfrm flipV="1">
            <a:off x="2146223" y="1296988"/>
            <a:ext cx="862013" cy="862012"/>
          </a:xfrm>
          <a:prstGeom prst="ellipse">
            <a:avLst/>
          </a:prstGeom>
          <a:solidFill>
            <a:srgbClr val="B0C0F4"/>
          </a:solidFill>
          <a:ln w="663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ru-RU" altLang="en-US">
              <a:cs typeface="+mn-ea"/>
              <a:sym typeface="+mn-lt"/>
            </a:endParaRPr>
          </a:p>
        </p:txBody>
      </p:sp>
      <p:sp>
        <p:nvSpPr>
          <p:cNvPr id="16" name="稻壳儿小白白(http://dwz.cn/Wu2UP)"/>
          <p:cNvSpPr/>
          <p:nvPr/>
        </p:nvSpPr>
        <p:spPr bwMode="auto">
          <a:xfrm>
            <a:off x="2428798" y="1552575"/>
            <a:ext cx="277813" cy="339725"/>
          </a:xfrm>
          <a:custGeom>
            <a:avLst/>
            <a:gdLst>
              <a:gd name="T0" fmla="*/ 114170426 w 337"/>
              <a:gd name="T1" fmla="*/ 0 h 409"/>
              <a:gd name="T2" fmla="*/ 114170426 w 337"/>
              <a:gd name="T3" fmla="*/ 0 h 409"/>
              <a:gd name="T4" fmla="*/ 0 w 337"/>
              <a:gd name="T5" fmla="*/ 42776278 h 409"/>
              <a:gd name="T6" fmla="*/ 23785574 w 337"/>
              <a:gd name="T7" fmla="*/ 250446267 h 409"/>
              <a:gd name="T8" fmla="*/ 114170426 w 337"/>
              <a:gd name="T9" fmla="*/ 281493311 h 409"/>
              <a:gd name="T10" fmla="*/ 204556103 w 337"/>
              <a:gd name="T11" fmla="*/ 250446267 h 409"/>
              <a:gd name="T12" fmla="*/ 228341677 w 337"/>
              <a:gd name="T13" fmla="*/ 42776278 h 409"/>
              <a:gd name="T14" fmla="*/ 114170426 w 337"/>
              <a:gd name="T15" fmla="*/ 0 h 409"/>
              <a:gd name="T16" fmla="*/ 114170426 w 337"/>
              <a:gd name="T17" fmla="*/ 73823322 h 409"/>
              <a:gd name="T18" fmla="*/ 114170426 w 337"/>
              <a:gd name="T19" fmla="*/ 73823322 h 409"/>
              <a:gd name="T20" fmla="*/ 23785574 w 337"/>
              <a:gd name="T21" fmla="*/ 48985189 h 409"/>
              <a:gd name="T22" fmla="*/ 114170426 w 337"/>
              <a:gd name="T23" fmla="*/ 24837303 h 409"/>
              <a:gd name="T24" fmla="*/ 204556103 w 337"/>
              <a:gd name="T25" fmla="*/ 48985189 h 409"/>
              <a:gd name="T26" fmla="*/ 114170426 w 337"/>
              <a:gd name="T27" fmla="*/ 73823322 h 409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337" h="409">
                <a:moveTo>
                  <a:pt x="168" y="0"/>
                </a:moveTo>
                <a:lnTo>
                  <a:pt x="168" y="0"/>
                </a:lnTo>
                <a:cubicBezTo>
                  <a:pt x="62" y="0"/>
                  <a:pt x="0" y="36"/>
                  <a:pt x="0" y="62"/>
                </a:cubicBezTo>
                <a:cubicBezTo>
                  <a:pt x="35" y="363"/>
                  <a:pt x="35" y="363"/>
                  <a:pt x="35" y="363"/>
                </a:cubicBezTo>
                <a:cubicBezTo>
                  <a:pt x="35" y="372"/>
                  <a:pt x="88" y="408"/>
                  <a:pt x="168" y="408"/>
                </a:cubicBezTo>
                <a:cubicBezTo>
                  <a:pt x="248" y="408"/>
                  <a:pt x="301" y="372"/>
                  <a:pt x="301" y="363"/>
                </a:cubicBezTo>
                <a:cubicBezTo>
                  <a:pt x="336" y="62"/>
                  <a:pt x="336" y="62"/>
                  <a:pt x="336" y="62"/>
                </a:cubicBezTo>
                <a:cubicBezTo>
                  <a:pt x="336" y="36"/>
                  <a:pt x="274" y="0"/>
                  <a:pt x="168" y="0"/>
                </a:cubicBezTo>
                <a:close/>
                <a:moveTo>
                  <a:pt x="168" y="107"/>
                </a:moveTo>
                <a:lnTo>
                  <a:pt x="168" y="107"/>
                </a:lnTo>
                <a:cubicBezTo>
                  <a:pt x="88" y="107"/>
                  <a:pt x="35" y="80"/>
                  <a:pt x="35" y="71"/>
                </a:cubicBezTo>
                <a:cubicBezTo>
                  <a:pt x="35" y="62"/>
                  <a:pt x="88" y="36"/>
                  <a:pt x="168" y="36"/>
                </a:cubicBezTo>
                <a:cubicBezTo>
                  <a:pt x="248" y="36"/>
                  <a:pt x="301" y="62"/>
                  <a:pt x="301" y="71"/>
                </a:cubicBezTo>
                <a:cubicBezTo>
                  <a:pt x="301" y="80"/>
                  <a:pt x="248" y="107"/>
                  <a:pt x="168" y="10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wrap="none" anchor="ctr"/>
          <a:lstStyle/>
          <a:p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" name="稻壳儿小白白(http://dwz.cn/Wu2UP)"/>
          <p:cNvSpPr>
            <a:spLocks noChangeArrowheads="1"/>
          </p:cNvSpPr>
          <p:nvPr/>
        </p:nvSpPr>
        <p:spPr bwMode="auto">
          <a:xfrm flipV="1">
            <a:off x="2146223" y="3845369"/>
            <a:ext cx="862013" cy="862012"/>
          </a:xfrm>
          <a:prstGeom prst="ellipse">
            <a:avLst/>
          </a:prstGeom>
          <a:solidFill>
            <a:srgbClr val="6887EA"/>
          </a:solidFill>
          <a:ln w="663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ru-RU" altLang="en-US">
              <a:cs typeface="+mn-ea"/>
              <a:sym typeface="+mn-lt"/>
            </a:endParaRPr>
          </a:p>
        </p:txBody>
      </p:sp>
      <p:sp>
        <p:nvSpPr>
          <p:cNvPr id="12" name="稻壳儿小白白(http://dwz.cn/Wu2UP)"/>
          <p:cNvSpPr/>
          <p:nvPr/>
        </p:nvSpPr>
        <p:spPr bwMode="auto">
          <a:xfrm>
            <a:off x="2392286" y="4137469"/>
            <a:ext cx="369887" cy="311150"/>
          </a:xfrm>
          <a:custGeom>
            <a:avLst/>
            <a:gdLst>
              <a:gd name="T0" fmla="*/ 301204649 w 444"/>
              <a:gd name="T1" fmla="*/ 148218346 h 373"/>
              <a:gd name="T2" fmla="*/ 301204649 w 444"/>
              <a:gd name="T3" fmla="*/ 148218346 h 373"/>
              <a:gd name="T4" fmla="*/ 245683277 w 444"/>
              <a:gd name="T5" fmla="*/ 18788288 h 373"/>
              <a:gd name="T6" fmla="*/ 221392365 w 444"/>
              <a:gd name="T7" fmla="*/ 0 h 373"/>
              <a:gd name="T8" fmla="*/ 86058709 w 444"/>
              <a:gd name="T9" fmla="*/ 0 h 373"/>
              <a:gd name="T10" fmla="*/ 55521372 w 444"/>
              <a:gd name="T11" fmla="*/ 18788288 h 373"/>
              <a:gd name="T12" fmla="*/ 6246425 w 444"/>
              <a:gd name="T13" fmla="*/ 148218346 h 373"/>
              <a:gd name="T14" fmla="*/ 0 w 444"/>
              <a:gd name="T15" fmla="*/ 178836174 h 373"/>
              <a:gd name="T16" fmla="*/ 12492017 w 444"/>
              <a:gd name="T17" fmla="*/ 240071828 h 373"/>
              <a:gd name="T18" fmla="*/ 31231292 w 444"/>
              <a:gd name="T19" fmla="*/ 258860116 h 373"/>
              <a:gd name="T20" fmla="*/ 276913737 w 444"/>
              <a:gd name="T21" fmla="*/ 258860116 h 373"/>
              <a:gd name="T22" fmla="*/ 294959057 w 444"/>
              <a:gd name="T23" fmla="*/ 240071828 h 373"/>
              <a:gd name="T24" fmla="*/ 307451074 w 444"/>
              <a:gd name="T25" fmla="*/ 178836174 h 373"/>
              <a:gd name="T26" fmla="*/ 301204649 w 444"/>
              <a:gd name="T27" fmla="*/ 148218346 h 373"/>
              <a:gd name="T28" fmla="*/ 276913737 w 444"/>
              <a:gd name="T29" fmla="*/ 191361421 h 373"/>
              <a:gd name="T30" fmla="*/ 276913737 w 444"/>
              <a:gd name="T31" fmla="*/ 191361421 h 373"/>
              <a:gd name="T32" fmla="*/ 276913737 w 444"/>
              <a:gd name="T33" fmla="*/ 215717042 h 373"/>
              <a:gd name="T34" fmla="*/ 258175294 w 444"/>
              <a:gd name="T35" fmla="*/ 234504496 h 373"/>
              <a:gd name="T36" fmla="*/ 49275780 w 444"/>
              <a:gd name="T37" fmla="*/ 234504496 h 373"/>
              <a:gd name="T38" fmla="*/ 31231292 w 444"/>
              <a:gd name="T39" fmla="*/ 215717042 h 373"/>
              <a:gd name="T40" fmla="*/ 24290912 w 444"/>
              <a:gd name="T41" fmla="*/ 191361421 h 373"/>
              <a:gd name="T42" fmla="*/ 43029355 w 444"/>
              <a:gd name="T43" fmla="*/ 172573133 h 373"/>
              <a:gd name="T44" fmla="*/ 264421720 w 444"/>
              <a:gd name="T45" fmla="*/ 172573133 h 373"/>
              <a:gd name="T46" fmla="*/ 276913737 w 444"/>
              <a:gd name="T47" fmla="*/ 191361421 h 373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0" t="0" r="r" b="b"/>
            <a:pathLst>
              <a:path w="444" h="373">
                <a:moveTo>
                  <a:pt x="434" y="213"/>
                </a:moveTo>
                <a:lnTo>
                  <a:pt x="434" y="213"/>
                </a:lnTo>
                <a:cubicBezTo>
                  <a:pt x="354" y="27"/>
                  <a:pt x="354" y="27"/>
                  <a:pt x="354" y="27"/>
                </a:cubicBezTo>
                <a:cubicBezTo>
                  <a:pt x="354" y="9"/>
                  <a:pt x="337" y="0"/>
                  <a:pt x="319" y="0"/>
                </a:cubicBezTo>
                <a:cubicBezTo>
                  <a:pt x="124" y="0"/>
                  <a:pt x="124" y="0"/>
                  <a:pt x="124" y="0"/>
                </a:cubicBezTo>
                <a:cubicBezTo>
                  <a:pt x="106" y="0"/>
                  <a:pt x="89" y="9"/>
                  <a:pt x="80" y="27"/>
                </a:cubicBezTo>
                <a:cubicBezTo>
                  <a:pt x="9" y="213"/>
                  <a:pt x="9" y="213"/>
                  <a:pt x="9" y="213"/>
                </a:cubicBezTo>
                <a:cubicBezTo>
                  <a:pt x="0" y="222"/>
                  <a:pt x="0" y="248"/>
                  <a:pt x="0" y="257"/>
                </a:cubicBezTo>
                <a:cubicBezTo>
                  <a:pt x="18" y="345"/>
                  <a:pt x="18" y="345"/>
                  <a:pt x="18" y="345"/>
                </a:cubicBezTo>
                <a:cubicBezTo>
                  <a:pt x="18" y="363"/>
                  <a:pt x="35" y="372"/>
                  <a:pt x="45" y="372"/>
                </a:cubicBezTo>
                <a:cubicBezTo>
                  <a:pt x="399" y="372"/>
                  <a:pt x="399" y="372"/>
                  <a:pt x="399" y="372"/>
                </a:cubicBezTo>
                <a:cubicBezTo>
                  <a:pt x="408" y="372"/>
                  <a:pt x="425" y="363"/>
                  <a:pt x="425" y="345"/>
                </a:cubicBezTo>
                <a:cubicBezTo>
                  <a:pt x="443" y="257"/>
                  <a:pt x="443" y="257"/>
                  <a:pt x="443" y="257"/>
                </a:cubicBezTo>
                <a:cubicBezTo>
                  <a:pt x="443" y="248"/>
                  <a:pt x="443" y="222"/>
                  <a:pt x="434" y="213"/>
                </a:cubicBezTo>
                <a:close/>
                <a:moveTo>
                  <a:pt x="399" y="275"/>
                </a:moveTo>
                <a:lnTo>
                  <a:pt x="399" y="275"/>
                </a:lnTo>
                <a:cubicBezTo>
                  <a:pt x="399" y="310"/>
                  <a:pt x="399" y="310"/>
                  <a:pt x="399" y="310"/>
                </a:cubicBezTo>
                <a:cubicBezTo>
                  <a:pt x="399" y="328"/>
                  <a:pt x="381" y="337"/>
                  <a:pt x="372" y="337"/>
                </a:cubicBezTo>
                <a:cubicBezTo>
                  <a:pt x="71" y="337"/>
                  <a:pt x="71" y="337"/>
                  <a:pt x="71" y="337"/>
                </a:cubicBezTo>
                <a:cubicBezTo>
                  <a:pt x="62" y="337"/>
                  <a:pt x="45" y="328"/>
                  <a:pt x="45" y="310"/>
                </a:cubicBezTo>
                <a:cubicBezTo>
                  <a:pt x="35" y="275"/>
                  <a:pt x="35" y="275"/>
                  <a:pt x="35" y="275"/>
                </a:cubicBezTo>
                <a:cubicBezTo>
                  <a:pt x="35" y="266"/>
                  <a:pt x="45" y="248"/>
                  <a:pt x="62" y="248"/>
                </a:cubicBezTo>
                <a:cubicBezTo>
                  <a:pt x="381" y="248"/>
                  <a:pt x="381" y="248"/>
                  <a:pt x="381" y="248"/>
                </a:cubicBezTo>
                <a:cubicBezTo>
                  <a:pt x="399" y="248"/>
                  <a:pt x="408" y="266"/>
                  <a:pt x="399" y="27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wrap="none" anchor="ctr"/>
          <a:lstStyle/>
          <a:p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" name="稻壳儿小白白(http://dwz.cn/Wu2UP)"/>
          <p:cNvSpPr>
            <a:spLocks noChangeArrowheads="1"/>
          </p:cNvSpPr>
          <p:nvPr/>
        </p:nvSpPr>
        <p:spPr bwMode="auto">
          <a:xfrm flipV="1">
            <a:off x="5662539" y="1296988"/>
            <a:ext cx="862013" cy="862012"/>
          </a:xfrm>
          <a:prstGeom prst="ellipse">
            <a:avLst/>
          </a:prstGeom>
          <a:solidFill>
            <a:srgbClr val="6887EA"/>
          </a:solidFill>
          <a:ln w="663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ru-RU" altLang="en-US">
              <a:cs typeface="+mn-ea"/>
              <a:sym typeface="+mn-lt"/>
            </a:endParaRPr>
          </a:p>
        </p:txBody>
      </p:sp>
      <p:sp>
        <p:nvSpPr>
          <p:cNvPr id="14" name="稻壳儿小白白(http://dwz.cn/Wu2UP)"/>
          <p:cNvSpPr/>
          <p:nvPr/>
        </p:nvSpPr>
        <p:spPr bwMode="auto">
          <a:xfrm>
            <a:off x="5880027" y="1516063"/>
            <a:ext cx="428625" cy="412750"/>
          </a:xfrm>
          <a:custGeom>
            <a:avLst/>
            <a:gdLst>
              <a:gd name="T0" fmla="*/ 54722512 w 515"/>
              <a:gd name="T1" fmla="*/ 231497219 h 498"/>
              <a:gd name="T2" fmla="*/ 54722512 w 515"/>
              <a:gd name="T3" fmla="*/ 231497219 h 498"/>
              <a:gd name="T4" fmla="*/ 12468410 w 515"/>
              <a:gd name="T5" fmla="*/ 322859183 h 498"/>
              <a:gd name="T6" fmla="*/ 117065394 w 515"/>
              <a:gd name="T7" fmla="*/ 298129822 h 498"/>
              <a:gd name="T8" fmla="*/ 110830773 w 515"/>
              <a:gd name="T9" fmla="*/ 237679352 h 498"/>
              <a:gd name="T10" fmla="*/ 54722512 w 515"/>
              <a:gd name="T11" fmla="*/ 231497219 h 498"/>
              <a:gd name="T12" fmla="*/ 343575813 w 515"/>
              <a:gd name="T13" fmla="*/ 12365095 h 498"/>
              <a:gd name="T14" fmla="*/ 343575813 w 515"/>
              <a:gd name="T15" fmla="*/ 12365095 h 498"/>
              <a:gd name="T16" fmla="*/ 135075135 w 515"/>
              <a:gd name="T17" fmla="*/ 158681655 h 498"/>
              <a:gd name="T18" fmla="*/ 97669905 w 515"/>
              <a:gd name="T19" fmla="*/ 201271984 h 498"/>
              <a:gd name="T20" fmla="*/ 103903694 w 515"/>
              <a:gd name="T21" fmla="*/ 206767030 h 498"/>
              <a:gd name="T22" fmla="*/ 128840514 w 515"/>
              <a:gd name="T23" fmla="*/ 225314258 h 498"/>
              <a:gd name="T24" fmla="*/ 141308924 w 515"/>
              <a:gd name="T25" fmla="*/ 243175226 h 498"/>
              <a:gd name="T26" fmla="*/ 147543545 w 515"/>
              <a:gd name="T27" fmla="*/ 249357359 h 498"/>
              <a:gd name="T28" fmla="*/ 190490105 w 515"/>
              <a:gd name="T29" fmla="*/ 212949991 h 498"/>
              <a:gd name="T30" fmla="*/ 343575813 w 515"/>
              <a:gd name="T31" fmla="*/ 12365095 h 498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515" h="498">
                <a:moveTo>
                  <a:pt x="79" y="337"/>
                </a:moveTo>
                <a:lnTo>
                  <a:pt x="79" y="337"/>
                </a:lnTo>
                <a:cubicBezTo>
                  <a:pt x="44" y="372"/>
                  <a:pt x="71" y="416"/>
                  <a:pt x="18" y="470"/>
                </a:cubicBezTo>
                <a:cubicBezTo>
                  <a:pt x="0" y="497"/>
                  <a:pt x="116" y="487"/>
                  <a:pt x="169" y="434"/>
                </a:cubicBezTo>
                <a:cubicBezTo>
                  <a:pt x="195" y="407"/>
                  <a:pt x="186" y="372"/>
                  <a:pt x="160" y="346"/>
                </a:cubicBezTo>
                <a:cubicBezTo>
                  <a:pt x="132" y="319"/>
                  <a:pt x="97" y="319"/>
                  <a:pt x="79" y="337"/>
                </a:cubicBezTo>
                <a:close/>
                <a:moveTo>
                  <a:pt x="496" y="18"/>
                </a:moveTo>
                <a:lnTo>
                  <a:pt x="496" y="18"/>
                </a:lnTo>
                <a:cubicBezTo>
                  <a:pt x="479" y="0"/>
                  <a:pt x="257" y="168"/>
                  <a:pt x="195" y="231"/>
                </a:cubicBezTo>
                <a:cubicBezTo>
                  <a:pt x="169" y="266"/>
                  <a:pt x="160" y="284"/>
                  <a:pt x="141" y="293"/>
                </a:cubicBezTo>
                <a:cubicBezTo>
                  <a:pt x="141" y="301"/>
                  <a:pt x="150" y="301"/>
                  <a:pt x="150" y="301"/>
                </a:cubicBezTo>
                <a:cubicBezTo>
                  <a:pt x="160" y="310"/>
                  <a:pt x="169" y="310"/>
                  <a:pt x="186" y="328"/>
                </a:cubicBezTo>
                <a:cubicBezTo>
                  <a:pt x="195" y="337"/>
                  <a:pt x="204" y="346"/>
                  <a:pt x="204" y="354"/>
                </a:cubicBezTo>
                <a:cubicBezTo>
                  <a:pt x="204" y="363"/>
                  <a:pt x="213" y="363"/>
                  <a:pt x="213" y="363"/>
                </a:cubicBezTo>
                <a:cubicBezTo>
                  <a:pt x="230" y="354"/>
                  <a:pt x="248" y="337"/>
                  <a:pt x="275" y="310"/>
                </a:cubicBezTo>
                <a:cubicBezTo>
                  <a:pt x="336" y="248"/>
                  <a:pt x="514" y="35"/>
                  <a:pt x="496" y="1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wrap="none" anchor="ctr"/>
          <a:lstStyle/>
          <a:p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稻壳儿小白白(http://dwz.cn/Wu2UP)"/>
          <p:cNvSpPr>
            <a:spLocks noChangeArrowheads="1"/>
          </p:cNvSpPr>
          <p:nvPr/>
        </p:nvSpPr>
        <p:spPr bwMode="auto">
          <a:xfrm flipV="1">
            <a:off x="5662539" y="3845369"/>
            <a:ext cx="862013" cy="862012"/>
          </a:xfrm>
          <a:prstGeom prst="ellipse">
            <a:avLst/>
          </a:prstGeom>
          <a:solidFill>
            <a:srgbClr val="B0C0F4"/>
          </a:solidFill>
          <a:ln w="663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ru-RU" altLang="en-US">
              <a:cs typeface="+mn-ea"/>
              <a:sym typeface="+mn-lt"/>
            </a:endParaRPr>
          </a:p>
        </p:txBody>
      </p:sp>
      <p:sp>
        <p:nvSpPr>
          <p:cNvPr id="13" name="稻壳儿小白白(http://dwz.cn/Wu2UP)"/>
          <p:cNvSpPr/>
          <p:nvPr/>
        </p:nvSpPr>
        <p:spPr bwMode="auto">
          <a:xfrm>
            <a:off x="5880027" y="4118419"/>
            <a:ext cx="376237" cy="384175"/>
          </a:xfrm>
          <a:custGeom>
            <a:avLst/>
            <a:gdLst>
              <a:gd name="T0" fmla="*/ 190536572 w 452"/>
              <a:gd name="T1" fmla="*/ 208133043 h 462"/>
              <a:gd name="T2" fmla="*/ 190536572 w 452"/>
              <a:gd name="T3" fmla="*/ 208133043 h 462"/>
              <a:gd name="T4" fmla="*/ 300701596 w 452"/>
              <a:gd name="T5" fmla="*/ 17978060 h 462"/>
              <a:gd name="T6" fmla="*/ 300701596 w 452"/>
              <a:gd name="T7" fmla="*/ 12446605 h 462"/>
              <a:gd name="T8" fmla="*/ 294466216 w 452"/>
              <a:gd name="T9" fmla="*/ 12446605 h 462"/>
              <a:gd name="T10" fmla="*/ 110165024 w 452"/>
              <a:gd name="T11" fmla="*/ 123081521 h 462"/>
              <a:gd name="T12" fmla="*/ 6235379 w 452"/>
              <a:gd name="T13" fmla="*/ 208133043 h 462"/>
              <a:gd name="T14" fmla="*/ 24249806 w 452"/>
              <a:gd name="T15" fmla="*/ 226802950 h 462"/>
              <a:gd name="T16" fmla="*/ 60972036 w 452"/>
              <a:gd name="T17" fmla="*/ 214356345 h 462"/>
              <a:gd name="T18" fmla="*/ 104622187 w 452"/>
              <a:gd name="T19" fmla="*/ 257227614 h 462"/>
              <a:gd name="T20" fmla="*/ 92150596 w 452"/>
              <a:gd name="T21" fmla="*/ 293875581 h 462"/>
              <a:gd name="T22" fmla="*/ 104622187 w 452"/>
              <a:gd name="T23" fmla="*/ 312545488 h 462"/>
              <a:gd name="T24" fmla="*/ 190536572 w 452"/>
              <a:gd name="T25" fmla="*/ 208133043 h 462"/>
              <a:gd name="T26" fmla="*/ 208550999 w 452"/>
              <a:gd name="T27" fmla="*/ 103720598 h 462"/>
              <a:gd name="T28" fmla="*/ 208550999 w 452"/>
              <a:gd name="T29" fmla="*/ 103720598 h 462"/>
              <a:gd name="T30" fmla="*/ 208550999 w 452"/>
              <a:gd name="T31" fmla="*/ 67072631 h 462"/>
              <a:gd name="T32" fmla="*/ 245272396 w 452"/>
              <a:gd name="T33" fmla="*/ 67072631 h 462"/>
              <a:gd name="T34" fmla="*/ 245272396 w 452"/>
              <a:gd name="T35" fmla="*/ 103720598 h 462"/>
              <a:gd name="T36" fmla="*/ 208550999 w 452"/>
              <a:gd name="T37" fmla="*/ 103720598 h 462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0" t="0" r="r" b="b"/>
            <a:pathLst>
              <a:path w="452" h="462">
                <a:moveTo>
                  <a:pt x="275" y="301"/>
                </a:moveTo>
                <a:lnTo>
                  <a:pt x="275" y="301"/>
                </a:lnTo>
                <a:cubicBezTo>
                  <a:pt x="275" y="301"/>
                  <a:pt x="451" y="169"/>
                  <a:pt x="434" y="26"/>
                </a:cubicBezTo>
                <a:lnTo>
                  <a:pt x="434" y="18"/>
                </a:lnTo>
                <a:cubicBezTo>
                  <a:pt x="425" y="18"/>
                  <a:pt x="425" y="18"/>
                  <a:pt x="425" y="18"/>
                </a:cubicBezTo>
                <a:cubicBezTo>
                  <a:pt x="284" y="0"/>
                  <a:pt x="159" y="178"/>
                  <a:pt x="159" y="178"/>
                </a:cubicBezTo>
                <a:cubicBezTo>
                  <a:pt x="53" y="159"/>
                  <a:pt x="62" y="186"/>
                  <a:pt x="9" y="301"/>
                </a:cubicBezTo>
                <a:cubicBezTo>
                  <a:pt x="0" y="328"/>
                  <a:pt x="18" y="328"/>
                  <a:pt x="35" y="328"/>
                </a:cubicBezTo>
                <a:cubicBezTo>
                  <a:pt x="53" y="319"/>
                  <a:pt x="88" y="310"/>
                  <a:pt x="88" y="310"/>
                </a:cubicBezTo>
                <a:cubicBezTo>
                  <a:pt x="151" y="372"/>
                  <a:pt x="151" y="372"/>
                  <a:pt x="151" y="372"/>
                </a:cubicBezTo>
                <a:cubicBezTo>
                  <a:pt x="151" y="372"/>
                  <a:pt x="141" y="407"/>
                  <a:pt x="133" y="425"/>
                </a:cubicBezTo>
                <a:cubicBezTo>
                  <a:pt x="124" y="443"/>
                  <a:pt x="133" y="461"/>
                  <a:pt x="151" y="452"/>
                </a:cubicBezTo>
                <a:cubicBezTo>
                  <a:pt x="266" y="398"/>
                  <a:pt x="292" y="407"/>
                  <a:pt x="275" y="301"/>
                </a:cubicBezTo>
                <a:close/>
                <a:moveTo>
                  <a:pt x="301" y="150"/>
                </a:moveTo>
                <a:lnTo>
                  <a:pt x="301" y="150"/>
                </a:lnTo>
                <a:cubicBezTo>
                  <a:pt x="284" y="133"/>
                  <a:pt x="284" y="115"/>
                  <a:pt x="301" y="97"/>
                </a:cubicBezTo>
                <a:cubicBezTo>
                  <a:pt x="319" y="80"/>
                  <a:pt x="345" y="80"/>
                  <a:pt x="354" y="97"/>
                </a:cubicBezTo>
                <a:cubicBezTo>
                  <a:pt x="372" y="115"/>
                  <a:pt x="372" y="133"/>
                  <a:pt x="354" y="150"/>
                </a:cubicBezTo>
                <a:cubicBezTo>
                  <a:pt x="345" y="169"/>
                  <a:pt x="319" y="169"/>
                  <a:pt x="301" y="15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wrap="none" anchor="ctr"/>
          <a:lstStyle/>
          <a:p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7" name="稻壳儿小白白(http://dwz.cn/Wu2UP)"/>
          <p:cNvSpPr>
            <a:spLocks noChangeArrowheads="1"/>
          </p:cNvSpPr>
          <p:nvPr/>
        </p:nvSpPr>
        <p:spPr bwMode="auto">
          <a:xfrm flipV="1">
            <a:off x="9158280" y="1296988"/>
            <a:ext cx="860425" cy="862012"/>
          </a:xfrm>
          <a:prstGeom prst="ellipse">
            <a:avLst/>
          </a:prstGeom>
          <a:solidFill>
            <a:srgbClr val="B0C0F4"/>
          </a:solidFill>
          <a:ln w="663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ru-RU" altLang="en-US">
              <a:cs typeface="+mn-ea"/>
              <a:sym typeface="+mn-lt"/>
            </a:endParaRPr>
          </a:p>
        </p:txBody>
      </p:sp>
      <p:sp>
        <p:nvSpPr>
          <p:cNvPr id="15" name="稻壳儿小白白(http://dwz.cn/Wu2UP)"/>
          <p:cNvSpPr/>
          <p:nvPr/>
        </p:nvSpPr>
        <p:spPr bwMode="auto">
          <a:xfrm>
            <a:off x="9382117" y="1552575"/>
            <a:ext cx="412750" cy="376238"/>
          </a:xfrm>
          <a:custGeom>
            <a:avLst/>
            <a:gdLst>
              <a:gd name="T0" fmla="*/ 170356126 w 497"/>
              <a:gd name="T1" fmla="*/ 189844534 h 452"/>
              <a:gd name="T2" fmla="*/ 170356126 w 497"/>
              <a:gd name="T3" fmla="*/ 189844534 h 452"/>
              <a:gd name="T4" fmla="*/ 250361527 w 497"/>
              <a:gd name="T5" fmla="*/ 159359267 h 452"/>
              <a:gd name="T6" fmla="*/ 232429740 w 497"/>
              <a:gd name="T7" fmla="*/ 104622465 h 452"/>
              <a:gd name="T8" fmla="*/ 170356126 w 497"/>
              <a:gd name="T9" fmla="*/ 128873168 h 452"/>
              <a:gd name="T10" fmla="*/ 115869804 w 497"/>
              <a:gd name="T11" fmla="*/ 104622465 h 452"/>
              <a:gd name="T12" fmla="*/ 91730158 w 497"/>
              <a:gd name="T13" fmla="*/ 159359267 h 452"/>
              <a:gd name="T14" fmla="*/ 170356126 w 497"/>
              <a:gd name="T15" fmla="*/ 189844534 h 452"/>
              <a:gd name="T16" fmla="*/ 170356126 w 497"/>
              <a:gd name="T17" fmla="*/ 73443822 h 452"/>
              <a:gd name="T18" fmla="*/ 170356126 w 497"/>
              <a:gd name="T19" fmla="*/ 73443822 h 452"/>
              <a:gd name="T20" fmla="*/ 213117691 w 497"/>
              <a:gd name="T21" fmla="*/ 60972198 h 452"/>
              <a:gd name="T22" fmla="*/ 195875205 w 497"/>
              <a:gd name="T23" fmla="*/ 11779080 h 452"/>
              <a:gd name="T24" fmla="*/ 170356126 w 497"/>
              <a:gd name="T25" fmla="*/ 0 h 452"/>
              <a:gd name="T26" fmla="*/ 146216480 w 497"/>
              <a:gd name="T27" fmla="*/ 11779080 h 452"/>
              <a:gd name="T28" fmla="*/ 128284693 w 497"/>
              <a:gd name="T29" fmla="*/ 60972198 h 452"/>
              <a:gd name="T30" fmla="*/ 170356126 w 497"/>
              <a:gd name="T31" fmla="*/ 73443822 h 452"/>
              <a:gd name="T32" fmla="*/ 323469767 w 497"/>
              <a:gd name="T33" fmla="*/ 208552386 h 452"/>
              <a:gd name="T34" fmla="*/ 323469767 w 497"/>
              <a:gd name="T35" fmla="*/ 208552386 h 452"/>
              <a:gd name="T36" fmla="*/ 256569386 w 497"/>
              <a:gd name="T37" fmla="*/ 184301683 h 452"/>
              <a:gd name="T38" fmla="*/ 262776415 w 497"/>
              <a:gd name="T39" fmla="*/ 202316158 h 452"/>
              <a:gd name="T40" fmla="*/ 170356126 w 497"/>
              <a:gd name="T41" fmla="*/ 239038485 h 452"/>
              <a:gd name="T42" fmla="*/ 79316100 w 497"/>
              <a:gd name="T43" fmla="*/ 202316158 h 452"/>
              <a:gd name="T44" fmla="*/ 85523129 w 497"/>
              <a:gd name="T45" fmla="*/ 184301683 h 452"/>
              <a:gd name="T46" fmla="*/ 17932617 w 497"/>
              <a:gd name="T47" fmla="*/ 208552386 h 452"/>
              <a:gd name="T48" fmla="*/ 17932617 w 497"/>
              <a:gd name="T49" fmla="*/ 239038485 h 452"/>
              <a:gd name="T50" fmla="*/ 140009451 w 497"/>
              <a:gd name="T51" fmla="*/ 300703227 h 452"/>
              <a:gd name="T52" fmla="*/ 201392933 w 497"/>
              <a:gd name="T53" fmla="*/ 300703227 h 452"/>
              <a:gd name="T54" fmla="*/ 323469767 w 497"/>
              <a:gd name="T55" fmla="*/ 239038485 h 452"/>
              <a:gd name="T56" fmla="*/ 323469767 w 497"/>
              <a:gd name="T57" fmla="*/ 208552386 h 452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</a:gdLst>
            <a:ahLst/>
            <a:cxnLst>
              <a:cxn ang="T58">
                <a:pos x="T0" y="T1"/>
              </a:cxn>
              <a:cxn ang="T59">
                <a:pos x="T2" y="T3"/>
              </a:cxn>
              <a:cxn ang="T60">
                <a:pos x="T4" y="T5"/>
              </a:cxn>
              <a:cxn ang="T61">
                <a:pos x="T6" y="T7"/>
              </a:cxn>
              <a:cxn ang="T62">
                <a:pos x="T8" y="T9"/>
              </a:cxn>
              <a:cxn ang="T63">
                <a:pos x="T10" y="T11"/>
              </a:cxn>
              <a:cxn ang="T64">
                <a:pos x="T12" y="T13"/>
              </a:cxn>
              <a:cxn ang="T65">
                <a:pos x="T14" y="T15"/>
              </a:cxn>
              <a:cxn ang="T66">
                <a:pos x="T16" y="T17"/>
              </a:cxn>
              <a:cxn ang="T67">
                <a:pos x="T18" y="T19"/>
              </a:cxn>
              <a:cxn ang="T68">
                <a:pos x="T20" y="T21"/>
              </a:cxn>
              <a:cxn ang="T69">
                <a:pos x="T22" y="T23"/>
              </a:cxn>
              <a:cxn ang="T70">
                <a:pos x="T24" y="T25"/>
              </a:cxn>
              <a:cxn ang="T71">
                <a:pos x="T26" y="T27"/>
              </a:cxn>
              <a:cxn ang="T72">
                <a:pos x="T28" y="T29"/>
              </a:cxn>
              <a:cxn ang="T73">
                <a:pos x="T30" y="T31"/>
              </a:cxn>
              <a:cxn ang="T74">
                <a:pos x="T32" y="T33"/>
              </a:cxn>
              <a:cxn ang="T75">
                <a:pos x="T34" y="T35"/>
              </a:cxn>
              <a:cxn ang="T76">
                <a:pos x="T36" y="T37"/>
              </a:cxn>
              <a:cxn ang="T77">
                <a:pos x="T38" y="T39"/>
              </a:cxn>
              <a:cxn ang="T78">
                <a:pos x="T40" y="T41"/>
              </a:cxn>
              <a:cxn ang="T79">
                <a:pos x="T42" y="T43"/>
              </a:cxn>
              <a:cxn ang="T80">
                <a:pos x="T44" y="T45"/>
              </a:cxn>
              <a:cxn ang="T81">
                <a:pos x="T46" y="T47"/>
              </a:cxn>
              <a:cxn ang="T82">
                <a:pos x="T48" y="T49"/>
              </a:cxn>
              <a:cxn ang="T83">
                <a:pos x="T50" y="T51"/>
              </a:cxn>
              <a:cxn ang="T84">
                <a:pos x="T52" y="T53"/>
              </a:cxn>
              <a:cxn ang="T85">
                <a:pos x="T54" y="T55"/>
              </a:cxn>
              <a:cxn ang="T86">
                <a:pos x="T56" y="T57"/>
              </a:cxn>
            </a:cxnLst>
            <a:rect l="0" t="0" r="r" b="b"/>
            <a:pathLst>
              <a:path w="497" h="452">
                <a:moveTo>
                  <a:pt x="247" y="274"/>
                </a:moveTo>
                <a:lnTo>
                  <a:pt x="247" y="274"/>
                </a:lnTo>
                <a:cubicBezTo>
                  <a:pt x="309" y="274"/>
                  <a:pt x="354" y="257"/>
                  <a:pt x="363" y="230"/>
                </a:cubicBezTo>
                <a:cubicBezTo>
                  <a:pt x="354" y="204"/>
                  <a:pt x="345" y="177"/>
                  <a:pt x="337" y="151"/>
                </a:cubicBezTo>
                <a:cubicBezTo>
                  <a:pt x="328" y="168"/>
                  <a:pt x="292" y="186"/>
                  <a:pt x="247" y="186"/>
                </a:cubicBezTo>
                <a:cubicBezTo>
                  <a:pt x="203" y="186"/>
                  <a:pt x="168" y="168"/>
                  <a:pt x="168" y="151"/>
                </a:cubicBezTo>
                <a:cubicBezTo>
                  <a:pt x="150" y="177"/>
                  <a:pt x="141" y="204"/>
                  <a:pt x="133" y="230"/>
                </a:cubicBezTo>
                <a:cubicBezTo>
                  <a:pt x="141" y="257"/>
                  <a:pt x="186" y="274"/>
                  <a:pt x="247" y="274"/>
                </a:cubicBezTo>
                <a:close/>
                <a:moveTo>
                  <a:pt x="247" y="106"/>
                </a:moveTo>
                <a:lnTo>
                  <a:pt x="247" y="106"/>
                </a:lnTo>
                <a:cubicBezTo>
                  <a:pt x="274" y="106"/>
                  <a:pt x="300" y="97"/>
                  <a:pt x="309" y="88"/>
                </a:cubicBezTo>
                <a:cubicBezTo>
                  <a:pt x="300" y="62"/>
                  <a:pt x="292" y="35"/>
                  <a:pt x="284" y="17"/>
                </a:cubicBezTo>
                <a:cubicBezTo>
                  <a:pt x="284" y="8"/>
                  <a:pt x="265" y="0"/>
                  <a:pt x="247" y="0"/>
                </a:cubicBezTo>
                <a:cubicBezTo>
                  <a:pt x="230" y="0"/>
                  <a:pt x="212" y="8"/>
                  <a:pt x="212" y="17"/>
                </a:cubicBezTo>
                <a:cubicBezTo>
                  <a:pt x="203" y="35"/>
                  <a:pt x="194" y="62"/>
                  <a:pt x="186" y="88"/>
                </a:cubicBezTo>
                <a:cubicBezTo>
                  <a:pt x="194" y="97"/>
                  <a:pt x="221" y="106"/>
                  <a:pt x="247" y="106"/>
                </a:cubicBezTo>
                <a:close/>
                <a:moveTo>
                  <a:pt x="469" y="301"/>
                </a:moveTo>
                <a:lnTo>
                  <a:pt x="469" y="301"/>
                </a:lnTo>
                <a:cubicBezTo>
                  <a:pt x="372" y="266"/>
                  <a:pt x="372" y="266"/>
                  <a:pt x="372" y="266"/>
                </a:cubicBezTo>
                <a:cubicBezTo>
                  <a:pt x="381" y="292"/>
                  <a:pt x="381" y="292"/>
                  <a:pt x="381" y="292"/>
                </a:cubicBezTo>
                <a:cubicBezTo>
                  <a:pt x="381" y="327"/>
                  <a:pt x="319" y="345"/>
                  <a:pt x="247" y="345"/>
                </a:cubicBezTo>
                <a:cubicBezTo>
                  <a:pt x="177" y="345"/>
                  <a:pt x="115" y="327"/>
                  <a:pt x="115" y="292"/>
                </a:cubicBezTo>
                <a:cubicBezTo>
                  <a:pt x="124" y="266"/>
                  <a:pt x="124" y="266"/>
                  <a:pt x="124" y="266"/>
                </a:cubicBezTo>
                <a:cubicBezTo>
                  <a:pt x="26" y="301"/>
                  <a:pt x="26" y="301"/>
                  <a:pt x="26" y="301"/>
                </a:cubicBezTo>
                <a:cubicBezTo>
                  <a:pt x="0" y="310"/>
                  <a:pt x="0" y="327"/>
                  <a:pt x="26" y="345"/>
                </a:cubicBezTo>
                <a:cubicBezTo>
                  <a:pt x="203" y="434"/>
                  <a:pt x="203" y="434"/>
                  <a:pt x="203" y="434"/>
                </a:cubicBezTo>
                <a:cubicBezTo>
                  <a:pt x="230" y="451"/>
                  <a:pt x="265" y="451"/>
                  <a:pt x="292" y="434"/>
                </a:cubicBezTo>
                <a:cubicBezTo>
                  <a:pt x="469" y="345"/>
                  <a:pt x="469" y="345"/>
                  <a:pt x="469" y="345"/>
                </a:cubicBezTo>
                <a:cubicBezTo>
                  <a:pt x="496" y="327"/>
                  <a:pt x="496" y="310"/>
                  <a:pt x="469" y="30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wrap="none" anchor="ctr"/>
          <a:lstStyle/>
          <a:p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" name="稻壳儿小白白(http://dwz.cn/Wu2UP)"/>
          <p:cNvSpPr>
            <a:spLocks noChangeArrowheads="1"/>
          </p:cNvSpPr>
          <p:nvPr/>
        </p:nvSpPr>
        <p:spPr bwMode="auto">
          <a:xfrm flipV="1">
            <a:off x="9158280" y="3845369"/>
            <a:ext cx="860425" cy="862012"/>
          </a:xfrm>
          <a:prstGeom prst="ellipse">
            <a:avLst/>
          </a:prstGeom>
          <a:solidFill>
            <a:srgbClr val="6887EA"/>
          </a:solidFill>
          <a:ln w="663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ru-RU" altLang="en-US">
              <a:cs typeface="+mn-ea"/>
              <a:sym typeface="+mn-lt"/>
            </a:endParaRPr>
          </a:p>
        </p:txBody>
      </p:sp>
      <p:sp>
        <p:nvSpPr>
          <p:cNvPr id="11" name="稻壳儿小白白(http://dwz.cn/Wu2UP)"/>
          <p:cNvSpPr/>
          <p:nvPr/>
        </p:nvSpPr>
        <p:spPr bwMode="auto">
          <a:xfrm>
            <a:off x="9382117" y="4078731"/>
            <a:ext cx="412750" cy="369888"/>
          </a:xfrm>
          <a:custGeom>
            <a:avLst/>
            <a:gdLst>
              <a:gd name="T0" fmla="*/ 305537980 w 497"/>
              <a:gd name="T1" fmla="*/ 48581956 h 444"/>
              <a:gd name="T2" fmla="*/ 305537980 w 497"/>
              <a:gd name="T3" fmla="*/ 48581956 h 444"/>
              <a:gd name="T4" fmla="*/ 293813222 w 497"/>
              <a:gd name="T5" fmla="*/ 48581956 h 444"/>
              <a:gd name="T6" fmla="*/ 293813222 w 497"/>
              <a:gd name="T7" fmla="*/ 307452738 h 444"/>
              <a:gd name="T8" fmla="*/ 305537980 w 497"/>
              <a:gd name="T9" fmla="*/ 307452738 h 444"/>
              <a:gd name="T10" fmla="*/ 342092515 w 497"/>
              <a:gd name="T11" fmla="*/ 276221362 h 444"/>
              <a:gd name="T12" fmla="*/ 342092515 w 497"/>
              <a:gd name="T13" fmla="*/ 86058942 h 444"/>
              <a:gd name="T14" fmla="*/ 305537980 w 497"/>
              <a:gd name="T15" fmla="*/ 48581956 h 444"/>
              <a:gd name="T16" fmla="*/ 0 w 497"/>
              <a:gd name="T17" fmla="*/ 86058942 h 444"/>
              <a:gd name="T18" fmla="*/ 0 w 497"/>
              <a:gd name="T19" fmla="*/ 86058942 h 444"/>
              <a:gd name="T20" fmla="*/ 0 w 497"/>
              <a:gd name="T21" fmla="*/ 276221362 h 444"/>
              <a:gd name="T22" fmla="*/ 36554535 w 497"/>
              <a:gd name="T23" fmla="*/ 307452738 h 444"/>
              <a:gd name="T24" fmla="*/ 48968594 w 497"/>
              <a:gd name="T25" fmla="*/ 307452738 h 444"/>
              <a:gd name="T26" fmla="*/ 48968594 w 497"/>
              <a:gd name="T27" fmla="*/ 48581956 h 444"/>
              <a:gd name="T28" fmla="*/ 36554535 w 497"/>
              <a:gd name="T29" fmla="*/ 48581956 h 444"/>
              <a:gd name="T30" fmla="*/ 0 w 497"/>
              <a:gd name="T31" fmla="*/ 86058942 h 444"/>
              <a:gd name="T32" fmla="*/ 232429740 w 497"/>
              <a:gd name="T33" fmla="*/ 18044536 h 444"/>
              <a:gd name="T34" fmla="*/ 232429740 w 497"/>
              <a:gd name="T35" fmla="*/ 18044536 h 444"/>
              <a:gd name="T36" fmla="*/ 171046258 w 497"/>
              <a:gd name="T37" fmla="*/ 0 h 444"/>
              <a:gd name="T38" fmla="*/ 110352076 w 497"/>
              <a:gd name="T39" fmla="*/ 18044536 h 444"/>
              <a:gd name="T40" fmla="*/ 110352076 w 497"/>
              <a:gd name="T41" fmla="*/ 48581956 h 444"/>
              <a:gd name="T42" fmla="*/ 73798371 w 497"/>
              <a:gd name="T43" fmla="*/ 48581956 h 444"/>
              <a:gd name="T44" fmla="*/ 73798371 w 497"/>
              <a:gd name="T45" fmla="*/ 307452738 h 444"/>
              <a:gd name="T46" fmla="*/ 268983445 w 497"/>
              <a:gd name="T47" fmla="*/ 307452738 h 444"/>
              <a:gd name="T48" fmla="*/ 268983445 w 497"/>
              <a:gd name="T49" fmla="*/ 48581956 h 444"/>
              <a:gd name="T50" fmla="*/ 232429740 w 497"/>
              <a:gd name="T51" fmla="*/ 48581956 h 444"/>
              <a:gd name="T52" fmla="*/ 232429740 w 497"/>
              <a:gd name="T53" fmla="*/ 18044536 h 444"/>
              <a:gd name="T54" fmla="*/ 207599962 w 497"/>
              <a:gd name="T55" fmla="*/ 48581956 h 444"/>
              <a:gd name="T56" fmla="*/ 207599962 w 497"/>
              <a:gd name="T57" fmla="*/ 48581956 h 444"/>
              <a:gd name="T58" fmla="*/ 134491722 w 497"/>
              <a:gd name="T59" fmla="*/ 48581956 h 444"/>
              <a:gd name="T60" fmla="*/ 134491722 w 497"/>
              <a:gd name="T61" fmla="*/ 30537420 h 444"/>
              <a:gd name="T62" fmla="*/ 171046258 w 497"/>
              <a:gd name="T63" fmla="*/ 18044536 h 444"/>
              <a:gd name="T64" fmla="*/ 207599962 w 497"/>
              <a:gd name="T65" fmla="*/ 30537420 h 444"/>
              <a:gd name="T66" fmla="*/ 207599962 w 497"/>
              <a:gd name="T67" fmla="*/ 48581956 h 444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0" t="0" r="r" b="b"/>
            <a:pathLst>
              <a:path w="497" h="444">
                <a:moveTo>
                  <a:pt x="443" y="70"/>
                </a:moveTo>
                <a:lnTo>
                  <a:pt x="443" y="70"/>
                </a:lnTo>
                <a:cubicBezTo>
                  <a:pt x="426" y="70"/>
                  <a:pt x="426" y="70"/>
                  <a:pt x="426" y="70"/>
                </a:cubicBezTo>
                <a:cubicBezTo>
                  <a:pt x="426" y="443"/>
                  <a:pt x="426" y="443"/>
                  <a:pt x="426" y="443"/>
                </a:cubicBezTo>
                <a:cubicBezTo>
                  <a:pt x="443" y="443"/>
                  <a:pt x="443" y="443"/>
                  <a:pt x="443" y="443"/>
                </a:cubicBezTo>
                <a:cubicBezTo>
                  <a:pt x="479" y="443"/>
                  <a:pt x="496" y="425"/>
                  <a:pt x="496" y="398"/>
                </a:cubicBezTo>
                <a:cubicBezTo>
                  <a:pt x="496" y="124"/>
                  <a:pt x="496" y="124"/>
                  <a:pt x="496" y="124"/>
                </a:cubicBezTo>
                <a:cubicBezTo>
                  <a:pt x="496" y="97"/>
                  <a:pt x="479" y="70"/>
                  <a:pt x="443" y="70"/>
                </a:cubicBezTo>
                <a:close/>
                <a:moveTo>
                  <a:pt x="0" y="124"/>
                </a:moveTo>
                <a:lnTo>
                  <a:pt x="0" y="124"/>
                </a:lnTo>
                <a:cubicBezTo>
                  <a:pt x="0" y="398"/>
                  <a:pt x="0" y="398"/>
                  <a:pt x="0" y="398"/>
                </a:cubicBezTo>
                <a:cubicBezTo>
                  <a:pt x="0" y="425"/>
                  <a:pt x="26" y="443"/>
                  <a:pt x="53" y="443"/>
                </a:cubicBezTo>
                <a:cubicBezTo>
                  <a:pt x="71" y="443"/>
                  <a:pt x="71" y="443"/>
                  <a:pt x="71" y="443"/>
                </a:cubicBezTo>
                <a:cubicBezTo>
                  <a:pt x="71" y="70"/>
                  <a:pt x="71" y="70"/>
                  <a:pt x="71" y="70"/>
                </a:cubicBezTo>
                <a:cubicBezTo>
                  <a:pt x="53" y="70"/>
                  <a:pt x="53" y="70"/>
                  <a:pt x="53" y="70"/>
                </a:cubicBezTo>
                <a:cubicBezTo>
                  <a:pt x="26" y="70"/>
                  <a:pt x="0" y="97"/>
                  <a:pt x="0" y="124"/>
                </a:cubicBezTo>
                <a:close/>
                <a:moveTo>
                  <a:pt x="337" y="26"/>
                </a:moveTo>
                <a:lnTo>
                  <a:pt x="337" y="26"/>
                </a:lnTo>
                <a:cubicBezTo>
                  <a:pt x="319" y="17"/>
                  <a:pt x="292" y="0"/>
                  <a:pt x="248" y="0"/>
                </a:cubicBezTo>
                <a:cubicBezTo>
                  <a:pt x="204" y="0"/>
                  <a:pt x="177" y="17"/>
                  <a:pt x="160" y="26"/>
                </a:cubicBezTo>
                <a:cubicBezTo>
                  <a:pt x="160" y="70"/>
                  <a:pt x="160" y="70"/>
                  <a:pt x="160" y="70"/>
                </a:cubicBezTo>
                <a:cubicBezTo>
                  <a:pt x="107" y="70"/>
                  <a:pt x="107" y="70"/>
                  <a:pt x="107" y="70"/>
                </a:cubicBezTo>
                <a:cubicBezTo>
                  <a:pt x="107" y="443"/>
                  <a:pt x="107" y="443"/>
                  <a:pt x="107" y="443"/>
                </a:cubicBezTo>
                <a:cubicBezTo>
                  <a:pt x="390" y="443"/>
                  <a:pt x="390" y="443"/>
                  <a:pt x="390" y="443"/>
                </a:cubicBezTo>
                <a:cubicBezTo>
                  <a:pt x="390" y="70"/>
                  <a:pt x="390" y="70"/>
                  <a:pt x="390" y="70"/>
                </a:cubicBezTo>
                <a:cubicBezTo>
                  <a:pt x="337" y="70"/>
                  <a:pt x="337" y="70"/>
                  <a:pt x="337" y="70"/>
                </a:cubicBezTo>
                <a:lnTo>
                  <a:pt x="337" y="26"/>
                </a:lnTo>
                <a:close/>
                <a:moveTo>
                  <a:pt x="301" y="70"/>
                </a:moveTo>
                <a:lnTo>
                  <a:pt x="301" y="70"/>
                </a:lnTo>
                <a:cubicBezTo>
                  <a:pt x="195" y="70"/>
                  <a:pt x="195" y="70"/>
                  <a:pt x="195" y="70"/>
                </a:cubicBezTo>
                <a:cubicBezTo>
                  <a:pt x="195" y="44"/>
                  <a:pt x="195" y="44"/>
                  <a:pt x="195" y="44"/>
                </a:cubicBezTo>
                <a:cubicBezTo>
                  <a:pt x="204" y="35"/>
                  <a:pt x="222" y="26"/>
                  <a:pt x="248" y="26"/>
                </a:cubicBezTo>
                <a:cubicBezTo>
                  <a:pt x="275" y="26"/>
                  <a:pt x="292" y="35"/>
                  <a:pt x="301" y="44"/>
                </a:cubicBezTo>
                <a:lnTo>
                  <a:pt x="301" y="7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wrap="none" anchor="ctr"/>
          <a:lstStyle/>
          <a:p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348266" y="2264919"/>
            <a:ext cx="2457924" cy="1199688"/>
            <a:chOff x="7128763" y="5077733"/>
            <a:chExt cx="2457924" cy="1199688"/>
          </a:xfrm>
        </p:grpSpPr>
        <p:sp>
          <p:nvSpPr>
            <p:cNvPr id="4" name="文本框 3"/>
            <p:cNvSpPr txBox="1"/>
            <p:nvPr/>
          </p:nvSpPr>
          <p:spPr>
            <a:xfrm>
              <a:off x="7128763" y="5447065"/>
              <a:ext cx="2457924" cy="8303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10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根据自己的需要添加适当的文字，此处添加详细文本描述，建议与标题相关尽量简洁</a:t>
              </a:r>
              <a:r>
                <a:rPr lang="en-US" altLang="zh-CN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... ...</a:t>
              </a:r>
              <a:endPara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7571451" y="5077733"/>
              <a:ext cx="15725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添加标题文本</a:t>
              </a:r>
              <a:endPara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4867038" y="2264919"/>
            <a:ext cx="2457924" cy="1199688"/>
            <a:chOff x="7128763" y="5077733"/>
            <a:chExt cx="2457924" cy="1199688"/>
          </a:xfrm>
        </p:grpSpPr>
        <p:sp>
          <p:nvSpPr>
            <p:cNvPr id="36" name="文本框 35"/>
            <p:cNvSpPr txBox="1"/>
            <p:nvPr/>
          </p:nvSpPr>
          <p:spPr>
            <a:xfrm>
              <a:off x="7128763" y="5447065"/>
              <a:ext cx="2457924" cy="8303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10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根据自己的需要添加适当的文字，此处添加详细文本描述，建议与标题相关尽量简洁</a:t>
              </a:r>
              <a:r>
                <a:rPr lang="en-US" altLang="zh-CN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... ...</a:t>
              </a:r>
              <a:endPara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7571451" y="5077733"/>
              <a:ext cx="15725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添加标题文本</a:t>
              </a:r>
              <a:endPara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8385810" y="2264919"/>
            <a:ext cx="2457924" cy="1199688"/>
            <a:chOff x="7128763" y="5077733"/>
            <a:chExt cx="2457924" cy="1199688"/>
          </a:xfrm>
        </p:grpSpPr>
        <p:sp>
          <p:nvSpPr>
            <p:cNvPr id="39" name="文本框 38"/>
            <p:cNvSpPr txBox="1"/>
            <p:nvPr/>
          </p:nvSpPr>
          <p:spPr>
            <a:xfrm>
              <a:off x="7128763" y="5447065"/>
              <a:ext cx="2457924" cy="8303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10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根据自己的需要添加适当的文字，此处添加详细文本描述，建议与标题相关尽量简洁</a:t>
              </a:r>
              <a:r>
                <a:rPr lang="en-US" altLang="zh-CN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... ...</a:t>
              </a:r>
              <a:endPara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7571451" y="5077733"/>
              <a:ext cx="15725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添加标题文本</a:t>
              </a:r>
              <a:endPara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1348266" y="4845512"/>
            <a:ext cx="2457924" cy="1199688"/>
            <a:chOff x="7128763" y="5077733"/>
            <a:chExt cx="2457924" cy="1199688"/>
          </a:xfrm>
        </p:grpSpPr>
        <p:sp>
          <p:nvSpPr>
            <p:cNvPr id="42" name="文本框 41"/>
            <p:cNvSpPr txBox="1"/>
            <p:nvPr/>
          </p:nvSpPr>
          <p:spPr>
            <a:xfrm>
              <a:off x="7128763" y="5447065"/>
              <a:ext cx="2457924" cy="8303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10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根据自己的需要添加适当的文字，此处添加详细文本描述，建议与标题相关尽量简洁</a:t>
              </a:r>
              <a:r>
                <a:rPr lang="en-US" altLang="zh-CN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... ...</a:t>
              </a:r>
              <a:endPara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7571451" y="5077733"/>
              <a:ext cx="15725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添加标题文本</a:t>
              </a:r>
              <a:endPara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4867038" y="4845512"/>
            <a:ext cx="2457924" cy="1199688"/>
            <a:chOff x="7128763" y="5077733"/>
            <a:chExt cx="2457924" cy="1199688"/>
          </a:xfrm>
        </p:grpSpPr>
        <p:sp>
          <p:nvSpPr>
            <p:cNvPr id="45" name="文本框 44"/>
            <p:cNvSpPr txBox="1"/>
            <p:nvPr/>
          </p:nvSpPr>
          <p:spPr>
            <a:xfrm>
              <a:off x="7128763" y="5447065"/>
              <a:ext cx="2457924" cy="8303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10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根据自己的需要添加适当的文字，此处添加详细文本描述，建议与标题相关尽量简洁</a:t>
              </a:r>
              <a:r>
                <a:rPr lang="en-US" altLang="zh-CN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... ...</a:t>
              </a:r>
              <a:endPara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7571451" y="5077733"/>
              <a:ext cx="15725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添加标题文本</a:t>
              </a:r>
              <a:endPara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8385810" y="4845512"/>
            <a:ext cx="2457924" cy="1199688"/>
            <a:chOff x="7128763" y="5077733"/>
            <a:chExt cx="2457924" cy="1199688"/>
          </a:xfrm>
        </p:grpSpPr>
        <p:sp>
          <p:nvSpPr>
            <p:cNvPr id="48" name="文本框 47"/>
            <p:cNvSpPr txBox="1"/>
            <p:nvPr/>
          </p:nvSpPr>
          <p:spPr>
            <a:xfrm>
              <a:off x="7128763" y="5447065"/>
              <a:ext cx="2457924" cy="8303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10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根据自己的需要添加适当的文字，此处添加详细文本描述，建议与标题相关尽量简洁</a:t>
              </a:r>
              <a:r>
                <a:rPr lang="en-US" altLang="zh-CN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... ...</a:t>
              </a:r>
              <a:endPara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7571451" y="5077733"/>
              <a:ext cx="15725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添加标题文本</a:t>
              </a:r>
              <a:endPara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497555" y="249084"/>
            <a:ext cx="5196889" cy="616350"/>
            <a:chOff x="902835" y="1974450"/>
            <a:chExt cx="5196889" cy="616350"/>
          </a:xfrm>
        </p:grpSpPr>
        <p:sp>
          <p:nvSpPr>
            <p:cNvPr id="166" name="椭圆 2"/>
            <p:cNvSpPr/>
            <p:nvPr/>
          </p:nvSpPr>
          <p:spPr>
            <a:xfrm>
              <a:off x="902835" y="1974450"/>
              <a:ext cx="5196889" cy="597932"/>
            </a:xfrm>
            <a:custGeom>
              <a:avLst/>
              <a:gdLst>
                <a:gd name="connsiteX0" fmla="*/ 0 w 5082540"/>
                <a:gd name="connsiteY0" fmla="*/ 395730 h 791459"/>
                <a:gd name="connsiteX1" fmla="*/ 2541270 w 5082540"/>
                <a:gd name="connsiteY1" fmla="*/ 0 h 791459"/>
                <a:gd name="connsiteX2" fmla="*/ 5082540 w 5082540"/>
                <a:gd name="connsiteY2" fmla="*/ 395730 h 791459"/>
                <a:gd name="connsiteX3" fmla="*/ 2541270 w 5082540"/>
                <a:gd name="connsiteY3" fmla="*/ 791460 h 791459"/>
                <a:gd name="connsiteX4" fmla="*/ 0 w 5082540"/>
                <a:gd name="connsiteY4" fmla="*/ 395730 h 791459"/>
                <a:gd name="connsiteX0-1" fmla="*/ 145828 w 5228368"/>
                <a:gd name="connsiteY0-2" fmla="*/ 395730 h 715260"/>
                <a:gd name="connsiteX1-3" fmla="*/ 2687098 w 5228368"/>
                <a:gd name="connsiteY1-4" fmla="*/ 0 h 715260"/>
                <a:gd name="connsiteX2-5" fmla="*/ 5228368 w 5228368"/>
                <a:gd name="connsiteY2-6" fmla="*/ 395730 h 715260"/>
                <a:gd name="connsiteX3-7" fmla="*/ 1208818 w 5228368"/>
                <a:gd name="connsiteY3-8" fmla="*/ 715260 h 715260"/>
                <a:gd name="connsiteX4-9" fmla="*/ 145828 w 5228368"/>
                <a:gd name="connsiteY4-10" fmla="*/ 395730 h 715260"/>
                <a:gd name="connsiteX0-11" fmla="*/ 220894 w 5303434"/>
                <a:gd name="connsiteY0-12" fmla="*/ 334770 h 654300"/>
                <a:gd name="connsiteX1-13" fmla="*/ 3775624 w 5303434"/>
                <a:gd name="connsiteY1-14" fmla="*/ 0 h 654300"/>
                <a:gd name="connsiteX2-15" fmla="*/ 5303434 w 5303434"/>
                <a:gd name="connsiteY2-16" fmla="*/ 334770 h 654300"/>
                <a:gd name="connsiteX3-17" fmla="*/ 1283884 w 5303434"/>
                <a:gd name="connsiteY3-18" fmla="*/ 654300 h 654300"/>
                <a:gd name="connsiteX4-19" fmla="*/ 220894 w 5303434"/>
                <a:gd name="connsiteY4-20" fmla="*/ 334770 h 654300"/>
                <a:gd name="connsiteX0-21" fmla="*/ 131008 w 5213548"/>
                <a:gd name="connsiteY0-22" fmla="*/ 165594 h 664455"/>
                <a:gd name="connsiteX1-23" fmla="*/ 3685738 w 5213548"/>
                <a:gd name="connsiteY1-24" fmla="*/ 6084 h 664455"/>
                <a:gd name="connsiteX2-25" fmla="*/ 5213548 w 5213548"/>
                <a:gd name="connsiteY2-26" fmla="*/ 340854 h 664455"/>
                <a:gd name="connsiteX3-27" fmla="*/ 1193998 w 5213548"/>
                <a:gd name="connsiteY3-28" fmla="*/ 660384 h 664455"/>
                <a:gd name="connsiteX4-29" fmla="*/ 131008 w 5213548"/>
                <a:gd name="connsiteY4-30" fmla="*/ 165594 h 664455"/>
                <a:gd name="connsiteX0-31" fmla="*/ 106935 w 5189475"/>
                <a:gd name="connsiteY0-32" fmla="*/ 217356 h 716217"/>
                <a:gd name="connsiteX1-33" fmla="*/ 3661665 w 5189475"/>
                <a:gd name="connsiteY1-34" fmla="*/ 57846 h 716217"/>
                <a:gd name="connsiteX2-35" fmla="*/ 5189475 w 5189475"/>
                <a:gd name="connsiteY2-36" fmla="*/ 392616 h 716217"/>
                <a:gd name="connsiteX3-37" fmla="*/ 1169925 w 5189475"/>
                <a:gd name="connsiteY3-38" fmla="*/ 712146 h 716217"/>
                <a:gd name="connsiteX4-39" fmla="*/ 106935 w 5189475"/>
                <a:gd name="connsiteY4-40" fmla="*/ 217356 h 716217"/>
                <a:gd name="connsiteX0-41" fmla="*/ 106935 w 5189475"/>
                <a:gd name="connsiteY0-42" fmla="*/ 217356 h 743830"/>
                <a:gd name="connsiteX1-43" fmla="*/ 3661665 w 5189475"/>
                <a:gd name="connsiteY1-44" fmla="*/ 57846 h 743830"/>
                <a:gd name="connsiteX2-45" fmla="*/ 5189475 w 5189475"/>
                <a:gd name="connsiteY2-46" fmla="*/ 392616 h 743830"/>
                <a:gd name="connsiteX3-47" fmla="*/ 1169925 w 5189475"/>
                <a:gd name="connsiteY3-48" fmla="*/ 712146 h 743830"/>
                <a:gd name="connsiteX4-49" fmla="*/ 106935 w 5189475"/>
                <a:gd name="connsiteY4-50" fmla="*/ 217356 h 743830"/>
                <a:gd name="connsiteX0-51" fmla="*/ 106935 w 5194775"/>
                <a:gd name="connsiteY0-52" fmla="*/ 217356 h 743830"/>
                <a:gd name="connsiteX1-53" fmla="*/ 3661665 w 5194775"/>
                <a:gd name="connsiteY1-54" fmla="*/ 57846 h 743830"/>
                <a:gd name="connsiteX2-55" fmla="*/ 5189475 w 5194775"/>
                <a:gd name="connsiteY2-56" fmla="*/ 392616 h 743830"/>
                <a:gd name="connsiteX3-57" fmla="*/ 1169925 w 5194775"/>
                <a:gd name="connsiteY3-58" fmla="*/ 712146 h 743830"/>
                <a:gd name="connsiteX4-59" fmla="*/ 106935 w 5194775"/>
                <a:gd name="connsiteY4-60" fmla="*/ 217356 h 743830"/>
                <a:gd name="connsiteX0-61" fmla="*/ 107430 w 5193674"/>
                <a:gd name="connsiteY0-62" fmla="*/ 187556 h 714030"/>
                <a:gd name="connsiteX1-63" fmla="*/ 3304020 w 5193674"/>
                <a:gd name="connsiteY1-64" fmla="*/ 5186 h 714030"/>
                <a:gd name="connsiteX2-65" fmla="*/ 5189970 w 5193674"/>
                <a:gd name="connsiteY2-66" fmla="*/ 362816 h 714030"/>
                <a:gd name="connsiteX3-67" fmla="*/ 1170420 w 5193674"/>
                <a:gd name="connsiteY3-68" fmla="*/ 682346 h 714030"/>
                <a:gd name="connsiteX4-69" fmla="*/ 107430 w 5193674"/>
                <a:gd name="connsiteY4-70" fmla="*/ 187556 h 714030"/>
                <a:gd name="connsiteX0-71" fmla="*/ 89779 w 5176023"/>
                <a:gd name="connsiteY0-72" fmla="*/ 218381 h 744855"/>
                <a:gd name="connsiteX1-73" fmla="*/ 3286369 w 5176023"/>
                <a:gd name="connsiteY1-74" fmla="*/ 36011 h 744855"/>
                <a:gd name="connsiteX2-75" fmla="*/ 5172319 w 5176023"/>
                <a:gd name="connsiteY2-76" fmla="*/ 393641 h 744855"/>
                <a:gd name="connsiteX3-77" fmla="*/ 1152769 w 5176023"/>
                <a:gd name="connsiteY3-78" fmla="*/ 713171 h 744855"/>
                <a:gd name="connsiteX4-79" fmla="*/ 89779 w 5176023"/>
                <a:gd name="connsiteY4-80" fmla="*/ 218381 h 744855"/>
                <a:gd name="connsiteX0-81" fmla="*/ 86611 w 5210975"/>
                <a:gd name="connsiteY0-82" fmla="*/ 245965 h 723357"/>
                <a:gd name="connsiteX1-83" fmla="*/ 3321301 w 5210975"/>
                <a:gd name="connsiteY1-84" fmla="*/ 17875 h 723357"/>
                <a:gd name="connsiteX2-85" fmla="*/ 5207251 w 5210975"/>
                <a:gd name="connsiteY2-86" fmla="*/ 375505 h 723357"/>
                <a:gd name="connsiteX3-87" fmla="*/ 1187701 w 5210975"/>
                <a:gd name="connsiteY3-88" fmla="*/ 695035 h 723357"/>
                <a:gd name="connsiteX4-89" fmla="*/ 86611 w 5210975"/>
                <a:gd name="connsiteY4-90" fmla="*/ 245965 h 723357"/>
                <a:gd name="connsiteX0-91" fmla="*/ 43224 w 5167588"/>
                <a:gd name="connsiteY0-92" fmla="*/ 255515 h 732907"/>
                <a:gd name="connsiteX1-93" fmla="*/ 3277914 w 5167588"/>
                <a:gd name="connsiteY1-94" fmla="*/ 27425 h 732907"/>
                <a:gd name="connsiteX2-95" fmla="*/ 5163864 w 5167588"/>
                <a:gd name="connsiteY2-96" fmla="*/ 385055 h 732907"/>
                <a:gd name="connsiteX3-97" fmla="*/ 1144314 w 5167588"/>
                <a:gd name="connsiteY3-98" fmla="*/ 704585 h 732907"/>
                <a:gd name="connsiteX4-99" fmla="*/ 43224 w 5167588"/>
                <a:gd name="connsiteY4-100" fmla="*/ 255515 h 732907"/>
                <a:gd name="connsiteX0-101" fmla="*/ 28682 w 5153046"/>
                <a:gd name="connsiteY0-102" fmla="*/ 257665 h 735057"/>
                <a:gd name="connsiteX1-103" fmla="*/ 3263372 w 5153046"/>
                <a:gd name="connsiteY1-104" fmla="*/ 29575 h 735057"/>
                <a:gd name="connsiteX2-105" fmla="*/ 5149322 w 5153046"/>
                <a:gd name="connsiteY2-106" fmla="*/ 387205 h 735057"/>
                <a:gd name="connsiteX3-107" fmla="*/ 1129772 w 5153046"/>
                <a:gd name="connsiteY3-108" fmla="*/ 706735 h 735057"/>
                <a:gd name="connsiteX4-109" fmla="*/ 28682 w 5153046"/>
                <a:gd name="connsiteY4-110" fmla="*/ 257665 h 735057"/>
                <a:gd name="connsiteX0-111" fmla="*/ 45765 w 5170129"/>
                <a:gd name="connsiteY0-112" fmla="*/ 259882 h 737274"/>
                <a:gd name="connsiteX1-113" fmla="*/ 3280455 w 5170129"/>
                <a:gd name="connsiteY1-114" fmla="*/ 31792 h 737274"/>
                <a:gd name="connsiteX2-115" fmla="*/ 5166405 w 5170129"/>
                <a:gd name="connsiteY2-116" fmla="*/ 389422 h 737274"/>
                <a:gd name="connsiteX3-117" fmla="*/ 1146855 w 5170129"/>
                <a:gd name="connsiteY3-118" fmla="*/ 708952 h 737274"/>
                <a:gd name="connsiteX4-119" fmla="*/ 45765 w 5170129"/>
                <a:gd name="connsiteY4-120" fmla="*/ 259882 h 737274"/>
                <a:gd name="connsiteX0-121" fmla="*/ 72525 w 5196889"/>
                <a:gd name="connsiteY0-122" fmla="*/ 266896 h 744288"/>
                <a:gd name="connsiteX1-123" fmla="*/ 3307215 w 5196889"/>
                <a:gd name="connsiteY1-124" fmla="*/ 38806 h 744288"/>
                <a:gd name="connsiteX2-125" fmla="*/ 5193165 w 5196889"/>
                <a:gd name="connsiteY2-126" fmla="*/ 396436 h 744288"/>
                <a:gd name="connsiteX3-127" fmla="*/ 1173615 w 5196889"/>
                <a:gd name="connsiteY3-128" fmla="*/ 715966 h 744288"/>
                <a:gd name="connsiteX4-129" fmla="*/ 72525 w 5196889"/>
                <a:gd name="connsiteY4-130" fmla="*/ 266896 h 74428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5196889" h="744288">
                  <a:moveTo>
                    <a:pt x="72525" y="266896"/>
                  </a:moveTo>
                  <a:cubicBezTo>
                    <a:pt x="344305" y="-112664"/>
                    <a:pt x="2453775" y="17216"/>
                    <a:pt x="3307215" y="38806"/>
                  </a:cubicBezTo>
                  <a:cubicBezTo>
                    <a:pt x="4160655" y="60396"/>
                    <a:pt x="5269365" y="25480"/>
                    <a:pt x="5193165" y="396436"/>
                  </a:cubicBezTo>
                  <a:cubicBezTo>
                    <a:pt x="5155065" y="851212"/>
                    <a:pt x="2027055" y="737556"/>
                    <a:pt x="1173615" y="715966"/>
                  </a:cubicBezTo>
                  <a:cubicBezTo>
                    <a:pt x="320175" y="694376"/>
                    <a:pt x="-199255" y="646456"/>
                    <a:pt x="72525" y="266896"/>
                  </a:cubicBezTo>
                  <a:close/>
                </a:path>
              </a:pathLst>
            </a:custGeom>
            <a:solidFill>
              <a:srgbClr val="B0C0F4"/>
            </a:solidFill>
            <a:ln w="66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167" name="椭圆 166"/>
            <p:cNvSpPr/>
            <p:nvPr/>
          </p:nvSpPr>
          <p:spPr>
            <a:xfrm>
              <a:off x="1544273" y="1974450"/>
              <a:ext cx="616350" cy="616350"/>
            </a:xfrm>
            <a:prstGeom prst="ellipse">
              <a:avLst/>
            </a:prstGeom>
            <a:solidFill>
              <a:srgbClr val="6887EA"/>
            </a:solidFill>
            <a:ln w="66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168" name="文本框 167"/>
            <p:cNvSpPr txBox="1"/>
            <p:nvPr/>
          </p:nvSpPr>
          <p:spPr>
            <a:xfrm>
              <a:off x="2557990" y="2111161"/>
              <a:ext cx="269250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solidFill>
                    <a:schemeClr val="bg1"/>
                  </a:solidFill>
                </a:rPr>
                <a:t>单击此处添加标题文本</a:t>
              </a:r>
              <a:endParaRPr lang="zh-CN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169" name="文本框 168"/>
            <p:cNvSpPr txBox="1"/>
            <p:nvPr/>
          </p:nvSpPr>
          <p:spPr>
            <a:xfrm>
              <a:off x="1601045" y="2050707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solidFill>
                    <a:schemeClr val="bg1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rPr>
                <a:t>04</a:t>
              </a:r>
              <a:endParaRPr lang="zh-CN" altLang="en-US" sz="2400" dirty="0">
                <a:solidFill>
                  <a:schemeClr val="bg1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</a:endParaRPr>
            </a:p>
          </p:txBody>
        </p:sp>
      </p:grpSp>
      <p:sp>
        <p:nvSpPr>
          <p:cNvPr id="3" name="Rectangle 4"/>
          <p:cNvSpPr/>
          <p:nvPr/>
        </p:nvSpPr>
        <p:spPr bwMode="auto">
          <a:xfrm>
            <a:off x="2033775" y="3618258"/>
            <a:ext cx="2683761" cy="1618150"/>
          </a:xfrm>
          <a:prstGeom prst="rect">
            <a:avLst/>
          </a:prstGeom>
          <a:solidFill>
            <a:srgbClr val="6887EA"/>
          </a:solidFill>
          <a:ln w="663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en-US">
              <a:cs typeface="+mn-ea"/>
            </a:endParaRPr>
          </a:p>
        </p:txBody>
      </p:sp>
      <p:sp>
        <p:nvSpPr>
          <p:cNvPr id="4" name="Freeform 5"/>
          <p:cNvSpPr/>
          <p:nvPr/>
        </p:nvSpPr>
        <p:spPr bwMode="auto">
          <a:xfrm>
            <a:off x="3980817" y="4493112"/>
            <a:ext cx="736719" cy="743297"/>
          </a:xfrm>
          <a:custGeom>
            <a:avLst/>
            <a:gdLst>
              <a:gd name="T0" fmla="*/ 0 w 21600"/>
              <a:gd name="T1" fmla="*/ 0 h 21600"/>
              <a:gd name="T2" fmla="*/ 1422400 w 21600"/>
              <a:gd name="T3" fmla="*/ 0 h 21600"/>
              <a:gd name="T4" fmla="*/ 1422400 w 21600"/>
              <a:gd name="T5" fmla="*/ 1435100 h 21600"/>
              <a:gd name="T6" fmla="*/ 0 w 21600"/>
              <a:gd name="T7" fmla="*/ 0 h 21600"/>
              <a:gd name="T8" fmla="*/ 0 w 21600"/>
              <a:gd name="T9" fmla="*/ 0 h 216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>
            <a:schemeClr val="tx1">
              <a:lumMod val="75000"/>
              <a:lumOff val="25000"/>
              <a:alpha val="18000"/>
            </a:schemeClr>
          </a:solidFill>
          <a:ln w="25400">
            <a:noFill/>
            <a:miter lim="800000"/>
          </a:ln>
        </p:spPr>
        <p:txBody>
          <a:bodyPr lIns="0" tIns="0" rIns="0" bIns="0"/>
          <a:lstStyle/>
          <a:p>
            <a:endParaRPr lang="en-US">
              <a:latin typeface="+mn-ea"/>
            </a:endParaRPr>
          </a:p>
        </p:txBody>
      </p:sp>
      <p:sp>
        <p:nvSpPr>
          <p:cNvPr id="5" name="Rectangle 6"/>
          <p:cNvSpPr/>
          <p:nvPr/>
        </p:nvSpPr>
        <p:spPr bwMode="auto">
          <a:xfrm>
            <a:off x="3980817" y="2881540"/>
            <a:ext cx="2683761" cy="1618150"/>
          </a:xfrm>
          <a:prstGeom prst="rect">
            <a:avLst/>
          </a:prstGeom>
          <a:solidFill>
            <a:srgbClr val="B0C0F4"/>
          </a:solidFill>
          <a:ln w="663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en-US">
              <a:cs typeface="+mn-ea"/>
            </a:endParaRPr>
          </a:p>
        </p:txBody>
      </p:sp>
      <p:sp>
        <p:nvSpPr>
          <p:cNvPr id="6" name="Freeform 7" descr="D:\51PPT模板网\51pptmoban.com\图片.jpg"/>
          <p:cNvSpPr/>
          <p:nvPr/>
        </p:nvSpPr>
        <p:spPr bwMode="auto">
          <a:xfrm>
            <a:off x="5927859" y="3743238"/>
            <a:ext cx="736719" cy="743297"/>
          </a:xfrm>
          <a:custGeom>
            <a:avLst/>
            <a:gdLst>
              <a:gd name="T0" fmla="*/ 0 w 21600"/>
              <a:gd name="T1" fmla="*/ 0 h 21600"/>
              <a:gd name="T2" fmla="*/ 1422400 w 21600"/>
              <a:gd name="T3" fmla="*/ 0 h 21600"/>
              <a:gd name="T4" fmla="*/ 1422400 w 21600"/>
              <a:gd name="T5" fmla="*/ 1435100 h 21600"/>
              <a:gd name="T6" fmla="*/ 0 w 21600"/>
              <a:gd name="T7" fmla="*/ 0 h 21600"/>
              <a:gd name="T8" fmla="*/ 0 w 21600"/>
              <a:gd name="T9" fmla="*/ 0 h 216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>
            <a:schemeClr val="tx1">
              <a:lumMod val="75000"/>
              <a:lumOff val="25000"/>
              <a:alpha val="18000"/>
            </a:schemeClr>
          </a:solidFill>
          <a:ln w="25400">
            <a:noFill/>
            <a:miter lim="800000"/>
          </a:ln>
        </p:spPr>
        <p:txBody>
          <a:bodyPr lIns="0" tIns="0" rIns="0" bIns="0"/>
          <a:lstStyle/>
          <a:p>
            <a:endParaRPr lang="en-US">
              <a:latin typeface="+mn-ea"/>
            </a:endParaRPr>
          </a:p>
        </p:txBody>
      </p:sp>
      <p:sp>
        <p:nvSpPr>
          <p:cNvPr id="7" name="AutoShape 8"/>
          <p:cNvSpPr/>
          <p:nvPr/>
        </p:nvSpPr>
        <p:spPr bwMode="auto">
          <a:xfrm>
            <a:off x="5927859" y="1783040"/>
            <a:ext cx="3315234" cy="2308824"/>
          </a:xfrm>
          <a:prstGeom prst="rightArrow">
            <a:avLst>
              <a:gd name="adj1" fmla="val 69463"/>
              <a:gd name="adj2" fmla="val 28319"/>
            </a:avLst>
          </a:prstGeom>
          <a:solidFill>
            <a:srgbClr val="F8F8FF"/>
          </a:solidFill>
          <a:ln w="12700">
            <a:solidFill>
              <a:srgbClr val="B0C0F4"/>
            </a:solidFill>
          </a:ln>
        </p:spPr>
        <p:txBody>
          <a:bodyPr/>
          <a:lstStyle/>
          <a:p>
            <a:endParaRPr lang="en-US" sz="135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8" name="Rectangle 13"/>
          <p:cNvSpPr/>
          <p:nvPr/>
        </p:nvSpPr>
        <p:spPr bwMode="auto">
          <a:xfrm>
            <a:off x="2101198" y="4249732"/>
            <a:ext cx="2137799" cy="348626"/>
          </a:xfrm>
          <a:prstGeom prst="rect">
            <a:avLst/>
          </a:prstGeom>
          <a:noFill/>
          <a:ln>
            <a:noFill/>
          </a:ln>
          <a:effectLst>
            <a:outerShdw blurRad="12700" dist="63499" dir="5400000" algn="ctr" rotWithShape="0">
              <a:schemeClr val="bg2">
                <a:alpha val="12999"/>
              </a:schemeClr>
            </a:outerShdw>
          </a:effectLst>
        </p:spPr>
        <p:txBody>
          <a:bodyPr lIns="0" tIns="0" rIns="0" bIns="0" anchor="ctr"/>
          <a:lstStyle/>
          <a:p>
            <a:pPr algn="ctr">
              <a:defRPr/>
            </a:pPr>
            <a:r>
              <a:rPr lang="zh-CN" altLang="en-US" sz="1600" b="1" dirty="0">
                <a:solidFill>
                  <a:schemeClr val="bg1"/>
                </a:solidFill>
                <a:latin typeface="+mn-ea"/>
                <a:cs typeface="Arial Unicode MS" panose="020B0604020202020204" pitchFamily="34" charset="-122"/>
                <a:sym typeface="Source Sans Pro Semibold Italic" charset="0"/>
              </a:rPr>
              <a:t>标题一</a:t>
            </a:r>
            <a:endParaRPr lang="en-US" sz="1600" b="1" dirty="0">
              <a:solidFill>
                <a:schemeClr val="bg1"/>
              </a:solidFill>
              <a:latin typeface="+mn-ea"/>
              <a:cs typeface="Arial Unicode MS" panose="020B0604020202020204" pitchFamily="34" charset="-122"/>
              <a:sym typeface="Source Sans Pro Semibold Italic" charset="0"/>
            </a:endParaRPr>
          </a:p>
        </p:txBody>
      </p:sp>
      <p:sp>
        <p:nvSpPr>
          <p:cNvPr id="9" name="Rectangle 14"/>
          <p:cNvSpPr/>
          <p:nvPr/>
        </p:nvSpPr>
        <p:spPr bwMode="auto">
          <a:xfrm>
            <a:off x="4145510" y="3513013"/>
            <a:ext cx="2137799" cy="348626"/>
          </a:xfrm>
          <a:prstGeom prst="rect">
            <a:avLst/>
          </a:prstGeom>
          <a:noFill/>
          <a:ln>
            <a:noFill/>
          </a:ln>
          <a:effectLst>
            <a:outerShdw blurRad="12700" dist="63499" dir="5400000" algn="ctr" rotWithShape="0">
              <a:schemeClr val="bg2">
                <a:alpha val="12999"/>
              </a:schemeClr>
            </a:outerShdw>
          </a:effectLst>
        </p:spPr>
        <p:txBody>
          <a:bodyPr lIns="0" tIns="0" rIns="0" bIns="0" anchor="ctr"/>
          <a:lstStyle/>
          <a:p>
            <a:pPr algn="ctr">
              <a:defRPr/>
            </a:pPr>
            <a:r>
              <a:rPr lang="zh-CN" altLang="en-US" sz="1600" b="1" dirty="0">
                <a:solidFill>
                  <a:schemeClr val="bg1"/>
                </a:solidFill>
                <a:latin typeface="+mn-ea"/>
                <a:cs typeface="Arial Unicode MS" panose="020B0604020202020204" pitchFamily="34" charset="-122"/>
                <a:sym typeface="Source Sans Pro Semibold Italic" charset="0"/>
              </a:rPr>
              <a:t>标题二</a:t>
            </a:r>
            <a:endParaRPr lang="en-US" altLang="zh-CN" sz="1600" b="1" dirty="0">
              <a:solidFill>
                <a:schemeClr val="bg1"/>
              </a:solidFill>
              <a:latin typeface="+mn-ea"/>
              <a:cs typeface="Arial Unicode MS" panose="020B0604020202020204" pitchFamily="34" charset="-122"/>
              <a:sym typeface="Source Sans Pro Semibold Italic" charset="0"/>
            </a:endParaRPr>
          </a:p>
        </p:txBody>
      </p:sp>
      <p:sp>
        <p:nvSpPr>
          <p:cNvPr id="10" name="Rectangle 15"/>
          <p:cNvSpPr/>
          <p:nvPr/>
        </p:nvSpPr>
        <p:spPr bwMode="auto">
          <a:xfrm>
            <a:off x="6406398" y="2763139"/>
            <a:ext cx="2137799" cy="348626"/>
          </a:xfrm>
          <a:prstGeom prst="rect">
            <a:avLst/>
          </a:prstGeom>
          <a:noFill/>
          <a:ln>
            <a:noFill/>
          </a:ln>
          <a:effectLst>
            <a:outerShdw blurRad="12700" dist="63499" dir="5400000" algn="ctr" rotWithShape="0">
              <a:schemeClr val="bg2">
                <a:alpha val="12999"/>
              </a:schemeClr>
            </a:outerShdw>
          </a:effectLst>
        </p:spPr>
        <p:txBody>
          <a:bodyPr lIns="0" tIns="0" rIns="0" bIns="0" anchor="ctr"/>
          <a:lstStyle/>
          <a:p>
            <a:pPr algn="ctr">
              <a:defRPr/>
            </a:pPr>
            <a:r>
              <a:rPr lang="zh-CN" altLang="en-US" sz="1600" b="1" dirty="0">
                <a:latin typeface="+mn-ea"/>
                <a:cs typeface="Arial Unicode MS" panose="020B0604020202020204" pitchFamily="34" charset="-122"/>
                <a:sym typeface="Source Sans Pro Semibold Italic" charset="0"/>
              </a:rPr>
              <a:t>标题三</a:t>
            </a:r>
            <a:endParaRPr lang="en-US" altLang="zh-CN" sz="1600" b="1" dirty="0">
              <a:latin typeface="+mn-ea"/>
              <a:cs typeface="Arial Unicode MS" panose="020B0604020202020204" pitchFamily="34" charset="-122"/>
              <a:sym typeface="Source Sans Pro Semibold Italic" charset="0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9338005" y="1783040"/>
            <a:ext cx="2089472" cy="2745584"/>
            <a:chOff x="9243093" y="1632455"/>
            <a:chExt cx="2089472" cy="2745584"/>
          </a:xfrm>
        </p:grpSpPr>
        <p:sp>
          <p:nvSpPr>
            <p:cNvPr id="24" name="文本框 23"/>
            <p:cNvSpPr txBox="1"/>
            <p:nvPr/>
          </p:nvSpPr>
          <p:spPr>
            <a:xfrm>
              <a:off x="9243093" y="1632455"/>
              <a:ext cx="169469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>
                  <a:latin typeface="+mn-ea"/>
                </a:rPr>
                <a:t>添加标题文本</a:t>
              </a:r>
              <a:endParaRPr lang="zh-CN" altLang="en-US" sz="2000" b="1" dirty="0">
                <a:latin typeface="+mn-ea"/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9243093" y="2022842"/>
              <a:ext cx="2089472" cy="23551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100" dirty="0">
                  <a:latin typeface="+mn-ea"/>
                </a:rPr>
                <a:t>此处添加详细文本描述，建议与标题相关并符合整体语言风格，语言描述尽量简洁生动。尽量将每页幻灯片的字数控制在200字以内，据统计每页幻灯片的最好控制在5分钟之内。此处添加详细文本描述，建议与标题相关并符合整体语言风格，语言描述尽量简洁生动。</a:t>
              </a:r>
              <a:endParaRPr lang="zh-CN" altLang="en-US" sz="1100" dirty="0">
                <a:latin typeface="+mn-ea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764523" y="2412984"/>
            <a:ext cx="2984539" cy="889537"/>
            <a:chOff x="283598" y="1906534"/>
            <a:chExt cx="2984539" cy="889537"/>
          </a:xfrm>
        </p:grpSpPr>
        <p:sp>
          <p:nvSpPr>
            <p:cNvPr id="18" name="文本框 17"/>
            <p:cNvSpPr txBox="1"/>
            <p:nvPr/>
          </p:nvSpPr>
          <p:spPr>
            <a:xfrm>
              <a:off x="283598" y="2219631"/>
              <a:ext cx="2966425" cy="5764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r"/>
              <a:r>
                <a:rPr lang="zh-CN" altLang="en-US" sz="1100" dirty="0">
                  <a:solidFill>
                    <a:schemeClr val="tx1"/>
                  </a:solidFill>
                  <a:latin typeface="+mn-ea"/>
                  <a:ea typeface="+mn-ea"/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sz="1100" dirty="0">
                  <a:solidFill>
                    <a:schemeClr val="tx1"/>
                  </a:solidFill>
                  <a:latin typeface="+mn-ea"/>
                  <a:ea typeface="+mn-ea"/>
                  <a:sym typeface="HarmonyOS Sans SC Light" panose="00000400000000000000" pitchFamily="2" charset="-122"/>
                </a:rPr>
                <a:t>... ...</a:t>
              </a:r>
              <a:endParaRPr lang="en-US" altLang="zh-CN" sz="1100" dirty="0">
                <a:solidFill>
                  <a:schemeClr val="tx1"/>
                </a:solidFill>
                <a:latin typeface="+mn-ea"/>
                <a:ea typeface="+mn-ea"/>
                <a:sym typeface="HarmonyOS Sans SC Light" panose="00000400000000000000" pitchFamily="2" charset="-122"/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1032570" y="1906534"/>
              <a:ext cx="22355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r"/>
              <a:r>
                <a:rPr lang="zh-CN" altLang="en-US" dirty="0">
                  <a:solidFill>
                    <a:schemeClr val="tx1"/>
                  </a:solidFill>
                  <a:latin typeface="+mn-ea"/>
                  <a:ea typeface="+mn-ea"/>
                  <a:sym typeface="HarmonyOS Sans SC Light" panose="00000400000000000000" pitchFamily="2" charset="-122"/>
                </a:rPr>
                <a:t>添加标题文本</a:t>
              </a:r>
              <a:endParaRPr lang="zh-CN" altLang="en-US" dirty="0">
                <a:solidFill>
                  <a:schemeClr val="tx1"/>
                </a:solidFill>
                <a:latin typeface="+mn-ea"/>
                <a:ea typeface="+mn-ea"/>
                <a:sym typeface="HarmonyOS Sans SC Light" panose="00000400000000000000" pitchFamily="2" charset="-122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5113942" y="4780165"/>
            <a:ext cx="2966425" cy="889537"/>
            <a:chOff x="283598" y="1906534"/>
            <a:chExt cx="2966425" cy="889537"/>
          </a:xfrm>
        </p:grpSpPr>
        <p:sp>
          <p:nvSpPr>
            <p:cNvPr id="25" name="文本框 24"/>
            <p:cNvSpPr txBox="1"/>
            <p:nvPr/>
          </p:nvSpPr>
          <p:spPr>
            <a:xfrm>
              <a:off x="283598" y="2219631"/>
              <a:ext cx="2966425" cy="5764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100" dirty="0">
                  <a:solidFill>
                    <a:schemeClr val="tx1"/>
                  </a:solidFill>
                  <a:latin typeface="+mn-ea"/>
                  <a:ea typeface="+mn-ea"/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sz="1100" dirty="0">
                  <a:solidFill>
                    <a:schemeClr val="tx1"/>
                  </a:solidFill>
                  <a:latin typeface="+mn-ea"/>
                  <a:ea typeface="+mn-ea"/>
                  <a:sym typeface="HarmonyOS Sans SC Light" panose="00000400000000000000" pitchFamily="2" charset="-122"/>
                </a:rPr>
                <a:t>... ...</a:t>
              </a:r>
              <a:endParaRPr lang="en-US" altLang="zh-CN" sz="1100" dirty="0">
                <a:solidFill>
                  <a:schemeClr val="tx1"/>
                </a:solidFill>
                <a:latin typeface="+mn-ea"/>
                <a:ea typeface="+mn-ea"/>
                <a:sym typeface="HarmonyOS Sans SC Light" panose="00000400000000000000" pitchFamily="2" charset="-122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283598" y="1906534"/>
              <a:ext cx="22355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chemeClr val="tx1"/>
                  </a:solidFill>
                  <a:latin typeface="+mn-ea"/>
                  <a:ea typeface="+mn-ea"/>
                  <a:sym typeface="HarmonyOS Sans SC Light" panose="00000400000000000000" pitchFamily="2" charset="-122"/>
                </a:rPr>
                <a:t>添加标题文本</a:t>
              </a:r>
              <a:endParaRPr lang="zh-CN" altLang="en-US" dirty="0">
                <a:solidFill>
                  <a:schemeClr val="tx1"/>
                </a:solidFill>
                <a:latin typeface="+mn-ea"/>
                <a:ea typeface="+mn-ea"/>
                <a:sym typeface="HarmonyOS Sans SC Light" panose="00000400000000000000" pitchFamily="2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组合 162"/>
          <p:cNvGrpSpPr/>
          <p:nvPr/>
        </p:nvGrpSpPr>
        <p:grpSpPr>
          <a:xfrm>
            <a:off x="6612252" y="790554"/>
            <a:ext cx="4990363" cy="5276891"/>
            <a:chOff x="2853053" y="-82"/>
            <a:chExt cx="6483576" cy="6855838"/>
          </a:xfrm>
        </p:grpSpPr>
        <p:grpSp>
          <p:nvGrpSpPr>
            <p:cNvPr id="7" name="图形 4"/>
            <p:cNvGrpSpPr/>
            <p:nvPr/>
          </p:nvGrpSpPr>
          <p:grpSpPr>
            <a:xfrm>
              <a:off x="2853053" y="-82"/>
              <a:ext cx="6434220" cy="6855838"/>
              <a:chOff x="2853053" y="-82"/>
              <a:chExt cx="6434220" cy="6855838"/>
            </a:xfrm>
            <a:solidFill>
              <a:srgbClr val="F8F8FF"/>
            </a:solidFill>
          </p:grpSpPr>
          <p:sp>
            <p:nvSpPr>
              <p:cNvPr id="8" name="任意多边形: 形状 7"/>
              <p:cNvSpPr/>
              <p:nvPr/>
            </p:nvSpPr>
            <p:spPr>
              <a:xfrm>
                <a:off x="3261008" y="-82"/>
                <a:ext cx="5660976" cy="6855838"/>
              </a:xfrm>
              <a:custGeom>
                <a:avLst/>
                <a:gdLst>
                  <a:gd name="connsiteX0" fmla="*/ 1915271 w 5660976"/>
                  <a:gd name="connsiteY0" fmla="*/ 467079 h 6855838"/>
                  <a:gd name="connsiteX1" fmla="*/ 361855 w 5660976"/>
                  <a:gd name="connsiteY1" fmla="*/ 1408260 h 6855838"/>
                  <a:gd name="connsiteX2" fmla="*/ 81222 w 5660976"/>
                  <a:gd name="connsiteY2" fmla="*/ 3348702 h 6855838"/>
                  <a:gd name="connsiteX3" fmla="*/ 1269543 w 5660976"/>
                  <a:gd name="connsiteY3" fmla="*/ 5872938 h 6855838"/>
                  <a:gd name="connsiteX4" fmla="*/ 2736304 w 5660976"/>
                  <a:gd name="connsiteY4" fmla="*/ 6774180 h 6855838"/>
                  <a:gd name="connsiteX5" fmla="*/ 5231500 w 5660976"/>
                  <a:gd name="connsiteY5" fmla="*/ 5961986 h 6855838"/>
                  <a:gd name="connsiteX6" fmla="*/ 5336629 w 5660976"/>
                  <a:gd name="connsiteY6" fmla="*/ 2923134 h 6855838"/>
                  <a:gd name="connsiteX7" fmla="*/ 3879902 w 5660976"/>
                  <a:gd name="connsiteY7" fmla="*/ 37524 h 6855838"/>
                  <a:gd name="connsiteX8" fmla="*/ 1915271 w 5660976"/>
                  <a:gd name="connsiteY8" fmla="*/ 467079 h 6855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660976" h="6855838">
                    <a:moveTo>
                      <a:pt x="1915271" y="467079"/>
                    </a:moveTo>
                    <a:cubicBezTo>
                      <a:pt x="1184416" y="1201257"/>
                      <a:pt x="824039" y="691094"/>
                      <a:pt x="361855" y="1408260"/>
                    </a:cubicBezTo>
                    <a:cubicBezTo>
                      <a:pt x="62814" y="1871972"/>
                      <a:pt x="-112225" y="2505208"/>
                      <a:pt x="81222" y="3348702"/>
                    </a:cubicBezTo>
                    <a:cubicBezTo>
                      <a:pt x="606736" y="5639288"/>
                      <a:pt x="565867" y="5405637"/>
                      <a:pt x="1269543" y="5872938"/>
                    </a:cubicBezTo>
                    <a:cubicBezTo>
                      <a:pt x="1973219" y="6340239"/>
                      <a:pt x="1778311" y="7107976"/>
                      <a:pt x="2736304" y="6774180"/>
                    </a:cubicBezTo>
                    <a:cubicBezTo>
                      <a:pt x="3694298" y="6440384"/>
                      <a:pt x="4876705" y="7208188"/>
                      <a:pt x="5231500" y="5961986"/>
                    </a:cubicBezTo>
                    <a:cubicBezTo>
                      <a:pt x="5586295" y="4715783"/>
                      <a:pt x="4666645" y="3611725"/>
                      <a:pt x="5336629" y="2923134"/>
                    </a:cubicBezTo>
                    <a:cubicBezTo>
                      <a:pt x="6006613" y="2234543"/>
                      <a:pt x="5693285" y="104310"/>
                      <a:pt x="3879902" y="37524"/>
                    </a:cubicBezTo>
                    <a:cubicBezTo>
                      <a:pt x="2871138" y="376"/>
                      <a:pt x="2507372" y="-127812"/>
                      <a:pt x="1915271" y="467079"/>
                    </a:cubicBezTo>
                    <a:close/>
                  </a:path>
                </a:pathLst>
              </a:custGeom>
              <a:solidFill>
                <a:srgbClr val="F8F8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" name="任意多边形: 形状 8"/>
              <p:cNvSpPr/>
              <p:nvPr/>
            </p:nvSpPr>
            <p:spPr>
              <a:xfrm>
                <a:off x="2853053" y="981534"/>
                <a:ext cx="6434220" cy="4686805"/>
              </a:xfrm>
              <a:custGeom>
                <a:avLst/>
                <a:gdLst>
                  <a:gd name="connsiteX0" fmla="*/ 2176762 w 6434220"/>
                  <a:gd name="connsiteY0" fmla="*/ 319321 h 4686805"/>
                  <a:gd name="connsiteX1" fmla="*/ 411226 w 6434220"/>
                  <a:gd name="connsiteY1" fmla="*/ 962723 h 4686805"/>
                  <a:gd name="connsiteX2" fmla="*/ 92249 w 6434220"/>
                  <a:gd name="connsiteY2" fmla="*/ 2289135 h 4686805"/>
                  <a:gd name="connsiteX3" fmla="*/ 1442850 w 6434220"/>
                  <a:gd name="connsiteY3" fmla="*/ 4014799 h 4686805"/>
                  <a:gd name="connsiteX4" fmla="*/ 3109902 w 6434220"/>
                  <a:gd name="connsiteY4" fmla="*/ 4630956 h 4686805"/>
                  <a:gd name="connsiteX5" fmla="*/ 5945871 w 6434220"/>
                  <a:gd name="connsiteY5" fmla="*/ 4075671 h 4686805"/>
                  <a:gd name="connsiteX6" fmla="*/ 6065488 w 6434220"/>
                  <a:gd name="connsiteY6" fmla="*/ 1998202 h 4686805"/>
                  <a:gd name="connsiteX7" fmla="*/ 4410065 w 6434220"/>
                  <a:gd name="connsiteY7" fmla="*/ 25463 h 4686805"/>
                  <a:gd name="connsiteX8" fmla="*/ 2176762 w 6434220"/>
                  <a:gd name="connsiteY8" fmla="*/ 319321 h 46868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434220" h="4686805">
                    <a:moveTo>
                      <a:pt x="2176762" y="319321"/>
                    </a:moveTo>
                    <a:cubicBezTo>
                      <a:pt x="1346094" y="821111"/>
                      <a:pt x="936541" y="472164"/>
                      <a:pt x="411226" y="962723"/>
                    </a:cubicBezTo>
                    <a:cubicBezTo>
                      <a:pt x="71649" y="1279706"/>
                      <a:pt x="-127579" y="1712651"/>
                      <a:pt x="92249" y="2289135"/>
                    </a:cubicBezTo>
                    <a:cubicBezTo>
                      <a:pt x="689600" y="3855111"/>
                      <a:pt x="643149" y="3695158"/>
                      <a:pt x="1442850" y="4014799"/>
                    </a:cubicBezTo>
                    <a:cubicBezTo>
                      <a:pt x="2242551" y="4334441"/>
                      <a:pt x="2020995" y="4859157"/>
                      <a:pt x="3109902" y="4630956"/>
                    </a:cubicBezTo>
                    <a:cubicBezTo>
                      <a:pt x="4198809" y="4402755"/>
                      <a:pt x="5542698" y="4927605"/>
                      <a:pt x="5945871" y="4075671"/>
                    </a:cubicBezTo>
                    <a:cubicBezTo>
                      <a:pt x="6349045" y="3223737"/>
                      <a:pt x="5303798" y="2468958"/>
                      <a:pt x="6065488" y="1998202"/>
                    </a:cubicBezTo>
                    <a:cubicBezTo>
                      <a:pt x="6827177" y="1527445"/>
                      <a:pt x="6470854" y="71050"/>
                      <a:pt x="4410065" y="25463"/>
                    </a:cubicBezTo>
                    <a:cubicBezTo>
                      <a:pt x="3263144" y="344"/>
                      <a:pt x="2849737" y="-87375"/>
                      <a:pt x="2176762" y="319321"/>
                    </a:cubicBezTo>
                    <a:close/>
                  </a:path>
                </a:pathLst>
              </a:custGeom>
              <a:solidFill>
                <a:srgbClr val="F8F8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10" name="图形 4"/>
            <p:cNvGrpSpPr/>
            <p:nvPr/>
          </p:nvGrpSpPr>
          <p:grpSpPr>
            <a:xfrm>
              <a:off x="4303683" y="1789326"/>
              <a:ext cx="3532002" cy="2458779"/>
              <a:chOff x="4303683" y="1789326"/>
              <a:chExt cx="3532002" cy="2458779"/>
            </a:xfrm>
          </p:grpSpPr>
          <p:sp>
            <p:nvSpPr>
              <p:cNvPr id="11" name="任意多边形: 形状 10"/>
              <p:cNvSpPr/>
              <p:nvPr/>
            </p:nvSpPr>
            <p:spPr>
              <a:xfrm>
                <a:off x="4549560" y="1789326"/>
                <a:ext cx="3286124" cy="2266063"/>
              </a:xfrm>
              <a:custGeom>
                <a:avLst/>
                <a:gdLst>
                  <a:gd name="connsiteX0" fmla="*/ 0 w 3286124"/>
                  <a:gd name="connsiteY0" fmla="*/ 93035 h 2266063"/>
                  <a:gd name="connsiteX1" fmla="*/ 0 w 3286124"/>
                  <a:gd name="connsiteY1" fmla="*/ 2266064 h 2266063"/>
                  <a:gd name="connsiteX2" fmla="*/ 3282802 w 3286124"/>
                  <a:gd name="connsiteY2" fmla="*/ 2266064 h 2266063"/>
                  <a:gd name="connsiteX3" fmla="*/ 3286125 w 3286124"/>
                  <a:gd name="connsiteY3" fmla="*/ 3323 h 2266063"/>
                  <a:gd name="connsiteX4" fmla="*/ 0 w 3286124"/>
                  <a:gd name="connsiteY4" fmla="*/ 0 h 2266063"/>
                  <a:gd name="connsiteX5" fmla="*/ 0 w 3286124"/>
                  <a:gd name="connsiteY5" fmla="*/ 93035 h 22660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286124" h="2266063">
                    <a:moveTo>
                      <a:pt x="0" y="93035"/>
                    </a:moveTo>
                    <a:lnTo>
                      <a:pt x="0" y="2266064"/>
                    </a:lnTo>
                    <a:lnTo>
                      <a:pt x="3282802" y="2266064"/>
                    </a:lnTo>
                    <a:lnTo>
                      <a:pt x="3286125" y="3323"/>
                    </a:lnTo>
                    <a:lnTo>
                      <a:pt x="0" y="0"/>
                    </a:lnTo>
                    <a:lnTo>
                      <a:pt x="0" y="93035"/>
                    </a:lnTo>
                    <a:close/>
                  </a:path>
                </a:pathLst>
              </a:custGeom>
              <a:solidFill>
                <a:srgbClr val="E1E6FB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" name="任意多边形: 形状 11"/>
              <p:cNvSpPr/>
              <p:nvPr/>
            </p:nvSpPr>
            <p:spPr>
              <a:xfrm>
                <a:off x="4303683" y="1982041"/>
                <a:ext cx="3286124" cy="2266063"/>
              </a:xfrm>
              <a:custGeom>
                <a:avLst/>
                <a:gdLst>
                  <a:gd name="connsiteX0" fmla="*/ 0 w 3286124"/>
                  <a:gd name="connsiteY0" fmla="*/ 93035 h 2266063"/>
                  <a:gd name="connsiteX1" fmla="*/ 0 w 3286124"/>
                  <a:gd name="connsiteY1" fmla="*/ 2266064 h 2266063"/>
                  <a:gd name="connsiteX2" fmla="*/ 3282802 w 3286124"/>
                  <a:gd name="connsiteY2" fmla="*/ 2266064 h 2266063"/>
                  <a:gd name="connsiteX3" fmla="*/ 3286125 w 3286124"/>
                  <a:gd name="connsiteY3" fmla="*/ 3323 h 2266063"/>
                  <a:gd name="connsiteX4" fmla="*/ 0 w 3286124"/>
                  <a:gd name="connsiteY4" fmla="*/ 0 h 2266063"/>
                  <a:gd name="connsiteX5" fmla="*/ 0 w 3286124"/>
                  <a:gd name="connsiteY5" fmla="*/ 93035 h 22660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286124" h="2266063">
                    <a:moveTo>
                      <a:pt x="0" y="93035"/>
                    </a:moveTo>
                    <a:lnTo>
                      <a:pt x="0" y="2266064"/>
                    </a:lnTo>
                    <a:lnTo>
                      <a:pt x="3282802" y="2266064"/>
                    </a:lnTo>
                    <a:lnTo>
                      <a:pt x="3286125" y="3323"/>
                    </a:lnTo>
                    <a:lnTo>
                      <a:pt x="0" y="0"/>
                    </a:lnTo>
                    <a:lnTo>
                      <a:pt x="0" y="93035"/>
                    </a:lnTo>
                    <a:close/>
                  </a:path>
                </a:pathLst>
              </a:custGeom>
              <a:solidFill>
                <a:srgbClr val="EAEDFB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" name="任意多边形: 形状 12"/>
              <p:cNvSpPr/>
              <p:nvPr/>
            </p:nvSpPr>
            <p:spPr>
              <a:xfrm>
                <a:off x="4400040" y="2158143"/>
                <a:ext cx="99680" cy="99680"/>
              </a:xfrm>
              <a:custGeom>
                <a:avLst/>
                <a:gdLst>
                  <a:gd name="connsiteX0" fmla="*/ 49840 w 99680"/>
                  <a:gd name="connsiteY0" fmla="*/ 0 h 99680"/>
                  <a:gd name="connsiteX1" fmla="*/ 99680 w 99680"/>
                  <a:gd name="connsiteY1" fmla="*/ 0 h 99680"/>
                  <a:gd name="connsiteX2" fmla="*/ 99680 w 99680"/>
                  <a:gd name="connsiteY2" fmla="*/ 99680 h 99680"/>
                  <a:gd name="connsiteX3" fmla="*/ 49840 w 99680"/>
                  <a:gd name="connsiteY3" fmla="*/ 99680 h 99680"/>
                  <a:gd name="connsiteX4" fmla="*/ 49840 w 99680"/>
                  <a:gd name="connsiteY4" fmla="*/ 99680 h 99680"/>
                  <a:gd name="connsiteX5" fmla="*/ 0 w 99680"/>
                  <a:gd name="connsiteY5" fmla="*/ 99680 h 99680"/>
                  <a:gd name="connsiteX6" fmla="*/ 0 w 99680"/>
                  <a:gd name="connsiteY6" fmla="*/ 0 h 99680"/>
                  <a:gd name="connsiteX7" fmla="*/ 49840 w 99680"/>
                  <a:gd name="connsiteY7" fmla="*/ 0 h 99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9680" h="99680">
                    <a:moveTo>
                      <a:pt x="49840" y="0"/>
                    </a:moveTo>
                    <a:cubicBezTo>
                      <a:pt x="77366" y="0"/>
                      <a:pt x="99680" y="0"/>
                      <a:pt x="99680" y="0"/>
                    </a:cubicBezTo>
                    <a:lnTo>
                      <a:pt x="99680" y="99680"/>
                    </a:lnTo>
                    <a:cubicBezTo>
                      <a:pt x="99680" y="99680"/>
                      <a:pt x="77366" y="99680"/>
                      <a:pt x="49840" y="99680"/>
                    </a:cubicBezTo>
                    <a:lnTo>
                      <a:pt x="49840" y="99680"/>
                    </a:lnTo>
                    <a:cubicBezTo>
                      <a:pt x="22314" y="99680"/>
                      <a:pt x="0" y="99680"/>
                      <a:pt x="0" y="99680"/>
                    </a:cubicBezTo>
                    <a:lnTo>
                      <a:pt x="0" y="0"/>
                    </a:lnTo>
                    <a:cubicBezTo>
                      <a:pt x="0" y="0"/>
                      <a:pt x="22314" y="0"/>
                      <a:pt x="49840" y="0"/>
                    </a:cubicBez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4" name="任意多边形: 形状 13"/>
              <p:cNvSpPr/>
              <p:nvPr/>
            </p:nvSpPr>
            <p:spPr>
              <a:xfrm>
                <a:off x="4552883" y="2158143"/>
                <a:ext cx="99680" cy="99680"/>
              </a:xfrm>
              <a:custGeom>
                <a:avLst/>
                <a:gdLst>
                  <a:gd name="connsiteX0" fmla="*/ 49840 w 99680"/>
                  <a:gd name="connsiteY0" fmla="*/ 0 h 99680"/>
                  <a:gd name="connsiteX1" fmla="*/ 99680 w 99680"/>
                  <a:gd name="connsiteY1" fmla="*/ 0 h 99680"/>
                  <a:gd name="connsiteX2" fmla="*/ 99680 w 99680"/>
                  <a:gd name="connsiteY2" fmla="*/ 99680 h 99680"/>
                  <a:gd name="connsiteX3" fmla="*/ 49840 w 99680"/>
                  <a:gd name="connsiteY3" fmla="*/ 99680 h 99680"/>
                  <a:gd name="connsiteX4" fmla="*/ 49840 w 99680"/>
                  <a:gd name="connsiteY4" fmla="*/ 99680 h 99680"/>
                  <a:gd name="connsiteX5" fmla="*/ 0 w 99680"/>
                  <a:gd name="connsiteY5" fmla="*/ 99680 h 99680"/>
                  <a:gd name="connsiteX6" fmla="*/ 0 w 99680"/>
                  <a:gd name="connsiteY6" fmla="*/ 0 h 99680"/>
                  <a:gd name="connsiteX7" fmla="*/ 49840 w 99680"/>
                  <a:gd name="connsiteY7" fmla="*/ 0 h 99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9680" h="99680">
                    <a:moveTo>
                      <a:pt x="49840" y="0"/>
                    </a:moveTo>
                    <a:cubicBezTo>
                      <a:pt x="77366" y="0"/>
                      <a:pt x="99680" y="0"/>
                      <a:pt x="99680" y="0"/>
                    </a:cubicBezTo>
                    <a:lnTo>
                      <a:pt x="99680" y="99680"/>
                    </a:lnTo>
                    <a:cubicBezTo>
                      <a:pt x="99680" y="99680"/>
                      <a:pt x="77366" y="99680"/>
                      <a:pt x="49840" y="99680"/>
                    </a:cubicBezTo>
                    <a:lnTo>
                      <a:pt x="49840" y="99680"/>
                    </a:lnTo>
                    <a:cubicBezTo>
                      <a:pt x="22314" y="99680"/>
                      <a:pt x="0" y="99680"/>
                      <a:pt x="0" y="99680"/>
                    </a:cubicBezTo>
                    <a:lnTo>
                      <a:pt x="0" y="0"/>
                    </a:lnTo>
                    <a:cubicBezTo>
                      <a:pt x="0" y="0"/>
                      <a:pt x="22314" y="0"/>
                      <a:pt x="49840" y="0"/>
                    </a:cubicBez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5" name="任意多边形: 形状 14"/>
              <p:cNvSpPr/>
              <p:nvPr/>
            </p:nvSpPr>
            <p:spPr>
              <a:xfrm>
                <a:off x="4705726" y="2158143"/>
                <a:ext cx="99680" cy="99680"/>
              </a:xfrm>
              <a:custGeom>
                <a:avLst/>
                <a:gdLst>
                  <a:gd name="connsiteX0" fmla="*/ 49840 w 99680"/>
                  <a:gd name="connsiteY0" fmla="*/ 0 h 99680"/>
                  <a:gd name="connsiteX1" fmla="*/ 99680 w 99680"/>
                  <a:gd name="connsiteY1" fmla="*/ 0 h 99680"/>
                  <a:gd name="connsiteX2" fmla="*/ 99680 w 99680"/>
                  <a:gd name="connsiteY2" fmla="*/ 99680 h 99680"/>
                  <a:gd name="connsiteX3" fmla="*/ 49840 w 99680"/>
                  <a:gd name="connsiteY3" fmla="*/ 99680 h 99680"/>
                  <a:gd name="connsiteX4" fmla="*/ 49840 w 99680"/>
                  <a:gd name="connsiteY4" fmla="*/ 99680 h 99680"/>
                  <a:gd name="connsiteX5" fmla="*/ 0 w 99680"/>
                  <a:gd name="connsiteY5" fmla="*/ 99680 h 99680"/>
                  <a:gd name="connsiteX6" fmla="*/ 0 w 99680"/>
                  <a:gd name="connsiteY6" fmla="*/ 0 h 99680"/>
                  <a:gd name="connsiteX7" fmla="*/ 49840 w 99680"/>
                  <a:gd name="connsiteY7" fmla="*/ 0 h 99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9680" h="99680">
                    <a:moveTo>
                      <a:pt x="49840" y="0"/>
                    </a:moveTo>
                    <a:cubicBezTo>
                      <a:pt x="77366" y="0"/>
                      <a:pt x="99680" y="0"/>
                      <a:pt x="99680" y="0"/>
                    </a:cubicBezTo>
                    <a:lnTo>
                      <a:pt x="99680" y="99680"/>
                    </a:lnTo>
                    <a:cubicBezTo>
                      <a:pt x="99680" y="99680"/>
                      <a:pt x="77366" y="99680"/>
                      <a:pt x="49840" y="99680"/>
                    </a:cubicBezTo>
                    <a:lnTo>
                      <a:pt x="49840" y="99680"/>
                    </a:lnTo>
                    <a:cubicBezTo>
                      <a:pt x="22314" y="99680"/>
                      <a:pt x="0" y="99680"/>
                      <a:pt x="0" y="99680"/>
                    </a:cubicBezTo>
                    <a:lnTo>
                      <a:pt x="0" y="0"/>
                    </a:lnTo>
                    <a:cubicBezTo>
                      <a:pt x="0" y="0"/>
                      <a:pt x="22314" y="0"/>
                      <a:pt x="49840" y="0"/>
                    </a:cubicBez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grpSp>
            <p:nvGrpSpPr>
              <p:cNvPr id="16" name="图形 4"/>
              <p:cNvGrpSpPr/>
              <p:nvPr/>
            </p:nvGrpSpPr>
            <p:grpSpPr>
              <a:xfrm>
                <a:off x="4479784" y="2483765"/>
                <a:ext cx="2272709" cy="1528430"/>
                <a:chOff x="4479784" y="2483765"/>
                <a:chExt cx="2272709" cy="1528430"/>
              </a:xfrm>
              <a:solidFill>
                <a:srgbClr val="FFFFFF"/>
              </a:solidFill>
            </p:grpSpPr>
            <p:grpSp>
              <p:nvGrpSpPr>
                <p:cNvPr id="17" name="图形 4"/>
                <p:cNvGrpSpPr/>
                <p:nvPr/>
              </p:nvGrpSpPr>
              <p:grpSpPr>
                <a:xfrm>
                  <a:off x="4479784" y="2483765"/>
                  <a:ext cx="684470" cy="677825"/>
                  <a:chOff x="4479784" y="2483765"/>
                  <a:chExt cx="684470" cy="677825"/>
                </a:xfrm>
                <a:solidFill>
                  <a:srgbClr val="FFFFFF"/>
                </a:solidFill>
              </p:grpSpPr>
              <p:sp>
                <p:nvSpPr>
                  <p:cNvPr id="18" name="任意多边形: 形状 17"/>
                  <p:cNvSpPr/>
                  <p:nvPr/>
                </p:nvSpPr>
                <p:spPr>
                  <a:xfrm>
                    <a:off x="4479784" y="2483765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9" name="任意多边形: 形状 18"/>
                  <p:cNvSpPr/>
                  <p:nvPr/>
                </p:nvSpPr>
                <p:spPr>
                  <a:xfrm>
                    <a:off x="4539592" y="2483765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0" name="任意多边形: 形状 19"/>
                  <p:cNvSpPr/>
                  <p:nvPr/>
                </p:nvSpPr>
                <p:spPr>
                  <a:xfrm>
                    <a:off x="4592755" y="2483765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1" name="任意多边形: 形状 20"/>
                  <p:cNvSpPr/>
                  <p:nvPr/>
                </p:nvSpPr>
                <p:spPr>
                  <a:xfrm>
                    <a:off x="4652563" y="2483765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2" name="任意多边形: 形状 21"/>
                  <p:cNvSpPr/>
                  <p:nvPr/>
                </p:nvSpPr>
                <p:spPr>
                  <a:xfrm>
                    <a:off x="4705726" y="2483765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3" name="任意多边形: 形状 22"/>
                  <p:cNvSpPr/>
                  <p:nvPr/>
                </p:nvSpPr>
                <p:spPr>
                  <a:xfrm>
                    <a:off x="4765534" y="2483765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4" name="任意多边形: 形状 23"/>
                  <p:cNvSpPr/>
                  <p:nvPr/>
                </p:nvSpPr>
                <p:spPr>
                  <a:xfrm>
                    <a:off x="4818697" y="2483765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5" name="任意多边形: 形状 24"/>
                  <p:cNvSpPr/>
                  <p:nvPr/>
                </p:nvSpPr>
                <p:spPr>
                  <a:xfrm>
                    <a:off x="4871860" y="2483765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6" name="任意多边形: 形状 25"/>
                  <p:cNvSpPr/>
                  <p:nvPr/>
                </p:nvSpPr>
                <p:spPr>
                  <a:xfrm>
                    <a:off x="4925023" y="2483765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7" name="任意多边形: 形状 26"/>
                  <p:cNvSpPr/>
                  <p:nvPr/>
                </p:nvSpPr>
                <p:spPr>
                  <a:xfrm>
                    <a:off x="4984831" y="2483765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8" name="任意多边形: 形状 27"/>
                  <p:cNvSpPr/>
                  <p:nvPr/>
                </p:nvSpPr>
                <p:spPr>
                  <a:xfrm>
                    <a:off x="5037994" y="2483765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9" name="任意多边形: 形状 28"/>
                  <p:cNvSpPr/>
                  <p:nvPr/>
                </p:nvSpPr>
                <p:spPr>
                  <a:xfrm>
                    <a:off x="5097802" y="2483765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0" name="任意多边形: 形状 29"/>
                  <p:cNvSpPr/>
                  <p:nvPr/>
                </p:nvSpPr>
                <p:spPr>
                  <a:xfrm>
                    <a:off x="5150965" y="2483765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1" name="任意多边形: 形状 30"/>
                  <p:cNvSpPr/>
                  <p:nvPr/>
                </p:nvSpPr>
                <p:spPr>
                  <a:xfrm>
                    <a:off x="4479784" y="2483765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2" name="任意多边形: 形状 31"/>
                  <p:cNvSpPr/>
                  <p:nvPr/>
                </p:nvSpPr>
                <p:spPr>
                  <a:xfrm>
                    <a:off x="4479784" y="2550219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3" name="任意多边形: 形状 32"/>
                  <p:cNvSpPr/>
                  <p:nvPr/>
                </p:nvSpPr>
                <p:spPr>
                  <a:xfrm>
                    <a:off x="4479784" y="2616672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4" name="任意多边形: 形状 33"/>
                  <p:cNvSpPr/>
                  <p:nvPr/>
                </p:nvSpPr>
                <p:spPr>
                  <a:xfrm>
                    <a:off x="4479784" y="2683126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5" name="任意多边形: 形状 34"/>
                  <p:cNvSpPr/>
                  <p:nvPr/>
                </p:nvSpPr>
                <p:spPr>
                  <a:xfrm>
                    <a:off x="4479784" y="2749579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6" name="任意多边形: 形状 35"/>
                  <p:cNvSpPr/>
                  <p:nvPr/>
                </p:nvSpPr>
                <p:spPr>
                  <a:xfrm>
                    <a:off x="4479784" y="2816033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7" name="任意多边形: 形状 36"/>
                  <p:cNvSpPr/>
                  <p:nvPr/>
                </p:nvSpPr>
                <p:spPr>
                  <a:xfrm>
                    <a:off x="4479784" y="2882486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8" name="任意多边形: 形状 37"/>
                  <p:cNvSpPr/>
                  <p:nvPr/>
                </p:nvSpPr>
                <p:spPr>
                  <a:xfrm>
                    <a:off x="4479784" y="2948940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9" name="任意多边形: 形状 38"/>
                  <p:cNvSpPr/>
                  <p:nvPr/>
                </p:nvSpPr>
                <p:spPr>
                  <a:xfrm>
                    <a:off x="4479784" y="3015393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0" name="任意多边形: 形状 39"/>
                  <p:cNvSpPr/>
                  <p:nvPr/>
                </p:nvSpPr>
                <p:spPr>
                  <a:xfrm>
                    <a:off x="4479784" y="3081846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1" name="任意多边形: 形状 40"/>
                  <p:cNvSpPr/>
                  <p:nvPr/>
                </p:nvSpPr>
                <p:spPr>
                  <a:xfrm>
                    <a:off x="4479784" y="3148300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</p:grpSp>
            <p:grpSp>
              <p:nvGrpSpPr>
                <p:cNvPr id="42" name="图形 4"/>
                <p:cNvGrpSpPr/>
                <p:nvPr/>
              </p:nvGrpSpPr>
              <p:grpSpPr>
                <a:xfrm>
                  <a:off x="5317098" y="3334370"/>
                  <a:ext cx="684470" cy="677825"/>
                  <a:chOff x="5317098" y="3334370"/>
                  <a:chExt cx="684470" cy="677825"/>
                </a:xfrm>
                <a:solidFill>
                  <a:srgbClr val="FFFFFF"/>
                </a:solidFill>
              </p:grpSpPr>
              <p:sp>
                <p:nvSpPr>
                  <p:cNvPr id="43" name="任意多边形: 形状 42"/>
                  <p:cNvSpPr/>
                  <p:nvPr/>
                </p:nvSpPr>
                <p:spPr>
                  <a:xfrm>
                    <a:off x="5317098" y="3334370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4" name="任意多边形: 形状 43"/>
                  <p:cNvSpPr/>
                  <p:nvPr/>
                </p:nvSpPr>
                <p:spPr>
                  <a:xfrm>
                    <a:off x="5376906" y="3334370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5" name="任意多边形: 形状 44"/>
                  <p:cNvSpPr/>
                  <p:nvPr/>
                </p:nvSpPr>
                <p:spPr>
                  <a:xfrm>
                    <a:off x="5430069" y="3334370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6" name="任意多边形: 形状 45"/>
                  <p:cNvSpPr/>
                  <p:nvPr/>
                </p:nvSpPr>
                <p:spPr>
                  <a:xfrm>
                    <a:off x="5489877" y="3334370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7" name="任意多边形: 形状 46"/>
                  <p:cNvSpPr/>
                  <p:nvPr/>
                </p:nvSpPr>
                <p:spPr>
                  <a:xfrm>
                    <a:off x="5543040" y="3334370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8" name="任意多边形: 形状 47"/>
                  <p:cNvSpPr/>
                  <p:nvPr/>
                </p:nvSpPr>
                <p:spPr>
                  <a:xfrm>
                    <a:off x="5602848" y="3334370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9" name="任意多边形: 形状 48"/>
                  <p:cNvSpPr/>
                  <p:nvPr/>
                </p:nvSpPr>
                <p:spPr>
                  <a:xfrm>
                    <a:off x="5656011" y="3334370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0" name="任意多边形: 形状 49"/>
                  <p:cNvSpPr/>
                  <p:nvPr/>
                </p:nvSpPr>
                <p:spPr>
                  <a:xfrm>
                    <a:off x="5709174" y="3334370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1" name="任意多边形: 形状 50"/>
                  <p:cNvSpPr/>
                  <p:nvPr/>
                </p:nvSpPr>
                <p:spPr>
                  <a:xfrm>
                    <a:off x="5762337" y="3334370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2" name="任意多边形: 形状 51"/>
                  <p:cNvSpPr/>
                  <p:nvPr/>
                </p:nvSpPr>
                <p:spPr>
                  <a:xfrm>
                    <a:off x="5822145" y="3334370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3" name="任意多边形: 形状 52"/>
                  <p:cNvSpPr/>
                  <p:nvPr/>
                </p:nvSpPr>
                <p:spPr>
                  <a:xfrm>
                    <a:off x="5875307" y="3334370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4" name="任意多边形: 形状 53"/>
                  <p:cNvSpPr/>
                  <p:nvPr/>
                </p:nvSpPr>
                <p:spPr>
                  <a:xfrm>
                    <a:off x="5935116" y="3334370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5" name="任意多边形: 形状 54"/>
                  <p:cNvSpPr/>
                  <p:nvPr/>
                </p:nvSpPr>
                <p:spPr>
                  <a:xfrm>
                    <a:off x="5988278" y="3334370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6" name="任意多边形: 形状 55"/>
                  <p:cNvSpPr/>
                  <p:nvPr/>
                </p:nvSpPr>
                <p:spPr>
                  <a:xfrm>
                    <a:off x="5317098" y="3334370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7" name="任意多边形: 形状 56"/>
                  <p:cNvSpPr/>
                  <p:nvPr/>
                </p:nvSpPr>
                <p:spPr>
                  <a:xfrm>
                    <a:off x="5317098" y="3400823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8" name="任意多边形: 形状 57"/>
                  <p:cNvSpPr/>
                  <p:nvPr/>
                </p:nvSpPr>
                <p:spPr>
                  <a:xfrm>
                    <a:off x="5317098" y="3467277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9" name="任意多边形: 形状 58"/>
                  <p:cNvSpPr/>
                  <p:nvPr/>
                </p:nvSpPr>
                <p:spPr>
                  <a:xfrm>
                    <a:off x="5317098" y="3533730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0" name="任意多边形: 形状 59"/>
                  <p:cNvSpPr/>
                  <p:nvPr/>
                </p:nvSpPr>
                <p:spPr>
                  <a:xfrm>
                    <a:off x="5317098" y="3600184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1" name="任意多边形: 形状 60"/>
                  <p:cNvSpPr/>
                  <p:nvPr/>
                </p:nvSpPr>
                <p:spPr>
                  <a:xfrm>
                    <a:off x="5317098" y="3666637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2" name="任意多边形: 形状 61"/>
                  <p:cNvSpPr/>
                  <p:nvPr/>
                </p:nvSpPr>
                <p:spPr>
                  <a:xfrm>
                    <a:off x="5317098" y="3733091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3" name="任意多边形: 形状 62"/>
                  <p:cNvSpPr/>
                  <p:nvPr/>
                </p:nvSpPr>
                <p:spPr>
                  <a:xfrm>
                    <a:off x="5317098" y="3799544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4" name="任意多边形: 形状 63"/>
                  <p:cNvSpPr/>
                  <p:nvPr/>
                </p:nvSpPr>
                <p:spPr>
                  <a:xfrm>
                    <a:off x="5317098" y="3865998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5" name="任意多边形: 形状 64"/>
                  <p:cNvSpPr/>
                  <p:nvPr/>
                </p:nvSpPr>
                <p:spPr>
                  <a:xfrm>
                    <a:off x="5317098" y="3932451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6" name="任意多边形: 形状 65"/>
                  <p:cNvSpPr/>
                  <p:nvPr/>
                </p:nvSpPr>
                <p:spPr>
                  <a:xfrm>
                    <a:off x="5317098" y="3998905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</p:grpSp>
            <p:grpSp>
              <p:nvGrpSpPr>
                <p:cNvPr id="67" name="图形 4"/>
                <p:cNvGrpSpPr/>
                <p:nvPr/>
              </p:nvGrpSpPr>
              <p:grpSpPr>
                <a:xfrm>
                  <a:off x="6068023" y="2556864"/>
                  <a:ext cx="684470" cy="677825"/>
                  <a:chOff x="6068023" y="2556864"/>
                  <a:chExt cx="684470" cy="677825"/>
                </a:xfrm>
                <a:solidFill>
                  <a:srgbClr val="FFFFFF"/>
                </a:solidFill>
              </p:grpSpPr>
              <p:sp>
                <p:nvSpPr>
                  <p:cNvPr id="68" name="任意多边形: 形状 67"/>
                  <p:cNvSpPr/>
                  <p:nvPr/>
                </p:nvSpPr>
                <p:spPr>
                  <a:xfrm>
                    <a:off x="6068023" y="2556864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9" name="任意多边形: 形状 68"/>
                  <p:cNvSpPr/>
                  <p:nvPr/>
                </p:nvSpPr>
                <p:spPr>
                  <a:xfrm>
                    <a:off x="6127831" y="2556864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0" name="任意多边形: 形状 69"/>
                  <p:cNvSpPr/>
                  <p:nvPr/>
                </p:nvSpPr>
                <p:spPr>
                  <a:xfrm>
                    <a:off x="6180994" y="2556864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1" name="任意多边形: 形状 70"/>
                  <p:cNvSpPr/>
                  <p:nvPr/>
                </p:nvSpPr>
                <p:spPr>
                  <a:xfrm>
                    <a:off x="6240802" y="2556864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2" name="任意多边形: 形状 71"/>
                  <p:cNvSpPr/>
                  <p:nvPr/>
                </p:nvSpPr>
                <p:spPr>
                  <a:xfrm>
                    <a:off x="6293964" y="2556864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3" name="任意多边形: 形状 72"/>
                  <p:cNvSpPr/>
                  <p:nvPr/>
                </p:nvSpPr>
                <p:spPr>
                  <a:xfrm>
                    <a:off x="6353773" y="2556864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4" name="任意多边形: 形状 73"/>
                  <p:cNvSpPr/>
                  <p:nvPr/>
                </p:nvSpPr>
                <p:spPr>
                  <a:xfrm>
                    <a:off x="6406935" y="2556864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5" name="任意多边形: 形状 74"/>
                  <p:cNvSpPr/>
                  <p:nvPr/>
                </p:nvSpPr>
                <p:spPr>
                  <a:xfrm>
                    <a:off x="6460098" y="2556864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6" name="任意多边形: 形状 75"/>
                  <p:cNvSpPr/>
                  <p:nvPr/>
                </p:nvSpPr>
                <p:spPr>
                  <a:xfrm>
                    <a:off x="6513261" y="2556864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7" name="任意多边形: 形状 76"/>
                  <p:cNvSpPr/>
                  <p:nvPr/>
                </p:nvSpPr>
                <p:spPr>
                  <a:xfrm>
                    <a:off x="6573069" y="2556864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8" name="任意多边形: 形状 77"/>
                  <p:cNvSpPr/>
                  <p:nvPr/>
                </p:nvSpPr>
                <p:spPr>
                  <a:xfrm>
                    <a:off x="6626232" y="2556864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9" name="任意多边形: 形状 78"/>
                  <p:cNvSpPr/>
                  <p:nvPr/>
                </p:nvSpPr>
                <p:spPr>
                  <a:xfrm>
                    <a:off x="6686040" y="2556864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0" name="任意多边形: 形状 79"/>
                  <p:cNvSpPr/>
                  <p:nvPr/>
                </p:nvSpPr>
                <p:spPr>
                  <a:xfrm>
                    <a:off x="6739203" y="2556864"/>
                    <a:ext cx="13290" cy="677825"/>
                  </a:xfrm>
                  <a:custGeom>
                    <a:avLst/>
                    <a:gdLst>
                      <a:gd name="connsiteX0" fmla="*/ 0 w 13290"/>
                      <a:gd name="connsiteY0" fmla="*/ 0 h 677825"/>
                      <a:gd name="connsiteX1" fmla="*/ 13291 w 13290"/>
                      <a:gd name="connsiteY1" fmla="*/ 0 h 677825"/>
                      <a:gd name="connsiteX2" fmla="*/ 13291 w 13290"/>
                      <a:gd name="connsiteY2" fmla="*/ 677826 h 677825"/>
                      <a:gd name="connsiteX3" fmla="*/ 0 w 13290"/>
                      <a:gd name="connsiteY3" fmla="*/ 677826 h 6778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3290" h="677825">
                        <a:moveTo>
                          <a:pt x="0" y="0"/>
                        </a:moveTo>
                        <a:lnTo>
                          <a:pt x="13291" y="0"/>
                        </a:lnTo>
                        <a:lnTo>
                          <a:pt x="13291" y="677826"/>
                        </a:lnTo>
                        <a:lnTo>
                          <a:pt x="0" y="6778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1" name="任意多边形: 形状 80"/>
                  <p:cNvSpPr/>
                  <p:nvPr/>
                </p:nvSpPr>
                <p:spPr>
                  <a:xfrm>
                    <a:off x="6068023" y="2556864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2" name="任意多边形: 形状 81"/>
                  <p:cNvSpPr/>
                  <p:nvPr/>
                </p:nvSpPr>
                <p:spPr>
                  <a:xfrm>
                    <a:off x="6068023" y="2623317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3" name="任意多边形: 形状 82"/>
                  <p:cNvSpPr/>
                  <p:nvPr/>
                </p:nvSpPr>
                <p:spPr>
                  <a:xfrm>
                    <a:off x="6068023" y="2689771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4" name="任意多边形: 形状 83"/>
                  <p:cNvSpPr/>
                  <p:nvPr/>
                </p:nvSpPr>
                <p:spPr>
                  <a:xfrm>
                    <a:off x="6068023" y="2756224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5" name="任意多边形: 形状 84"/>
                  <p:cNvSpPr/>
                  <p:nvPr/>
                </p:nvSpPr>
                <p:spPr>
                  <a:xfrm>
                    <a:off x="6068023" y="2822678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6" name="任意多边形: 形状 85"/>
                  <p:cNvSpPr/>
                  <p:nvPr/>
                </p:nvSpPr>
                <p:spPr>
                  <a:xfrm>
                    <a:off x="6068023" y="2889131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7" name="任意多边形: 形状 86"/>
                  <p:cNvSpPr/>
                  <p:nvPr/>
                </p:nvSpPr>
                <p:spPr>
                  <a:xfrm>
                    <a:off x="6068023" y="2955585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8" name="任意多边形: 形状 87"/>
                  <p:cNvSpPr/>
                  <p:nvPr/>
                </p:nvSpPr>
                <p:spPr>
                  <a:xfrm>
                    <a:off x="6068023" y="3022038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9" name="任意多边形: 形状 88"/>
                  <p:cNvSpPr/>
                  <p:nvPr/>
                </p:nvSpPr>
                <p:spPr>
                  <a:xfrm>
                    <a:off x="6068023" y="3088492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0" name="任意多边形: 形状 89"/>
                  <p:cNvSpPr/>
                  <p:nvPr/>
                </p:nvSpPr>
                <p:spPr>
                  <a:xfrm>
                    <a:off x="6068023" y="3154945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1" name="任意多边形: 形状 90"/>
                  <p:cNvSpPr/>
                  <p:nvPr/>
                </p:nvSpPr>
                <p:spPr>
                  <a:xfrm>
                    <a:off x="6068023" y="3221399"/>
                    <a:ext cx="684470" cy="13290"/>
                  </a:xfrm>
                  <a:custGeom>
                    <a:avLst/>
                    <a:gdLst>
                      <a:gd name="connsiteX0" fmla="*/ 0 w 684470"/>
                      <a:gd name="connsiteY0" fmla="*/ 0 h 13290"/>
                      <a:gd name="connsiteX1" fmla="*/ 684471 w 684470"/>
                      <a:gd name="connsiteY1" fmla="*/ 0 h 13290"/>
                      <a:gd name="connsiteX2" fmla="*/ 684471 w 684470"/>
                      <a:gd name="connsiteY2" fmla="*/ 13291 h 13290"/>
                      <a:gd name="connsiteX3" fmla="*/ 0 w 684470"/>
                      <a:gd name="connsiteY3" fmla="*/ 13291 h 132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4470" h="13290">
                        <a:moveTo>
                          <a:pt x="0" y="0"/>
                        </a:moveTo>
                        <a:lnTo>
                          <a:pt x="684471" y="0"/>
                        </a:lnTo>
                        <a:lnTo>
                          <a:pt x="684471" y="13291"/>
                        </a:lnTo>
                        <a:lnTo>
                          <a:pt x="0" y="13291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663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</p:grpSp>
          </p:grpSp>
          <p:sp>
            <p:nvSpPr>
              <p:cNvPr id="92" name="任意多边形: 形状 91"/>
              <p:cNvSpPr/>
              <p:nvPr/>
            </p:nvSpPr>
            <p:spPr>
              <a:xfrm>
                <a:off x="4805406" y="2696416"/>
                <a:ext cx="976866" cy="677825"/>
              </a:xfrm>
              <a:custGeom>
                <a:avLst/>
                <a:gdLst>
                  <a:gd name="connsiteX0" fmla="*/ 0 w 976866"/>
                  <a:gd name="connsiteY0" fmla="*/ 0 h 677825"/>
                  <a:gd name="connsiteX1" fmla="*/ 976866 w 976866"/>
                  <a:gd name="connsiteY1" fmla="*/ 0 h 677825"/>
                  <a:gd name="connsiteX2" fmla="*/ 976866 w 976866"/>
                  <a:gd name="connsiteY2" fmla="*/ 677826 h 677825"/>
                  <a:gd name="connsiteX3" fmla="*/ 0 w 976866"/>
                  <a:gd name="connsiteY3" fmla="*/ 677826 h 677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76866" h="677825">
                    <a:moveTo>
                      <a:pt x="0" y="0"/>
                    </a:moveTo>
                    <a:lnTo>
                      <a:pt x="976866" y="0"/>
                    </a:lnTo>
                    <a:lnTo>
                      <a:pt x="976866" y="677826"/>
                    </a:lnTo>
                    <a:lnTo>
                      <a:pt x="0" y="677826"/>
                    </a:ln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3" name="任意多边形: 形状 92"/>
              <p:cNvSpPr/>
              <p:nvPr/>
            </p:nvSpPr>
            <p:spPr>
              <a:xfrm>
                <a:off x="4905087" y="2782806"/>
                <a:ext cx="976866" cy="677825"/>
              </a:xfrm>
              <a:custGeom>
                <a:avLst/>
                <a:gdLst>
                  <a:gd name="connsiteX0" fmla="*/ 0 w 976866"/>
                  <a:gd name="connsiteY0" fmla="*/ 0 h 677825"/>
                  <a:gd name="connsiteX1" fmla="*/ 976866 w 976866"/>
                  <a:gd name="connsiteY1" fmla="*/ 0 h 677825"/>
                  <a:gd name="connsiteX2" fmla="*/ 976866 w 976866"/>
                  <a:gd name="connsiteY2" fmla="*/ 677826 h 677825"/>
                  <a:gd name="connsiteX3" fmla="*/ 0 w 976866"/>
                  <a:gd name="connsiteY3" fmla="*/ 677826 h 677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76866" h="677825">
                    <a:moveTo>
                      <a:pt x="0" y="0"/>
                    </a:moveTo>
                    <a:lnTo>
                      <a:pt x="976866" y="0"/>
                    </a:lnTo>
                    <a:lnTo>
                      <a:pt x="976866" y="677826"/>
                    </a:lnTo>
                    <a:lnTo>
                      <a:pt x="0" y="677826"/>
                    </a:lnTo>
                    <a:close/>
                  </a:path>
                </a:pathLst>
              </a:custGeom>
              <a:solidFill>
                <a:srgbClr val="E1E6FB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4" name="任意多边形: 形状 93"/>
              <p:cNvSpPr/>
              <p:nvPr/>
            </p:nvSpPr>
            <p:spPr>
              <a:xfrm>
                <a:off x="5104447" y="2875841"/>
                <a:ext cx="558209" cy="13290"/>
              </a:xfrm>
              <a:custGeom>
                <a:avLst/>
                <a:gdLst>
                  <a:gd name="connsiteX0" fmla="*/ 0 w 558209"/>
                  <a:gd name="connsiteY0" fmla="*/ 0 h 13290"/>
                  <a:gd name="connsiteX1" fmla="*/ 558209 w 558209"/>
                  <a:gd name="connsiteY1" fmla="*/ 0 h 13290"/>
                  <a:gd name="connsiteX2" fmla="*/ 558209 w 558209"/>
                  <a:gd name="connsiteY2" fmla="*/ 13291 h 13290"/>
                  <a:gd name="connsiteX3" fmla="*/ 0 w 558209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58209" h="13290">
                    <a:moveTo>
                      <a:pt x="0" y="0"/>
                    </a:moveTo>
                    <a:lnTo>
                      <a:pt x="558209" y="0"/>
                    </a:lnTo>
                    <a:lnTo>
                      <a:pt x="558209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5" name="任意多边形: 形状 94"/>
              <p:cNvSpPr/>
              <p:nvPr/>
            </p:nvSpPr>
            <p:spPr>
              <a:xfrm>
                <a:off x="5104447" y="2909067"/>
                <a:ext cx="458529" cy="13290"/>
              </a:xfrm>
              <a:custGeom>
                <a:avLst/>
                <a:gdLst>
                  <a:gd name="connsiteX0" fmla="*/ 0 w 458529"/>
                  <a:gd name="connsiteY0" fmla="*/ 0 h 13290"/>
                  <a:gd name="connsiteX1" fmla="*/ 458529 w 458529"/>
                  <a:gd name="connsiteY1" fmla="*/ 0 h 13290"/>
                  <a:gd name="connsiteX2" fmla="*/ 458529 w 458529"/>
                  <a:gd name="connsiteY2" fmla="*/ 13291 h 13290"/>
                  <a:gd name="connsiteX3" fmla="*/ 0 w 458529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58529" h="13290">
                    <a:moveTo>
                      <a:pt x="0" y="0"/>
                    </a:moveTo>
                    <a:lnTo>
                      <a:pt x="458529" y="0"/>
                    </a:lnTo>
                    <a:lnTo>
                      <a:pt x="458529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6" name="任意多边形: 形状 95"/>
              <p:cNvSpPr/>
              <p:nvPr/>
            </p:nvSpPr>
            <p:spPr>
              <a:xfrm>
                <a:off x="5104447" y="2935649"/>
                <a:ext cx="604726" cy="13290"/>
              </a:xfrm>
              <a:custGeom>
                <a:avLst/>
                <a:gdLst>
                  <a:gd name="connsiteX0" fmla="*/ 0 w 604726"/>
                  <a:gd name="connsiteY0" fmla="*/ 0 h 13290"/>
                  <a:gd name="connsiteX1" fmla="*/ 604727 w 604726"/>
                  <a:gd name="connsiteY1" fmla="*/ 0 h 13290"/>
                  <a:gd name="connsiteX2" fmla="*/ 604727 w 604726"/>
                  <a:gd name="connsiteY2" fmla="*/ 13291 h 13290"/>
                  <a:gd name="connsiteX3" fmla="*/ 0 w 604726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04726" h="13290">
                    <a:moveTo>
                      <a:pt x="0" y="0"/>
                    </a:moveTo>
                    <a:lnTo>
                      <a:pt x="604727" y="0"/>
                    </a:lnTo>
                    <a:lnTo>
                      <a:pt x="604727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7" name="任意多边形: 形状 96"/>
              <p:cNvSpPr/>
              <p:nvPr/>
            </p:nvSpPr>
            <p:spPr>
              <a:xfrm>
                <a:off x="5104447" y="3022038"/>
                <a:ext cx="265813" cy="13290"/>
              </a:xfrm>
              <a:custGeom>
                <a:avLst/>
                <a:gdLst>
                  <a:gd name="connsiteX0" fmla="*/ 0 w 265813"/>
                  <a:gd name="connsiteY0" fmla="*/ 0 h 13290"/>
                  <a:gd name="connsiteX1" fmla="*/ 265814 w 265813"/>
                  <a:gd name="connsiteY1" fmla="*/ 0 h 13290"/>
                  <a:gd name="connsiteX2" fmla="*/ 265814 w 265813"/>
                  <a:gd name="connsiteY2" fmla="*/ 13291 h 13290"/>
                  <a:gd name="connsiteX3" fmla="*/ 0 w 265813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5813" h="13290">
                    <a:moveTo>
                      <a:pt x="0" y="0"/>
                    </a:moveTo>
                    <a:lnTo>
                      <a:pt x="265814" y="0"/>
                    </a:lnTo>
                    <a:lnTo>
                      <a:pt x="265814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8" name="任意多边形: 形状 97"/>
              <p:cNvSpPr/>
              <p:nvPr/>
            </p:nvSpPr>
            <p:spPr>
              <a:xfrm>
                <a:off x="5104447" y="3055265"/>
                <a:ext cx="405366" cy="13290"/>
              </a:xfrm>
              <a:custGeom>
                <a:avLst/>
                <a:gdLst>
                  <a:gd name="connsiteX0" fmla="*/ 0 w 405366"/>
                  <a:gd name="connsiteY0" fmla="*/ 0 h 13290"/>
                  <a:gd name="connsiteX1" fmla="*/ 405366 w 405366"/>
                  <a:gd name="connsiteY1" fmla="*/ 0 h 13290"/>
                  <a:gd name="connsiteX2" fmla="*/ 405366 w 405366"/>
                  <a:gd name="connsiteY2" fmla="*/ 13291 h 13290"/>
                  <a:gd name="connsiteX3" fmla="*/ 0 w 405366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05366" h="13290">
                    <a:moveTo>
                      <a:pt x="0" y="0"/>
                    </a:moveTo>
                    <a:lnTo>
                      <a:pt x="405366" y="0"/>
                    </a:lnTo>
                    <a:lnTo>
                      <a:pt x="405366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9" name="任意多边形: 形状 98"/>
              <p:cNvSpPr/>
              <p:nvPr/>
            </p:nvSpPr>
            <p:spPr>
              <a:xfrm>
                <a:off x="5104447" y="3081846"/>
                <a:ext cx="378784" cy="13290"/>
              </a:xfrm>
              <a:custGeom>
                <a:avLst/>
                <a:gdLst>
                  <a:gd name="connsiteX0" fmla="*/ 0 w 378784"/>
                  <a:gd name="connsiteY0" fmla="*/ 0 h 13290"/>
                  <a:gd name="connsiteX1" fmla="*/ 378785 w 378784"/>
                  <a:gd name="connsiteY1" fmla="*/ 0 h 13290"/>
                  <a:gd name="connsiteX2" fmla="*/ 378785 w 378784"/>
                  <a:gd name="connsiteY2" fmla="*/ 13291 h 13290"/>
                  <a:gd name="connsiteX3" fmla="*/ 0 w 378784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8784" h="13290">
                    <a:moveTo>
                      <a:pt x="0" y="0"/>
                    </a:moveTo>
                    <a:lnTo>
                      <a:pt x="378785" y="0"/>
                    </a:lnTo>
                    <a:lnTo>
                      <a:pt x="378785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0" name="任意多边形: 形状 99"/>
              <p:cNvSpPr/>
              <p:nvPr/>
            </p:nvSpPr>
            <p:spPr>
              <a:xfrm>
                <a:off x="5104447" y="3174881"/>
                <a:ext cx="265813" cy="13290"/>
              </a:xfrm>
              <a:custGeom>
                <a:avLst/>
                <a:gdLst>
                  <a:gd name="connsiteX0" fmla="*/ 0 w 265813"/>
                  <a:gd name="connsiteY0" fmla="*/ 0 h 13290"/>
                  <a:gd name="connsiteX1" fmla="*/ 265814 w 265813"/>
                  <a:gd name="connsiteY1" fmla="*/ 0 h 13290"/>
                  <a:gd name="connsiteX2" fmla="*/ 265814 w 265813"/>
                  <a:gd name="connsiteY2" fmla="*/ 13291 h 13290"/>
                  <a:gd name="connsiteX3" fmla="*/ 0 w 265813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5813" h="13290">
                    <a:moveTo>
                      <a:pt x="0" y="0"/>
                    </a:moveTo>
                    <a:lnTo>
                      <a:pt x="265814" y="0"/>
                    </a:lnTo>
                    <a:lnTo>
                      <a:pt x="265814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1" name="任意多边形: 形状 100"/>
              <p:cNvSpPr/>
              <p:nvPr/>
            </p:nvSpPr>
            <p:spPr>
              <a:xfrm>
                <a:off x="5104447" y="3208108"/>
                <a:ext cx="405366" cy="13290"/>
              </a:xfrm>
              <a:custGeom>
                <a:avLst/>
                <a:gdLst>
                  <a:gd name="connsiteX0" fmla="*/ 0 w 405366"/>
                  <a:gd name="connsiteY0" fmla="*/ 0 h 13290"/>
                  <a:gd name="connsiteX1" fmla="*/ 405366 w 405366"/>
                  <a:gd name="connsiteY1" fmla="*/ 0 h 13290"/>
                  <a:gd name="connsiteX2" fmla="*/ 405366 w 405366"/>
                  <a:gd name="connsiteY2" fmla="*/ 13291 h 13290"/>
                  <a:gd name="connsiteX3" fmla="*/ 0 w 405366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05366" h="13290">
                    <a:moveTo>
                      <a:pt x="0" y="0"/>
                    </a:moveTo>
                    <a:lnTo>
                      <a:pt x="405366" y="0"/>
                    </a:lnTo>
                    <a:lnTo>
                      <a:pt x="405366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2" name="任意多边形: 形状 101"/>
              <p:cNvSpPr/>
              <p:nvPr/>
            </p:nvSpPr>
            <p:spPr>
              <a:xfrm>
                <a:off x="5104447" y="3234690"/>
                <a:ext cx="378784" cy="13290"/>
              </a:xfrm>
              <a:custGeom>
                <a:avLst/>
                <a:gdLst>
                  <a:gd name="connsiteX0" fmla="*/ 0 w 378784"/>
                  <a:gd name="connsiteY0" fmla="*/ 0 h 13290"/>
                  <a:gd name="connsiteX1" fmla="*/ 378785 w 378784"/>
                  <a:gd name="connsiteY1" fmla="*/ 0 h 13290"/>
                  <a:gd name="connsiteX2" fmla="*/ 378785 w 378784"/>
                  <a:gd name="connsiteY2" fmla="*/ 13291 h 13290"/>
                  <a:gd name="connsiteX3" fmla="*/ 0 w 378784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8784" h="13290">
                    <a:moveTo>
                      <a:pt x="0" y="0"/>
                    </a:moveTo>
                    <a:lnTo>
                      <a:pt x="378785" y="0"/>
                    </a:lnTo>
                    <a:lnTo>
                      <a:pt x="378785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3" name="任意多边形: 形状 102"/>
              <p:cNvSpPr/>
              <p:nvPr/>
            </p:nvSpPr>
            <p:spPr>
              <a:xfrm>
                <a:off x="4978185" y="2869195"/>
                <a:ext cx="86389" cy="86389"/>
              </a:xfrm>
              <a:custGeom>
                <a:avLst/>
                <a:gdLst>
                  <a:gd name="connsiteX0" fmla="*/ 86390 w 86389"/>
                  <a:gd name="connsiteY0" fmla="*/ 43195 h 86389"/>
                  <a:gd name="connsiteX1" fmla="*/ 43195 w 86389"/>
                  <a:gd name="connsiteY1" fmla="*/ 86390 h 86389"/>
                  <a:gd name="connsiteX2" fmla="*/ 0 w 86389"/>
                  <a:gd name="connsiteY2" fmla="*/ 43195 h 86389"/>
                  <a:gd name="connsiteX3" fmla="*/ 43195 w 86389"/>
                  <a:gd name="connsiteY3" fmla="*/ 0 h 86389"/>
                  <a:gd name="connsiteX4" fmla="*/ 86390 w 86389"/>
                  <a:gd name="connsiteY4" fmla="*/ 43195 h 86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6389" h="86389">
                    <a:moveTo>
                      <a:pt x="86390" y="43195"/>
                    </a:moveTo>
                    <a:cubicBezTo>
                      <a:pt x="86390" y="67051"/>
                      <a:pt x="67051" y="86390"/>
                      <a:pt x="43195" y="86390"/>
                    </a:cubicBezTo>
                    <a:cubicBezTo>
                      <a:pt x="19339" y="86390"/>
                      <a:pt x="0" y="67051"/>
                      <a:pt x="0" y="43195"/>
                    </a:cubicBezTo>
                    <a:cubicBezTo>
                      <a:pt x="0" y="19339"/>
                      <a:pt x="19339" y="0"/>
                      <a:pt x="43195" y="0"/>
                    </a:cubicBezTo>
                    <a:cubicBezTo>
                      <a:pt x="67051" y="0"/>
                      <a:pt x="86390" y="19339"/>
                      <a:pt x="86390" y="43195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4" name="任意多边形: 形状 103"/>
              <p:cNvSpPr/>
              <p:nvPr/>
            </p:nvSpPr>
            <p:spPr>
              <a:xfrm>
                <a:off x="4978185" y="3008748"/>
                <a:ext cx="86389" cy="86389"/>
              </a:xfrm>
              <a:custGeom>
                <a:avLst/>
                <a:gdLst>
                  <a:gd name="connsiteX0" fmla="*/ 86390 w 86389"/>
                  <a:gd name="connsiteY0" fmla="*/ 43195 h 86389"/>
                  <a:gd name="connsiteX1" fmla="*/ 43195 w 86389"/>
                  <a:gd name="connsiteY1" fmla="*/ 86390 h 86389"/>
                  <a:gd name="connsiteX2" fmla="*/ 0 w 86389"/>
                  <a:gd name="connsiteY2" fmla="*/ 43195 h 86389"/>
                  <a:gd name="connsiteX3" fmla="*/ 43195 w 86389"/>
                  <a:gd name="connsiteY3" fmla="*/ 0 h 86389"/>
                  <a:gd name="connsiteX4" fmla="*/ 86390 w 86389"/>
                  <a:gd name="connsiteY4" fmla="*/ 43195 h 86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6389" h="86389">
                    <a:moveTo>
                      <a:pt x="86390" y="43195"/>
                    </a:moveTo>
                    <a:cubicBezTo>
                      <a:pt x="86390" y="67051"/>
                      <a:pt x="67051" y="86390"/>
                      <a:pt x="43195" y="86390"/>
                    </a:cubicBezTo>
                    <a:cubicBezTo>
                      <a:pt x="19339" y="86390"/>
                      <a:pt x="0" y="67051"/>
                      <a:pt x="0" y="43195"/>
                    </a:cubicBezTo>
                    <a:cubicBezTo>
                      <a:pt x="0" y="19339"/>
                      <a:pt x="19339" y="0"/>
                      <a:pt x="43195" y="0"/>
                    </a:cubicBezTo>
                    <a:cubicBezTo>
                      <a:pt x="67051" y="0"/>
                      <a:pt x="86390" y="19339"/>
                      <a:pt x="86390" y="43195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5" name="任意多边形: 形状 104"/>
              <p:cNvSpPr/>
              <p:nvPr/>
            </p:nvSpPr>
            <p:spPr>
              <a:xfrm>
                <a:off x="4984831" y="3168236"/>
                <a:ext cx="86389" cy="86389"/>
              </a:xfrm>
              <a:custGeom>
                <a:avLst/>
                <a:gdLst>
                  <a:gd name="connsiteX0" fmla="*/ 86390 w 86389"/>
                  <a:gd name="connsiteY0" fmla="*/ 43195 h 86389"/>
                  <a:gd name="connsiteX1" fmla="*/ 43195 w 86389"/>
                  <a:gd name="connsiteY1" fmla="*/ 86390 h 86389"/>
                  <a:gd name="connsiteX2" fmla="*/ 0 w 86389"/>
                  <a:gd name="connsiteY2" fmla="*/ 43195 h 86389"/>
                  <a:gd name="connsiteX3" fmla="*/ 43195 w 86389"/>
                  <a:gd name="connsiteY3" fmla="*/ 0 h 86389"/>
                  <a:gd name="connsiteX4" fmla="*/ 86390 w 86389"/>
                  <a:gd name="connsiteY4" fmla="*/ 43195 h 86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6389" h="86389">
                    <a:moveTo>
                      <a:pt x="86390" y="43195"/>
                    </a:moveTo>
                    <a:cubicBezTo>
                      <a:pt x="86390" y="67051"/>
                      <a:pt x="67051" y="86390"/>
                      <a:pt x="43195" y="86390"/>
                    </a:cubicBezTo>
                    <a:cubicBezTo>
                      <a:pt x="19339" y="86390"/>
                      <a:pt x="0" y="67051"/>
                      <a:pt x="0" y="43195"/>
                    </a:cubicBezTo>
                    <a:cubicBezTo>
                      <a:pt x="0" y="19339"/>
                      <a:pt x="19339" y="0"/>
                      <a:pt x="43195" y="0"/>
                    </a:cubicBezTo>
                    <a:cubicBezTo>
                      <a:pt x="67051" y="0"/>
                      <a:pt x="86390" y="19339"/>
                      <a:pt x="86390" y="43195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6" name="任意多边形: 形状 105"/>
              <p:cNvSpPr/>
              <p:nvPr/>
            </p:nvSpPr>
            <p:spPr>
              <a:xfrm>
                <a:off x="6898691" y="2782806"/>
                <a:ext cx="485110" cy="13290"/>
              </a:xfrm>
              <a:custGeom>
                <a:avLst/>
                <a:gdLst>
                  <a:gd name="connsiteX0" fmla="*/ 0 w 485110"/>
                  <a:gd name="connsiteY0" fmla="*/ 0 h 13290"/>
                  <a:gd name="connsiteX1" fmla="*/ 485110 w 485110"/>
                  <a:gd name="connsiteY1" fmla="*/ 0 h 13290"/>
                  <a:gd name="connsiteX2" fmla="*/ 485110 w 485110"/>
                  <a:gd name="connsiteY2" fmla="*/ 13291 h 13290"/>
                  <a:gd name="connsiteX3" fmla="*/ 0 w 485110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5110" h="13290">
                    <a:moveTo>
                      <a:pt x="0" y="0"/>
                    </a:moveTo>
                    <a:lnTo>
                      <a:pt x="485110" y="0"/>
                    </a:lnTo>
                    <a:lnTo>
                      <a:pt x="485110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7" name="任意多边形: 形状 106"/>
              <p:cNvSpPr/>
              <p:nvPr/>
            </p:nvSpPr>
            <p:spPr>
              <a:xfrm>
                <a:off x="6898691" y="2855905"/>
                <a:ext cx="485110" cy="13290"/>
              </a:xfrm>
              <a:custGeom>
                <a:avLst/>
                <a:gdLst>
                  <a:gd name="connsiteX0" fmla="*/ 0 w 485110"/>
                  <a:gd name="connsiteY0" fmla="*/ 0 h 13290"/>
                  <a:gd name="connsiteX1" fmla="*/ 485110 w 485110"/>
                  <a:gd name="connsiteY1" fmla="*/ 0 h 13290"/>
                  <a:gd name="connsiteX2" fmla="*/ 485110 w 485110"/>
                  <a:gd name="connsiteY2" fmla="*/ 13291 h 13290"/>
                  <a:gd name="connsiteX3" fmla="*/ 0 w 485110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5110" h="13290">
                    <a:moveTo>
                      <a:pt x="0" y="0"/>
                    </a:moveTo>
                    <a:lnTo>
                      <a:pt x="485110" y="0"/>
                    </a:lnTo>
                    <a:lnTo>
                      <a:pt x="485110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8" name="任意多边形: 形状 107"/>
              <p:cNvSpPr/>
              <p:nvPr/>
            </p:nvSpPr>
            <p:spPr>
              <a:xfrm>
                <a:off x="6898691" y="2929003"/>
                <a:ext cx="485110" cy="13290"/>
              </a:xfrm>
              <a:custGeom>
                <a:avLst/>
                <a:gdLst>
                  <a:gd name="connsiteX0" fmla="*/ 0 w 485110"/>
                  <a:gd name="connsiteY0" fmla="*/ 0 h 13290"/>
                  <a:gd name="connsiteX1" fmla="*/ 485110 w 485110"/>
                  <a:gd name="connsiteY1" fmla="*/ 0 h 13290"/>
                  <a:gd name="connsiteX2" fmla="*/ 485110 w 485110"/>
                  <a:gd name="connsiteY2" fmla="*/ 13291 h 13290"/>
                  <a:gd name="connsiteX3" fmla="*/ 0 w 485110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5110" h="13290">
                    <a:moveTo>
                      <a:pt x="0" y="0"/>
                    </a:moveTo>
                    <a:lnTo>
                      <a:pt x="485110" y="0"/>
                    </a:lnTo>
                    <a:lnTo>
                      <a:pt x="485110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9" name="任意多边形: 形状 108"/>
              <p:cNvSpPr/>
              <p:nvPr/>
            </p:nvSpPr>
            <p:spPr>
              <a:xfrm>
                <a:off x="6898691" y="3002102"/>
                <a:ext cx="485110" cy="13290"/>
              </a:xfrm>
              <a:custGeom>
                <a:avLst/>
                <a:gdLst>
                  <a:gd name="connsiteX0" fmla="*/ 0 w 485110"/>
                  <a:gd name="connsiteY0" fmla="*/ 0 h 13290"/>
                  <a:gd name="connsiteX1" fmla="*/ 485110 w 485110"/>
                  <a:gd name="connsiteY1" fmla="*/ 0 h 13290"/>
                  <a:gd name="connsiteX2" fmla="*/ 485110 w 485110"/>
                  <a:gd name="connsiteY2" fmla="*/ 13291 h 13290"/>
                  <a:gd name="connsiteX3" fmla="*/ 0 w 485110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5110" h="13290">
                    <a:moveTo>
                      <a:pt x="0" y="0"/>
                    </a:moveTo>
                    <a:lnTo>
                      <a:pt x="485110" y="0"/>
                    </a:lnTo>
                    <a:lnTo>
                      <a:pt x="485110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0" name="任意多边形: 形状 109"/>
              <p:cNvSpPr/>
              <p:nvPr/>
            </p:nvSpPr>
            <p:spPr>
              <a:xfrm>
                <a:off x="6898691" y="3075201"/>
                <a:ext cx="485110" cy="13290"/>
              </a:xfrm>
              <a:custGeom>
                <a:avLst/>
                <a:gdLst>
                  <a:gd name="connsiteX0" fmla="*/ 0 w 485110"/>
                  <a:gd name="connsiteY0" fmla="*/ 0 h 13290"/>
                  <a:gd name="connsiteX1" fmla="*/ 485110 w 485110"/>
                  <a:gd name="connsiteY1" fmla="*/ 0 h 13290"/>
                  <a:gd name="connsiteX2" fmla="*/ 485110 w 485110"/>
                  <a:gd name="connsiteY2" fmla="*/ 13291 h 13290"/>
                  <a:gd name="connsiteX3" fmla="*/ 0 w 485110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5110" h="13290">
                    <a:moveTo>
                      <a:pt x="0" y="0"/>
                    </a:moveTo>
                    <a:lnTo>
                      <a:pt x="485110" y="0"/>
                    </a:lnTo>
                    <a:lnTo>
                      <a:pt x="485110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1" name="任意多边形: 形状 110"/>
              <p:cNvSpPr/>
              <p:nvPr/>
            </p:nvSpPr>
            <p:spPr>
              <a:xfrm>
                <a:off x="6898691" y="3148300"/>
                <a:ext cx="485110" cy="13290"/>
              </a:xfrm>
              <a:custGeom>
                <a:avLst/>
                <a:gdLst>
                  <a:gd name="connsiteX0" fmla="*/ 0 w 485110"/>
                  <a:gd name="connsiteY0" fmla="*/ 0 h 13290"/>
                  <a:gd name="connsiteX1" fmla="*/ 485110 w 485110"/>
                  <a:gd name="connsiteY1" fmla="*/ 0 h 13290"/>
                  <a:gd name="connsiteX2" fmla="*/ 485110 w 485110"/>
                  <a:gd name="connsiteY2" fmla="*/ 13291 h 13290"/>
                  <a:gd name="connsiteX3" fmla="*/ 0 w 485110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5110" h="13290">
                    <a:moveTo>
                      <a:pt x="0" y="0"/>
                    </a:moveTo>
                    <a:lnTo>
                      <a:pt x="485110" y="0"/>
                    </a:lnTo>
                    <a:lnTo>
                      <a:pt x="485110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2" name="任意多边形: 形状 111"/>
              <p:cNvSpPr/>
              <p:nvPr/>
            </p:nvSpPr>
            <p:spPr>
              <a:xfrm>
                <a:off x="6898691" y="3221399"/>
                <a:ext cx="485110" cy="13290"/>
              </a:xfrm>
              <a:custGeom>
                <a:avLst/>
                <a:gdLst>
                  <a:gd name="connsiteX0" fmla="*/ 0 w 485110"/>
                  <a:gd name="connsiteY0" fmla="*/ 0 h 13290"/>
                  <a:gd name="connsiteX1" fmla="*/ 485110 w 485110"/>
                  <a:gd name="connsiteY1" fmla="*/ 0 h 13290"/>
                  <a:gd name="connsiteX2" fmla="*/ 485110 w 485110"/>
                  <a:gd name="connsiteY2" fmla="*/ 13291 h 13290"/>
                  <a:gd name="connsiteX3" fmla="*/ 0 w 485110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5110" h="13290">
                    <a:moveTo>
                      <a:pt x="0" y="0"/>
                    </a:moveTo>
                    <a:lnTo>
                      <a:pt x="485110" y="0"/>
                    </a:lnTo>
                    <a:lnTo>
                      <a:pt x="485110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3" name="任意多边形: 形状 112"/>
              <p:cNvSpPr/>
              <p:nvPr/>
            </p:nvSpPr>
            <p:spPr>
              <a:xfrm>
                <a:off x="6898691" y="3294498"/>
                <a:ext cx="485110" cy="13290"/>
              </a:xfrm>
              <a:custGeom>
                <a:avLst/>
                <a:gdLst>
                  <a:gd name="connsiteX0" fmla="*/ 0 w 485110"/>
                  <a:gd name="connsiteY0" fmla="*/ 0 h 13290"/>
                  <a:gd name="connsiteX1" fmla="*/ 485110 w 485110"/>
                  <a:gd name="connsiteY1" fmla="*/ 0 h 13290"/>
                  <a:gd name="connsiteX2" fmla="*/ 485110 w 485110"/>
                  <a:gd name="connsiteY2" fmla="*/ 13291 h 13290"/>
                  <a:gd name="connsiteX3" fmla="*/ 0 w 485110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5110" h="13290">
                    <a:moveTo>
                      <a:pt x="0" y="0"/>
                    </a:moveTo>
                    <a:lnTo>
                      <a:pt x="485110" y="0"/>
                    </a:lnTo>
                    <a:lnTo>
                      <a:pt x="485110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4" name="任意多边形: 形状 113"/>
              <p:cNvSpPr/>
              <p:nvPr/>
            </p:nvSpPr>
            <p:spPr>
              <a:xfrm>
                <a:off x="6898691" y="3367596"/>
                <a:ext cx="485110" cy="13290"/>
              </a:xfrm>
              <a:custGeom>
                <a:avLst/>
                <a:gdLst>
                  <a:gd name="connsiteX0" fmla="*/ 0 w 485110"/>
                  <a:gd name="connsiteY0" fmla="*/ 0 h 13290"/>
                  <a:gd name="connsiteX1" fmla="*/ 485110 w 485110"/>
                  <a:gd name="connsiteY1" fmla="*/ 0 h 13290"/>
                  <a:gd name="connsiteX2" fmla="*/ 485110 w 485110"/>
                  <a:gd name="connsiteY2" fmla="*/ 13291 h 13290"/>
                  <a:gd name="connsiteX3" fmla="*/ 0 w 485110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5110" h="13290">
                    <a:moveTo>
                      <a:pt x="0" y="0"/>
                    </a:moveTo>
                    <a:lnTo>
                      <a:pt x="485110" y="0"/>
                    </a:lnTo>
                    <a:lnTo>
                      <a:pt x="485110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5" name="任意多边形: 形状 114"/>
              <p:cNvSpPr/>
              <p:nvPr/>
            </p:nvSpPr>
            <p:spPr>
              <a:xfrm>
                <a:off x="4380104" y="2310986"/>
                <a:ext cx="3043569" cy="13290"/>
              </a:xfrm>
              <a:custGeom>
                <a:avLst/>
                <a:gdLst>
                  <a:gd name="connsiteX0" fmla="*/ 0 w 3043569"/>
                  <a:gd name="connsiteY0" fmla="*/ 0 h 13290"/>
                  <a:gd name="connsiteX1" fmla="*/ 3043570 w 3043569"/>
                  <a:gd name="connsiteY1" fmla="*/ 0 h 13290"/>
                  <a:gd name="connsiteX2" fmla="*/ 3043570 w 3043569"/>
                  <a:gd name="connsiteY2" fmla="*/ 13291 h 13290"/>
                  <a:gd name="connsiteX3" fmla="*/ 0 w 3043569"/>
                  <a:gd name="connsiteY3" fmla="*/ 13291 h 1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043569" h="13290">
                    <a:moveTo>
                      <a:pt x="0" y="0"/>
                    </a:moveTo>
                    <a:lnTo>
                      <a:pt x="3043570" y="0"/>
                    </a:lnTo>
                    <a:lnTo>
                      <a:pt x="3043570" y="13291"/>
                    </a:lnTo>
                    <a:lnTo>
                      <a:pt x="0" y="13291"/>
                    </a:ln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6" name="任意多边形: 形状 115"/>
              <p:cNvSpPr/>
              <p:nvPr/>
            </p:nvSpPr>
            <p:spPr>
              <a:xfrm>
                <a:off x="6991726" y="2404021"/>
                <a:ext cx="299040" cy="299040"/>
              </a:xfrm>
              <a:custGeom>
                <a:avLst/>
                <a:gdLst>
                  <a:gd name="connsiteX0" fmla="*/ 299041 w 299040"/>
                  <a:gd name="connsiteY0" fmla="*/ 149520 h 299040"/>
                  <a:gd name="connsiteX1" fmla="*/ 149520 w 299040"/>
                  <a:gd name="connsiteY1" fmla="*/ 299041 h 299040"/>
                  <a:gd name="connsiteX2" fmla="*/ 0 w 299040"/>
                  <a:gd name="connsiteY2" fmla="*/ 149520 h 299040"/>
                  <a:gd name="connsiteX3" fmla="*/ 149520 w 299040"/>
                  <a:gd name="connsiteY3" fmla="*/ 0 h 299040"/>
                  <a:gd name="connsiteX4" fmla="*/ 299041 w 299040"/>
                  <a:gd name="connsiteY4" fmla="*/ 149520 h 2990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99040" h="299040">
                    <a:moveTo>
                      <a:pt x="299041" y="149520"/>
                    </a:moveTo>
                    <a:cubicBezTo>
                      <a:pt x="299041" y="232098"/>
                      <a:pt x="232098" y="299041"/>
                      <a:pt x="149520" y="299041"/>
                    </a:cubicBezTo>
                    <a:cubicBezTo>
                      <a:pt x="66942" y="299041"/>
                      <a:pt x="0" y="232098"/>
                      <a:pt x="0" y="149520"/>
                    </a:cubicBezTo>
                    <a:cubicBezTo>
                      <a:pt x="0" y="66943"/>
                      <a:pt x="66942" y="0"/>
                      <a:pt x="149520" y="0"/>
                    </a:cubicBezTo>
                    <a:cubicBezTo>
                      <a:pt x="232098" y="0"/>
                      <a:pt x="299041" y="66943"/>
                      <a:pt x="299041" y="149520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117" name="图形 4"/>
            <p:cNvGrpSpPr/>
            <p:nvPr/>
          </p:nvGrpSpPr>
          <p:grpSpPr>
            <a:xfrm>
              <a:off x="6998177" y="969048"/>
              <a:ext cx="962105" cy="1182450"/>
              <a:chOff x="6998177" y="969048"/>
              <a:chExt cx="962105" cy="1182450"/>
            </a:xfrm>
          </p:grpSpPr>
          <p:sp>
            <p:nvSpPr>
              <p:cNvPr id="118" name="任意多边形: 形状 117"/>
              <p:cNvSpPr/>
              <p:nvPr/>
            </p:nvSpPr>
            <p:spPr>
              <a:xfrm>
                <a:off x="7137626" y="1107402"/>
                <a:ext cx="684948" cy="831444"/>
              </a:xfrm>
              <a:custGeom>
                <a:avLst/>
                <a:gdLst>
                  <a:gd name="connsiteX0" fmla="*/ 206232 w 684948"/>
                  <a:gd name="connsiteY0" fmla="*/ 831406 h 831444"/>
                  <a:gd name="connsiteX1" fmla="*/ 206232 w 684948"/>
                  <a:gd name="connsiteY1" fmla="*/ 698499 h 831444"/>
                  <a:gd name="connsiteX2" fmla="*/ 159715 w 684948"/>
                  <a:gd name="connsiteY2" fmla="*/ 638691 h 831444"/>
                  <a:gd name="connsiteX3" fmla="*/ 227 w 684948"/>
                  <a:gd name="connsiteY3" fmla="*/ 326360 h 831444"/>
                  <a:gd name="connsiteX4" fmla="*/ 359075 w 684948"/>
                  <a:gd name="connsiteY4" fmla="*/ 737 h 831444"/>
                  <a:gd name="connsiteX5" fmla="*/ 684698 w 684948"/>
                  <a:gd name="connsiteY5" fmla="*/ 359586 h 831444"/>
                  <a:gd name="connsiteX6" fmla="*/ 511918 w 684948"/>
                  <a:gd name="connsiteY6" fmla="*/ 638691 h 831444"/>
                  <a:gd name="connsiteX7" fmla="*/ 478692 w 684948"/>
                  <a:gd name="connsiteY7" fmla="*/ 678563 h 831444"/>
                  <a:gd name="connsiteX8" fmla="*/ 478692 w 684948"/>
                  <a:gd name="connsiteY8" fmla="*/ 831406 h 8314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84948" h="831444">
                    <a:moveTo>
                      <a:pt x="206232" y="831406"/>
                    </a:moveTo>
                    <a:lnTo>
                      <a:pt x="206232" y="698499"/>
                    </a:lnTo>
                    <a:cubicBezTo>
                      <a:pt x="206232" y="698499"/>
                      <a:pt x="219523" y="665272"/>
                      <a:pt x="159715" y="638691"/>
                    </a:cubicBezTo>
                    <a:cubicBezTo>
                      <a:pt x="99907" y="612110"/>
                      <a:pt x="-6419" y="505784"/>
                      <a:pt x="227" y="326360"/>
                    </a:cubicBezTo>
                    <a:cubicBezTo>
                      <a:pt x="6872" y="146935"/>
                      <a:pt x="173006" y="-12553"/>
                      <a:pt x="359075" y="737"/>
                    </a:cubicBezTo>
                    <a:cubicBezTo>
                      <a:pt x="545145" y="14028"/>
                      <a:pt x="678052" y="160226"/>
                      <a:pt x="684698" y="359586"/>
                    </a:cubicBezTo>
                    <a:cubicBezTo>
                      <a:pt x="691343" y="558947"/>
                      <a:pt x="511918" y="638691"/>
                      <a:pt x="511918" y="638691"/>
                    </a:cubicBezTo>
                    <a:cubicBezTo>
                      <a:pt x="511918" y="638691"/>
                      <a:pt x="478692" y="645336"/>
                      <a:pt x="478692" y="678563"/>
                    </a:cubicBezTo>
                    <a:lnTo>
                      <a:pt x="478692" y="831406"/>
                    </a:ln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9" name="任意多边形: 形状 118"/>
              <p:cNvSpPr/>
              <p:nvPr/>
            </p:nvSpPr>
            <p:spPr>
              <a:xfrm rot="-3447600">
                <a:off x="7098163" y="1168054"/>
                <a:ext cx="13290" cy="132906"/>
              </a:xfrm>
              <a:custGeom>
                <a:avLst/>
                <a:gdLst>
                  <a:gd name="connsiteX0" fmla="*/ -71 w 13290"/>
                  <a:gd name="connsiteY0" fmla="*/ -38 h 132906"/>
                  <a:gd name="connsiteX1" fmla="*/ 13220 w 13290"/>
                  <a:gd name="connsiteY1" fmla="*/ -38 h 132906"/>
                  <a:gd name="connsiteX2" fmla="*/ 13220 w 13290"/>
                  <a:gd name="connsiteY2" fmla="*/ 132869 h 132906"/>
                  <a:gd name="connsiteX3" fmla="*/ -71 w 13290"/>
                  <a:gd name="connsiteY3" fmla="*/ 132869 h 13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290" h="132906">
                    <a:moveTo>
                      <a:pt x="-71" y="-38"/>
                    </a:moveTo>
                    <a:lnTo>
                      <a:pt x="13220" y="-38"/>
                    </a:lnTo>
                    <a:lnTo>
                      <a:pt x="13220" y="132869"/>
                    </a:lnTo>
                    <a:lnTo>
                      <a:pt x="-71" y="132869"/>
                    </a:ln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0" name="任意多边形: 形状 119"/>
              <p:cNvSpPr/>
              <p:nvPr/>
            </p:nvSpPr>
            <p:spPr>
              <a:xfrm rot="-721200">
                <a:off x="7357203" y="968974"/>
                <a:ext cx="13290" cy="132906"/>
              </a:xfrm>
              <a:custGeom>
                <a:avLst/>
                <a:gdLst>
                  <a:gd name="connsiteX0" fmla="*/ -71 w 13290"/>
                  <a:gd name="connsiteY0" fmla="*/ -38 h 132906"/>
                  <a:gd name="connsiteX1" fmla="*/ 13220 w 13290"/>
                  <a:gd name="connsiteY1" fmla="*/ -38 h 132906"/>
                  <a:gd name="connsiteX2" fmla="*/ 13220 w 13290"/>
                  <a:gd name="connsiteY2" fmla="*/ 132869 h 132906"/>
                  <a:gd name="connsiteX3" fmla="*/ -71 w 13290"/>
                  <a:gd name="connsiteY3" fmla="*/ 132869 h 13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290" h="132906">
                    <a:moveTo>
                      <a:pt x="-71" y="-38"/>
                    </a:moveTo>
                    <a:lnTo>
                      <a:pt x="13220" y="-38"/>
                    </a:lnTo>
                    <a:lnTo>
                      <a:pt x="13220" y="132869"/>
                    </a:lnTo>
                    <a:lnTo>
                      <a:pt x="-71" y="132869"/>
                    </a:ln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1" name="任意多边形: 形状 120"/>
              <p:cNvSpPr/>
              <p:nvPr/>
            </p:nvSpPr>
            <p:spPr>
              <a:xfrm rot="1930800">
                <a:off x="7689406" y="1008601"/>
                <a:ext cx="13290" cy="132906"/>
              </a:xfrm>
              <a:custGeom>
                <a:avLst/>
                <a:gdLst>
                  <a:gd name="connsiteX0" fmla="*/ -71 w 13290"/>
                  <a:gd name="connsiteY0" fmla="*/ -38 h 132906"/>
                  <a:gd name="connsiteX1" fmla="*/ 13220 w 13290"/>
                  <a:gd name="connsiteY1" fmla="*/ -38 h 132906"/>
                  <a:gd name="connsiteX2" fmla="*/ 13220 w 13290"/>
                  <a:gd name="connsiteY2" fmla="*/ 132869 h 132906"/>
                  <a:gd name="connsiteX3" fmla="*/ -71 w 13290"/>
                  <a:gd name="connsiteY3" fmla="*/ 132869 h 13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290" h="132906">
                    <a:moveTo>
                      <a:pt x="-71" y="-38"/>
                    </a:moveTo>
                    <a:lnTo>
                      <a:pt x="13220" y="-38"/>
                    </a:lnTo>
                    <a:lnTo>
                      <a:pt x="13220" y="132869"/>
                    </a:lnTo>
                    <a:lnTo>
                      <a:pt x="-71" y="132869"/>
                    </a:ln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2" name="任意多边形: 形状 121"/>
              <p:cNvSpPr/>
              <p:nvPr/>
            </p:nvSpPr>
            <p:spPr>
              <a:xfrm rot="4318200">
                <a:off x="7888391" y="1267727"/>
                <a:ext cx="13290" cy="132906"/>
              </a:xfrm>
              <a:custGeom>
                <a:avLst/>
                <a:gdLst>
                  <a:gd name="connsiteX0" fmla="*/ -71 w 13290"/>
                  <a:gd name="connsiteY0" fmla="*/ -38 h 132906"/>
                  <a:gd name="connsiteX1" fmla="*/ 13220 w 13290"/>
                  <a:gd name="connsiteY1" fmla="*/ -38 h 132906"/>
                  <a:gd name="connsiteX2" fmla="*/ 13220 w 13290"/>
                  <a:gd name="connsiteY2" fmla="*/ 132869 h 132906"/>
                  <a:gd name="connsiteX3" fmla="*/ -71 w 13290"/>
                  <a:gd name="connsiteY3" fmla="*/ 132869 h 13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290" h="132906">
                    <a:moveTo>
                      <a:pt x="-71" y="-38"/>
                    </a:moveTo>
                    <a:lnTo>
                      <a:pt x="13220" y="-38"/>
                    </a:lnTo>
                    <a:lnTo>
                      <a:pt x="13220" y="132869"/>
                    </a:lnTo>
                    <a:lnTo>
                      <a:pt x="-71" y="132869"/>
                    </a:ln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3" name="任意多边形: 形状 122"/>
              <p:cNvSpPr/>
              <p:nvPr/>
            </p:nvSpPr>
            <p:spPr>
              <a:xfrm rot="7316400">
                <a:off x="7849214" y="1600321"/>
                <a:ext cx="13290" cy="132906"/>
              </a:xfrm>
              <a:custGeom>
                <a:avLst/>
                <a:gdLst>
                  <a:gd name="connsiteX0" fmla="*/ -71 w 13290"/>
                  <a:gd name="connsiteY0" fmla="*/ -38 h 132906"/>
                  <a:gd name="connsiteX1" fmla="*/ 13220 w 13290"/>
                  <a:gd name="connsiteY1" fmla="*/ -38 h 132906"/>
                  <a:gd name="connsiteX2" fmla="*/ 13220 w 13290"/>
                  <a:gd name="connsiteY2" fmla="*/ 132869 h 132906"/>
                  <a:gd name="connsiteX3" fmla="*/ -71 w 13290"/>
                  <a:gd name="connsiteY3" fmla="*/ 132869 h 13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290" h="132906">
                    <a:moveTo>
                      <a:pt x="-71" y="-38"/>
                    </a:moveTo>
                    <a:lnTo>
                      <a:pt x="13220" y="-38"/>
                    </a:lnTo>
                    <a:lnTo>
                      <a:pt x="13220" y="132869"/>
                    </a:lnTo>
                    <a:lnTo>
                      <a:pt x="-71" y="132869"/>
                    </a:ln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4" name="任意多边形: 形状 123"/>
              <p:cNvSpPr/>
              <p:nvPr/>
            </p:nvSpPr>
            <p:spPr>
              <a:xfrm rot="-8867400">
                <a:off x="7250883" y="1759397"/>
                <a:ext cx="13290" cy="132906"/>
              </a:xfrm>
              <a:custGeom>
                <a:avLst/>
                <a:gdLst>
                  <a:gd name="connsiteX0" fmla="*/ -71 w 13290"/>
                  <a:gd name="connsiteY0" fmla="*/ -38 h 132906"/>
                  <a:gd name="connsiteX1" fmla="*/ 13220 w 13290"/>
                  <a:gd name="connsiteY1" fmla="*/ -38 h 132906"/>
                  <a:gd name="connsiteX2" fmla="*/ 13220 w 13290"/>
                  <a:gd name="connsiteY2" fmla="*/ 132869 h 132906"/>
                  <a:gd name="connsiteX3" fmla="*/ -71 w 13290"/>
                  <a:gd name="connsiteY3" fmla="*/ 132869 h 13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290" h="132906">
                    <a:moveTo>
                      <a:pt x="-71" y="-38"/>
                    </a:moveTo>
                    <a:lnTo>
                      <a:pt x="13220" y="-38"/>
                    </a:lnTo>
                    <a:lnTo>
                      <a:pt x="13220" y="132869"/>
                    </a:lnTo>
                    <a:lnTo>
                      <a:pt x="-71" y="132869"/>
                    </a:ln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5" name="任意多边形: 形状 124"/>
              <p:cNvSpPr/>
              <p:nvPr/>
            </p:nvSpPr>
            <p:spPr>
              <a:xfrm rot="-6187800">
                <a:off x="7057758" y="1506828"/>
                <a:ext cx="13290" cy="132906"/>
              </a:xfrm>
              <a:custGeom>
                <a:avLst/>
                <a:gdLst>
                  <a:gd name="connsiteX0" fmla="*/ -71 w 13290"/>
                  <a:gd name="connsiteY0" fmla="*/ -38 h 132906"/>
                  <a:gd name="connsiteX1" fmla="*/ 13220 w 13290"/>
                  <a:gd name="connsiteY1" fmla="*/ -38 h 132906"/>
                  <a:gd name="connsiteX2" fmla="*/ 13220 w 13290"/>
                  <a:gd name="connsiteY2" fmla="*/ 132869 h 132906"/>
                  <a:gd name="connsiteX3" fmla="*/ -71 w 13290"/>
                  <a:gd name="connsiteY3" fmla="*/ 132869 h 13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290" h="132906">
                    <a:moveTo>
                      <a:pt x="-71" y="-38"/>
                    </a:moveTo>
                    <a:lnTo>
                      <a:pt x="13220" y="-38"/>
                    </a:lnTo>
                    <a:lnTo>
                      <a:pt x="13220" y="132869"/>
                    </a:lnTo>
                    <a:lnTo>
                      <a:pt x="-71" y="132869"/>
                    </a:ln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6" name="任意多边形: 形状 125"/>
              <p:cNvSpPr/>
              <p:nvPr/>
            </p:nvSpPr>
            <p:spPr>
              <a:xfrm>
                <a:off x="7317348" y="1938846"/>
                <a:ext cx="325622" cy="46517"/>
              </a:xfrm>
              <a:custGeom>
                <a:avLst/>
                <a:gdLst>
                  <a:gd name="connsiteX0" fmla="*/ 302363 w 325622"/>
                  <a:gd name="connsiteY0" fmla="*/ 0 h 46517"/>
                  <a:gd name="connsiteX1" fmla="*/ 325622 w 325622"/>
                  <a:gd name="connsiteY1" fmla="*/ 0 h 46517"/>
                  <a:gd name="connsiteX2" fmla="*/ 325622 w 325622"/>
                  <a:gd name="connsiteY2" fmla="*/ 46518 h 46517"/>
                  <a:gd name="connsiteX3" fmla="*/ 302363 w 325622"/>
                  <a:gd name="connsiteY3" fmla="*/ 46518 h 46517"/>
                  <a:gd name="connsiteX4" fmla="*/ 23259 w 325622"/>
                  <a:gd name="connsiteY4" fmla="*/ 46518 h 46517"/>
                  <a:gd name="connsiteX5" fmla="*/ 0 w 325622"/>
                  <a:gd name="connsiteY5" fmla="*/ 46518 h 46517"/>
                  <a:gd name="connsiteX6" fmla="*/ 0 w 325622"/>
                  <a:gd name="connsiteY6" fmla="*/ 0 h 46517"/>
                  <a:gd name="connsiteX7" fmla="*/ 23259 w 325622"/>
                  <a:gd name="connsiteY7" fmla="*/ 0 h 465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25622" h="46517">
                    <a:moveTo>
                      <a:pt x="302363" y="0"/>
                    </a:moveTo>
                    <a:cubicBezTo>
                      <a:pt x="315209" y="0"/>
                      <a:pt x="325622" y="0"/>
                      <a:pt x="325622" y="0"/>
                    </a:cubicBezTo>
                    <a:lnTo>
                      <a:pt x="325622" y="46518"/>
                    </a:lnTo>
                    <a:cubicBezTo>
                      <a:pt x="325622" y="46518"/>
                      <a:pt x="315209" y="46518"/>
                      <a:pt x="302363" y="46518"/>
                    </a:cubicBezTo>
                    <a:lnTo>
                      <a:pt x="23259" y="46518"/>
                    </a:lnTo>
                    <a:cubicBezTo>
                      <a:pt x="10413" y="46518"/>
                      <a:pt x="0" y="46518"/>
                      <a:pt x="0" y="46518"/>
                    </a:cubicBezTo>
                    <a:lnTo>
                      <a:pt x="0" y="0"/>
                    </a:lnTo>
                    <a:cubicBezTo>
                      <a:pt x="0" y="0"/>
                      <a:pt x="10413" y="0"/>
                      <a:pt x="23259" y="0"/>
                    </a:cubicBez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7" name="任意多边形: 形状 126"/>
              <p:cNvSpPr/>
              <p:nvPr/>
            </p:nvSpPr>
            <p:spPr>
              <a:xfrm>
                <a:off x="7323993" y="2025236"/>
                <a:ext cx="312331" cy="46517"/>
              </a:xfrm>
              <a:custGeom>
                <a:avLst/>
                <a:gdLst>
                  <a:gd name="connsiteX0" fmla="*/ 289073 w 312331"/>
                  <a:gd name="connsiteY0" fmla="*/ 0 h 46517"/>
                  <a:gd name="connsiteX1" fmla="*/ 312331 w 312331"/>
                  <a:gd name="connsiteY1" fmla="*/ 0 h 46517"/>
                  <a:gd name="connsiteX2" fmla="*/ 312331 w 312331"/>
                  <a:gd name="connsiteY2" fmla="*/ 46518 h 46517"/>
                  <a:gd name="connsiteX3" fmla="*/ 289073 w 312331"/>
                  <a:gd name="connsiteY3" fmla="*/ 46518 h 46517"/>
                  <a:gd name="connsiteX4" fmla="*/ 23259 w 312331"/>
                  <a:gd name="connsiteY4" fmla="*/ 46518 h 46517"/>
                  <a:gd name="connsiteX5" fmla="*/ 0 w 312331"/>
                  <a:gd name="connsiteY5" fmla="*/ 46518 h 46517"/>
                  <a:gd name="connsiteX6" fmla="*/ 0 w 312331"/>
                  <a:gd name="connsiteY6" fmla="*/ 0 h 46517"/>
                  <a:gd name="connsiteX7" fmla="*/ 23259 w 312331"/>
                  <a:gd name="connsiteY7" fmla="*/ 0 h 465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12331" h="46517">
                    <a:moveTo>
                      <a:pt x="289073" y="0"/>
                    </a:moveTo>
                    <a:cubicBezTo>
                      <a:pt x="301918" y="0"/>
                      <a:pt x="312331" y="0"/>
                      <a:pt x="312331" y="0"/>
                    </a:cubicBezTo>
                    <a:lnTo>
                      <a:pt x="312331" y="46518"/>
                    </a:lnTo>
                    <a:cubicBezTo>
                      <a:pt x="312331" y="46518"/>
                      <a:pt x="301918" y="46518"/>
                      <a:pt x="289073" y="46518"/>
                    </a:cubicBezTo>
                    <a:lnTo>
                      <a:pt x="23259" y="46518"/>
                    </a:lnTo>
                    <a:cubicBezTo>
                      <a:pt x="10413" y="46518"/>
                      <a:pt x="0" y="46518"/>
                      <a:pt x="0" y="46518"/>
                    </a:cubicBezTo>
                    <a:lnTo>
                      <a:pt x="0" y="0"/>
                    </a:lnTo>
                    <a:cubicBezTo>
                      <a:pt x="0" y="0"/>
                      <a:pt x="10413" y="0"/>
                      <a:pt x="23259" y="0"/>
                    </a:cubicBez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8" name="任意多边形: 形状 127"/>
              <p:cNvSpPr/>
              <p:nvPr/>
            </p:nvSpPr>
            <p:spPr>
              <a:xfrm>
                <a:off x="7323993" y="1985364"/>
                <a:ext cx="312331" cy="39872"/>
              </a:xfrm>
              <a:custGeom>
                <a:avLst/>
                <a:gdLst>
                  <a:gd name="connsiteX0" fmla="*/ 292395 w 312331"/>
                  <a:gd name="connsiteY0" fmla="*/ 0 h 39872"/>
                  <a:gd name="connsiteX1" fmla="*/ 312331 w 312331"/>
                  <a:gd name="connsiteY1" fmla="*/ 0 h 39872"/>
                  <a:gd name="connsiteX2" fmla="*/ 312331 w 312331"/>
                  <a:gd name="connsiteY2" fmla="*/ 39872 h 39872"/>
                  <a:gd name="connsiteX3" fmla="*/ 292395 w 312331"/>
                  <a:gd name="connsiteY3" fmla="*/ 39872 h 39872"/>
                  <a:gd name="connsiteX4" fmla="*/ 19936 w 312331"/>
                  <a:gd name="connsiteY4" fmla="*/ 39872 h 39872"/>
                  <a:gd name="connsiteX5" fmla="*/ 0 w 312331"/>
                  <a:gd name="connsiteY5" fmla="*/ 39872 h 39872"/>
                  <a:gd name="connsiteX6" fmla="*/ 0 w 312331"/>
                  <a:gd name="connsiteY6" fmla="*/ 0 h 39872"/>
                  <a:gd name="connsiteX7" fmla="*/ 19936 w 312331"/>
                  <a:gd name="connsiteY7" fmla="*/ 0 h 398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12331" h="39872">
                    <a:moveTo>
                      <a:pt x="292395" y="0"/>
                    </a:moveTo>
                    <a:cubicBezTo>
                      <a:pt x="303406" y="0"/>
                      <a:pt x="312331" y="0"/>
                      <a:pt x="312331" y="0"/>
                    </a:cubicBezTo>
                    <a:lnTo>
                      <a:pt x="312331" y="39872"/>
                    </a:lnTo>
                    <a:cubicBezTo>
                      <a:pt x="312331" y="39872"/>
                      <a:pt x="303406" y="39872"/>
                      <a:pt x="292395" y="39872"/>
                    </a:cubicBezTo>
                    <a:lnTo>
                      <a:pt x="19936" y="39872"/>
                    </a:lnTo>
                    <a:cubicBezTo>
                      <a:pt x="8925" y="39872"/>
                      <a:pt x="0" y="39872"/>
                      <a:pt x="0" y="39872"/>
                    </a:cubicBezTo>
                    <a:lnTo>
                      <a:pt x="0" y="0"/>
                    </a:lnTo>
                    <a:cubicBezTo>
                      <a:pt x="0" y="0"/>
                      <a:pt x="8925" y="0"/>
                      <a:pt x="199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9" name="任意多边形: 形状 128"/>
              <p:cNvSpPr/>
              <p:nvPr/>
            </p:nvSpPr>
            <p:spPr>
              <a:xfrm>
                <a:off x="7357220" y="2071753"/>
                <a:ext cx="244150" cy="79744"/>
              </a:xfrm>
              <a:custGeom>
                <a:avLst/>
                <a:gdLst>
                  <a:gd name="connsiteX0" fmla="*/ -71 w 244150"/>
                  <a:gd name="connsiteY0" fmla="*/ -38 h 79744"/>
                  <a:gd name="connsiteX1" fmla="*/ 244080 w 244150"/>
                  <a:gd name="connsiteY1" fmla="*/ -38 h 79744"/>
                  <a:gd name="connsiteX2" fmla="*/ 126191 w 244150"/>
                  <a:gd name="connsiteY2" fmla="*/ 79706 h 79744"/>
                  <a:gd name="connsiteX3" fmla="*/ -71 w 244150"/>
                  <a:gd name="connsiteY3" fmla="*/ -38 h 797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4150" h="79744">
                    <a:moveTo>
                      <a:pt x="-71" y="-38"/>
                    </a:moveTo>
                    <a:lnTo>
                      <a:pt x="244080" y="-38"/>
                    </a:lnTo>
                    <a:cubicBezTo>
                      <a:pt x="244080" y="-38"/>
                      <a:pt x="239162" y="79706"/>
                      <a:pt x="126191" y="79706"/>
                    </a:cubicBezTo>
                    <a:cubicBezTo>
                      <a:pt x="13220" y="79706"/>
                      <a:pt x="19865" y="33189"/>
                      <a:pt x="-71" y="-38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130" name="图形 4"/>
            <p:cNvGrpSpPr/>
            <p:nvPr/>
          </p:nvGrpSpPr>
          <p:grpSpPr>
            <a:xfrm>
              <a:off x="7441272" y="2902422"/>
              <a:ext cx="937948" cy="544918"/>
              <a:chOff x="7441272" y="2902422"/>
              <a:chExt cx="937948" cy="544918"/>
            </a:xfrm>
          </p:grpSpPr>
          <p:sp>
            <p:nvSpPr>
              <p:cNvPr id="131" name="任意多边形: 形状 130"/>
              <p:cNvSpPr/>
              <p:nvPr/>
            </p:nvSpPr>
            <p:spPr>
              <a:xfrm>
                <a:off x="7494435" y="2902422"/>
                <a:ext cx="884785" cy="544918"/>
              </a:xfrm>
              <a:custGeom>
                <a:avLst/>
                <a:gdLst>
                  <a:gd name="connsiteX0" fmla="*/ 78888 w 884785"/>
                  <a:gd name="connsiteY0" fmla="*/ -38 h 544918"/>
                  <a:gd name="connsiteX1" fmla="*/ 860181 w 884785"/>
                  <a:gd name="connsiteY1" fmla="*/ -38 h 544918"/>
                  <a:gd name="connsiteX2" fmla="*/ 884715 w 884785"/>
                  <a:gd name="connsiteY2" fmla="*/ 24472 h 544918"/>
                  <a:gd name="connsiteX3" fmla="*/ 884570 w 884785"/>
                  <a:gd name="connsiteY3" fmla="*/ 27141 h 544918"/>
                  <a:gd name="connsiteX4" fmla="*/ 830144 w 884785"/>
                  <a:gd name="connsiteY4" fmla="*/ 523017 h 544918"/>
                  <a:gd name="connsiteX5" fmla="*/ 805756 w 884785"/>
                  <a:gd name="connsiteY5" fmla="*/ 544880 h 544918"/>
                  <a:gd name="connsiteX6" fmla="*/ 24462 w 884785"/>
                  <a:gd name="connsiteY6" fmla="*/ 544880 h 544918"/>
                  <a:gd name="connsiteX7" fmla="*/ -71 w 884785"/>
                  <a:gd name="connsiteY7" fmla="*/ 520371 h 544918"/>
                  <a:gd name="connsiteX8" fmla="*/ 74 w 884785"/>
                  <a:gd name="connsiteY8" fmla="*/ 517701 h 544918"/>
                  <a:gd name="connsiteX9" fmla="*/ 54499 w 884785"/>
                  <a:gd name="connsiteY9" fmla="*/ 21825 h 544918"/>
                  <a:gd name="connsiteX10" fmla="*/ 78888 w 884785"/>
                  <a:gd name="connsiteY10" fmla="*/ -38 h 5449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84785" h="544918">
                    <a:moveTo>
                      <a:pt x="78888" y="-38"/>
                    </a:moveTo>
                    <a:lnTo>
                      <a:pt x="860181" y="-38"/>
                    </a:lnTo>
                    <a:cubicBezTo>
                      <a:pt x="873724" y="-45"/>
                      <a:pt x="884708" y="10929"/>
                      <a:pt x="884715" y="24472"/>
                    </a:cubicBezTo>
                    <a:cubicBezTo>
                      <a:pt x="884715" y="25363"/>
                      <a:pt x="884667" y="26255"/>
                      <a:pt x="884570" y="27141"/>
                    </a:cubicBezTo>
                    <a:lnTo>
                      <a:pt x="830144" y="523017"/>
                    </a:lnTo>
                    <a:cubicBezTo>
                      <a:pt x="828758" y="535447"/>
                      <a:pt x="818263" y="544856"/>
                      <a:pt x="805756" y="544880"/>
                    </a:cubicBezTo>
                    <a:lnTo>
                      <a:pt x="24462" y="544880"/>
                    </a:lnTo>
                    <a:cubicBezTo>
                      <a:pt x="10920" y="544887"/>
                      <a:pt x="-64" y="533913"/>
                      <a:pt x="-71" y="520371"/>
                    </a:cubicBezTo>
                    <a:cubicBezTo>
                      <a:pt x="-71" y="519479"/>
                      <a:pt x="-23" y="518588"/>
                      <a:pt x="74" y="517701"/>
                    </a:cubicBezTo>
                    <a:lnTo>
                      <a:pt x="54499" y="21825"/>
                    </a:lnTo>
                    <a:cubicBezTo>
                      <a:pt x="55857" y="9380"/>
                      <a:pt x="66369" y="-44"/>
                      <a:pt x="78888" y="-38"/>
                    </a:cubicBezTo>
                    <a:close/>
                  </a:path>
                </a:pathLst>
              </a:custGeom>
              <a:solidFill>
                <a:srgbClr val="E1E6FB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2" name="任意多边形: 形状 131"/>
              <p:cNvSpPr/>
              <p:nvPr/>
            </p:nvSpPr>
            <p:spPr>
              <a:xfrm>
                <a:off x="7441272" y="2902422"/>
                <a:ext cx="884785" cy="544918"/>
              </a:xfrm>
              <a:custGeom>
                <a:avLst/>
                <a:gdLst>
                  <a:gd name="connsiteX0" fmla="*/ 78888 w 884785"/>
                  <a:gd name="connsiteY0" fmla="*/ -38 h 544918"/>
                  <a:gd name="connsiteX1" fmla="*/ 860181 w 884785"/>
                  <a:gd name="connsiteY1" fmla="*/ -38 h 544918"/>
                  <a:gd name="connsiteX2" fmla="*/ 884715 w 884785"/>
                  <a:gd name="connsiteY2" fmla="*/ 24472 h 544918"/>
                  <a:gd name="connsiteX3" fmla="*/ 884570 w 884785"/>
                  <a:gd name="connsiteY3" fmla="*/ 27141 h 544918"/>
                  <a:gd name="connsiteX4" fmla="*/ 830144 w 884785"/>
                  <a:gd name="connsiteY4" fmla="*/ 523017 h 544918"/>
                  <a:gd name="connsiteX5" fmla="*/ 805756 w 884785"/>
                  <a:gd name="connsiteY5" fmla="*/ 544880 h 544918"/>
                  <a:gd name="connsiteX6" fmla="*/ 24462 w 884785"/>
                  <a:gd name="connsiteY6" fmla="*/ 544880 h 544918"/>
                  <a:gd name="connsiteX7" fmla="*/ -71 w 884785"/>
                  <a:gd name="connsiteY7" fmla="*/ 520371 h 544918"/>
                  <a:gd name="connsiteX8" fmla="*/ 74 w 884785"/>
                  <a:gd name="connsiteY8" fmla="*/ 517701 h 544918"/>
                  <a:gd name="connsiteX9" fmla="*/ 54499 w 884785"/>
                  <a:gd name="connsiteY9" fmla="*/ 21825 h 544918"/>
                  <a:gd name="connsiteX10" fmla="*/ 78888 w 884785"/>
                  <a:gd name="connsiteY10" fmla="*/ -38 h 5449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84785" h="544918">
                    <a:moveTo>
                      <a:pt x="78888" y="-38"/>
                    </a:moveTo>
                    <a:lnTo>
                      <a:pt x="860181" y="-38"/>
                    </a:lnTo>
                    <a:cubicBezTo>
                      <a:pt x="873724" y="-45"/>
                      <a:pt x="884708" y="10929"/>
                      <a:pt x="884715" y="24472"/>
                    </a:cubicBezTo>
                    <a:cubicBezTo>
                      <a:pt x="884715" y="25363"/>
                      <a:pt x="884667" y="26255"/>
                      <a:pt x="884570" y="27141"/>
                    </a:cubicBezTo>
                    <a:lnTo>
                      <a:pt x="830144" y="523017"/>
                    </a:lnTo>
                    <a:cubicBezTo>
                      <a:pt x="828758" y="535447"/>
                      <a:pt x="818263" y="544856"/>
                      <a:pt x="805756" y="544880"/>
                    </a:cubicBezTo>
                    <a:lnTo>
                      <a:pt x="24462" y="544880"/>
                    </a:lnTo>
                    <a:cubicBezTo>
                      <a:pt x="10920" y="544887"/>
                      <a:pt x="-64" y="533913"/>
                      <a:pt x="-71" y="520371"/>
                    </a:cubicBezTo>
                    <a:cubicBezTo>
                      <a:pt x="-71" y="519479"/>
                      <a:pt x="-23" y="518588"/>
                      <a:pt x="74" y="517701"/>
                    </a:cubicBezTo>
                    <a:lnTo>
                      <a:pt x="54499" y="21825"/>
                    </a:lnTo>
                    <a:cubicBezTo>
                      <a:pt x="55857" y="9380"/>
                      <a:pt x="66369" y="-44"/>
                      <a:pt x="78888" y="-38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3" name="任意多边形: 形状 132"/>
              <p:cNvSpPr/>
              <p:nvPr/>
            </p:nvSpPr>
            <p:spPr>
              <a:xfrm>
                <a:off x="7510063" y="2904615"/>
                <a:ext cx="801694" cy="296847"/>
              </a:xfrm>
              <a:custGeom>
                <a:avLst/>
                <a:gdLst>
                  <a:gd name="connsiteX0" fmla="*/ 0 w 801694"/>
                  <a:gd name="connsiteY0" fmla="*/ 0 h 296847"/>
                  <a:gd name="connsiteX1" fmla="*/ 320439 w 801694"/>
                  <a:gd name="connsiteY1" fmla="*/ 296848 h 296847"/>
                  <a:gd name="connsiteX2" fmla="*/ 801695 w 801694"/>
                  <a:gd name="connsiteY2" fmla="*/ 0 h 296847"/>
                  <a:gd name="connsiteX3" fmla="*/ 0 w 801694"/>
                  <a:gd name="connsiteY3" fmla="*/ 0 h 296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01694" h="296847">
                    <a:moveTo>
                      <a:pt x="0" y="0"/>
                    </a:moveTo>
                    <a:lnTo>
                      <a:pt x="320439" y="296848"/>
                    </a:lnTo>
                    <a:lnTo>
                      <a:pt x="80169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134" name="图形 4"/>
            <p:cNvGrpSpPr/>
            <p:nvPr/>
          </p:nvGrpSpPr>
          <p:grpSpPr>
            <a:xfrm>
              <a:off x="5888186" y="4407461"/>
              <a:ext cx="1170345" cy="518337"/>
              <a:chOff x="5888186" y="4407461"/>
              <a:chExt cx="1170345" cy="518337"/>
            </a:xfrm>
          </p:grpSpPr>
          <p:sp>
            <p:nvSpPr>
              <p:cNvPr id="135" name="任意多边形: 形状 134"/>
              <p:cNvSpPr/>
              <p:nvPr/>
            </p:nvSpPr>
            <p:spPr>
              <a:xfrm>
                <a:off x="5968076" y="4738109"/>
                <a:ext cx="1090455" cy="187688"/>
              </a:xfrm>
              <a:custGeom>
                <a:avLst/>
                <a:gdLst>
                  <a:gd name="connsiteX0" fmla="*/ 990020 w 1090455"/>
                  <a:gd name="connsiteY0" fmla="*/ 187650 h 187688"/>
                  <a:gd name="connsiteX1" fmla="*/ 44586 w 1090455"/>
                  <a:gd name="connsiteY1" fmla="*/ 184461 h 187688"/>
                  <a:gd name="connsiteX2" fmla="*/ -71 w 1090455"/>
                  <a:gd name="connsiteY2" fmla="*/ 158544 h 187688"/>
                  <a:gd name="connsiteX3" fmla="*/ 395 w 1090455"/>
                  <a:gd name="connsiteY3" fmla="*/ 32282 h 187688"/>
                  <a:gd name="connsiteX4" fmla="*/ 44652 w 1090455"/>
                  <a:gd name="connsiteY4" fmla="*/ 11150 h 187688"/>
                  <a:gd name="connsiteX5" fmla="*/ 983973 w 1090455"/>
                  <a:gd name="connsiteY5" fmla="*/ 1714 h 187688"/>
                  <a:gd name="connsiteX6" fmla="*/ 1047967 w 1090455"/>
                  <a:gd name="connsiteY6" fmla="*/ 8359 h 187688"/>
                  <a:gd name="connsiteX7" fmla="*/ 1029892 w 1090455"/>
                  <a:gd name="connsiteY7" fmla="*/ 181537 h 187688"/>
                  <a:gd name="connsiteX8" fmla="*/ 990020 w 1090455"/>
                  <a:gd name="connsiteY8" fmla="*/ 187650 h 187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90455" h="187688">
                    <a:moveTo>
                      <a:pt x="990020" y="187650"/>
                    </a:moveTo>
                    <a:lnTo>
                      <a:pt x="44586" y="184461"/>
                    </a:lnTo>
                    <a:cubicBezTo>
                      <a:pt x="19865" y="184461"/>
                      <a:pt x="-137" y="183265"/>
                      <a:pt x="-71" y="158544"/>
                    </a:cubicBezTo>
                    <a:lnTo>
                      <a:pt x="395" y="32282"/>
                    </a:lnTo>
                    <a:cubicBezTo>
                      <a:pt x="395" y="7827"/>
                      <a:pt x="20331" y="11416"/>
                      <a:pt x="44652" y="11150"/>
                    </a:cubicBezTo>
                    <a:lnTo>
                      <a:pt x="983973" y="1714"/>
                    </a:lnTo>
                    <a:cubicBezTo>
                      <a:pt x="995735" y="2378"/>
                      <a:pt x="1015472" y="-5796"/>
                      <a:pt x="1047967" y="8359"/>
                    </a:cubicBezTo>
                    <a:cubicBezTo>
                      <a:pt x="1091694" y="27099"/>
                      <a:pt x="1123060" y="141997"/>
                      <a:pt x="1029892" y="181537"/>
                    </a:cubicBezTo>
                    <a:cubicBezTo>
                      <a:pt x="1016881" y="185101"/>
                      <a:pt x="1003502" y="187153"/>
                      <a:pt x="990020" y="187650"/>
                    </a:cubicBez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6" name="任意多边形: 形状 135"/>
              <p:cNvSpPr/>
              <p:nvPr/>
            </p:nvSpPr>
            <p:spPr>
              <a:xfrm>
                <a:off x="5968077" y="4765089"/>
                <a:ext cx="284155" cy="132399"/>
              </a:xfrm>
              <a:custGeom>
                <a:avLst/>
                <a:gdLst>
                  <a:gd name="connsiteX0" fmla="*/ 15480 w 284155"/>
                  <a:gd name="connsiteY0" fmla="*/ 131431 h 132399"/>
                  <a:gd name="connsiteX1" fmla="*/ 268468 w 284155"/>
                  <a:gd name="connsiteY1" fmla="*/ 132361 h 132399"/>
                  <a:gd name="connsiteX2" fmla="*/ 284084 w 284155"/>
                  <a:gd name="connsiteY2" fmla="*/ 116811 h 132399"/>
                  <a:gd name="connsiteX3" fmla="*/ 284084 w 284155"/>
                  <a:gd name="connsiteY3" fmla="*/ 16732 h 132399"/>
                  <a:gd name="connsiteX4" fmla="*/ 268534 w 284155"/>
                  <a:gd name="connsiteY4" fmla="*/ 1116 h 132399"/>
                  <a:gd name="connsiteX5" fmla="*/ 15612 w 284155"/>
                  <a:gd name="connsiteY5" fmla="*/ 252 h 132399"/>
                  <a:gd name="connsiteX6" fmla="*/ 62 w 284155"/>
                  <a:gd name="connsiteY6" fmla="*/ 983 h 132399"/>
                  <a:gd name="connsiteX7" fmla="*/ -71 w 284155"/>
                  <a:gd name="connsiteY7" fmla="*/ 130899 h 132399"/>
                  <a:gd name="connsiteX8" fmla="*/ 15480 w 284155"/>
                  <a:gd name="connsiteY8" fmla="*/ 131431 h 132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84155" h="132399">
                    <a:moveTo>
                      <a:pt x="15480" y="131431"/>
                    </a:moveTo>
                    <a:lnTo>
                      <a:pt x="268468" y="132361"/>
                    </a:lnTo>
                    <a:cubicBezTo>
                      <a:pt x="277066" y="132361"/>
                      <a:pt x="284048" y="125410"/>
                      <a:pt x="284084" y="116811"/>
                    </a:cubicBezTo>
                    <a:lnTo>
                      <a:pt x="284084" y="16732"/>
                    </a:lnTo>
                    <a:cubicBezTo>
                      <a:pt x="284084" y="8134"/>
                      <a:pt x="277133" y="1152"/>
                      <a:pt x="268534" y="1116"/>
                    </a:cubicBezTo>
                    <a:lnTo>
                      <a:pt x="15612" y="252"/>
                    </a:lnTo>
                    <a:cubicBezTo>
                      <a:pt x="10422" y="-305"/>
                      <a:pt x="5177" y="-59"/>
                      <a:pt x="62" y="983"/>
                    </a:cubicBezTo>
                    <a:lnTo>
                      <a:pt x="-71" y="130899"/>
                    </a:lnTo>
                    <a:cubicBezTo>
                      <a:pt x="5095" y="131431"/>
                      <a:pt x="10290" y="131608"/>
                      <a:pt x="15480" y="131431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7" name="任意多边形: 形状 136"/>
              <p:cNvSpPr/>
              <p:nvPr/>
            </p:nvSpPr>
            <p:spPr>
              <a:xfrm>
                <a:off x="5968196" y="4564424"/>
                <a:ext cx="1089717" cy="186069"/>
              </a:xfrm>
              <a:custGeom>
                <a:avLst/>
                <a:gdLst>
                  <a:gd name="connsiteX0" fmla="*/ 99490 w 1089717"/>
                  <a:gd name="connsiteY0" fmla="*/ -38 h 186069"/>
                  <a:gd name="connsiteX1" fmla="*/ 1044857 w 1089717"/>
                  <a:gd name="connsiteY1" fmla="*/ -38 h 186069"/>
                  <a:gd name="connsiteX2" fmla="*/ 1089647 w 1089717"/>
                  <a:gd name="connsiteY2" fmla="*/ 25746 h 186069"/>
                  <a:gd name="connsiteX3" fmla="*/ 1089647 w 1089717"/>
                  <a:gd name="connsiteY3" fmla="*/ 152007 h 186069"/>
                  <a:gd name="connsiteX4" fmla="*/ 1045455 w 1089717"/>
                  <a:gd name="connsiteY4" fmla="*/ 173273 h 186069"/>
                  <a:gd name="connsiteX5" fmla="*/ 106135 w 1089717"/>
                  <a:gd name="connsiteY5" fmla="*/ 186032 h 186069"/>
                  <a:gd name="connsiteX6" fmla="*/ 44201 w 1089717"/>
                  <a:gd name="connsiteY6" fmla="*/ 170282 h 186069"/>
                  <a:gd name="connsiteX7" fmla="*/ 59618 w 1089717"/>
                  <a:gd name="connsiteY7" fmla="*/ 6607 h 186069"/>
                  <a:gd name="connsiteX8" fmla="*/ 99490 w 1089717"/>
                  <a:gd name="connsiteY8" fmla="*/ -38 h 186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89717" h="186069">
                    <a:moveTo>
                      <a:pt x="99490" y="-38"/>
                    </a:moveTo>
                    <a:lnTo>
                      <a:pt x="1044857" y="-38"/>
                    </a:lnTo>
                    <a:cubicBezTo>
                      <a:pt x="1069578" y="-38"/>
                      <a:pt x="1089647" y="1025"/>
                      <a:pt x="1089647" y="25746"/>
                    </a:cubicBezTo>
                    <a:lnTo>
                      <a:pt x="1089647" y="152007"/>
                    </a:lnTo>
                    <a:cubicBezTo>
                      <a:pt x="1089647" y="176462"/>
                      <a:pt x="1069711" y="172940"/>
                      <a:pt x="1045455" y="173273"/>
                    </a:cubicBezTo>
                    <a:lnTo>
                      <a:pt x="106135" y="186032"/>
                    </a:lnTo>
                    <a:cubicBezTo>
                      <a:pt x="94440" y="185500"/>
                      <a:pt x="74637" y="180649"/>
                      <a:pt x="44201" y="170282"/>
                    </a:cubicBezTo>
                    <a:cubicBezTo>
                      <a:pt x="-855" y="154998"/>
                      <a:pt x="-33417" y="46479"/>
                      <a:pt x="59618" y="6607"/>
                    </a:cubicBezTo>
                    <a:cubicBezTo>
                      <a:pt x="72609" y="2864"/>
                      <a:pt x="85988" y="634"/>
                      <a:pt x="99490" y="-38"/>
                    </a:cubicBezTo>
                    <a:close/>
                  </a:path>
                </a:pathLst>
              </a:custGeom>
              <a:solidFill>
                <a:srgbClr val="EAEDFB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8" name="任意多边形: 形状 137"/>
              <p:cNvSpPr/>
              <p:nvPr/>
            </p:nvSpPr>
            <p:spPr>
              <a:xfrm>
                <a:off x="6773825" y="4590188"/>
                <a:ext cx="284088" cy="131653"/>
              </a:xfrm>
              <a:custGeom>
                <a:avLst/>
                <a:gdLst>
                  <a:gd name="connsiteX0" fmla="*/ 268468 w 284088"/>
                  <a:gd name="connsiteY0" fmla="*/ 115 h 131653"/>
                  <a:gd name="connsiteX1" fmla="*/ 15546 w 284088"/>
                  <a:gd name="connsiteY1" fmla="*/ 115 h 131653"/>
                  <a:gd name="connsiteX2" fmla="*/ -71 w 284088"/>
                  <a:gd name="connsiteY2" fmla="*/ 15665 h 131653"/>
                  <a:gd name="connsiteX3" fmla="*/ -71 w 284088"/>
                  <a:gd name="connsiteY3" fmla="*/ 115810 h 131653"/>
                  <a:gd name="connsiteX4" fmla="*/ 15546 w 284088"/>
                  <a:gd name="connsiteY4" fmla="*/ 131360 h 131653"/>
                  <a:gd name="connsiteX5" fmla="*/ 268468 w 284088"/>
                  <a:gd name="connsiteY5" fmla="*/ 131360 h 131653"/>
                  <a:gd name="connsiteX6" fmla="*/ 284018 w 284088"/>
                  <a:gd name="connsiteY6" fmla="*/ 130563 h 131653"/>
                  <a:gd name="connsiteX7" fmla="*/ 284018 w 284088"/>
                  <a:gd name="connsiteY7" fmla="*/ 447 h 131653"/>
                  <a:gd name="connsiteX8" fmla="*/ 268468 w 284088"/>
                  <a:gd name="connsiteY8" fmla="*/ 115 h 131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84088" h="131653">
                    <a:moveTo>
                      <a:pt x="268468" y="115"/>
                    </a:moveTo>
                    <a:lnTo>
                      <a:pt x="15546" y="115"/>
                    </a:lnTo>
                    <a:cubicBezTo>
                      <a:pt x="6947" y="115"/>
                      <a:pt x="-34" y="7066"/>
                      <a:pt x="-71" y="15665"/>
                    </a:cubicBezTo>
                    <a:lnTo>
                      <a:pt x="-71" y="115810"/>
                    </a:lnTo>
                    <a:cubicBezTo>
                      <a:pt x="-34" y="124409"/>
                      <a:pt x="6947" y="131360"/>
                      <a:pt x="15546" y="131360"/>
                    </a:cubicBezTo>
                    <a:lnTo>
                      <a:pt x="268468" y="131360"/>
                    </a:lnTo>
                    <a:cubicBezTo>
                      <a:pt x="273662" y="131877"/>
                      <a:pt x="278904" y="131608"/>
                      <a:pt x="284018" y="130563"/>
                    </a:cubicBezTo>
                    <a:lnTo>
                      <a:pt x="284018" y="447"/>
                    </a:lnTo>
                    <a:cubicBezTo>
                      <a:pt x="278851" y="-58"/>
                      <a:pt x="273652" y="-169"/>
                      <a:pt x="268468" y="115"/>
                    </a:cubicBezTo>
                    <a:close/>
                  </a:path>
                </a:pathLst>
              </a:custGeom>
              <a:solidFill>
                <a:srgbClr val="B0C0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9" name="任意多边形: 形状 138"/>
              <p:cNvSpPr/>
              <p:nvPr/>
            </p:nvSpPr>
            <p:spPr>
              <a:xfrm>
                <a:off x="5888186" y="4407461"/>
                <a:ext cx="1089717" cy="186003"/>
              </a:xfrm>
              <a:custGeom>
                <a:avLst/>
                <a:gdLst>
                  <a:gd name="connsiteX0" fmla="*/ 99490 w 1089717"/>
                  <a:gd name="connsiteY0" fmla="*/ -38 h 186003"/>
                  <a:gd name="connsiteX1" fmla="*/ 1044857 w 1089717"/>
                  <a:gd name="connsiteY1" fmla="*/ -38 h 186003"/>
                  <a:gd name="connsiteX2" fmla="*/ 1089647 w 1089717"/>
                  <a:gd name="connsiteY2" fmla="*/ 25679 h 186003"/>
                  <a:gd name="connsiteX3" fmla="*/ 1089647 w 1089717"/>
                  <a:gd name="connsiteY3" fmla="*/ 151941 h 186003"/>
                  <a:gd name="connsiteX4" fmla="*/ 1045455 w 1089717"/>
                  <a:gd name="connsiteY4" fmla="*/ 173206 h 186003"/>
                  <a:gd name="connsiteX5" fmla="*/ 106136 w 1089717"/>
                  <a:gd name="connsiteY5" fmla="*/ 185965 h 186003"/>
                  <a:gd name="connsiteX6" fmla="*/ 44201 w 1089717"/>
                  <a:gd name="connsiteY6" fmla="*/ 170149 h 186003"/>
                  <a:gd name="connsiteX7" fmla="*/ 59618 w 1089717"/>
                  <a:gd name="connsiteY7" fmla="*/ 6541 h 186003"/>
                  <a:gd name="connsiteX8" fmla="*/ 99490 w 1089717"/>
                  <a:gd name="connsiteY8" fmla="*/ -38 h 1860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89717" h="186003">
                    <a:moveTo>
                      <a:pt x="99490" y="-38"/>
                    </a:moveTo>
                    <a:lnTo>
                      <a:pt x="1044857" y="-38"/>
                    </a:lnTo>
                    <a:cubicBezTo>
                      <a:pt x="1069645" y="-38"/>
                      <a:pt x="1089647" y="959"/>
                      <a:pt x="1089647" y="25679"/>
                    </a:cubicBezTo>
                    <a:lnTo>
                      <a:pt x="1089647" y="151941"/>
                    </a:lnTo>
                    <a:cubicBezTo>
                      <a:pt x="1089647" y="176462"/>
                      <a:pt x="1069711" y="172874"/>
                      <a:pt x="1045455" y="173206"/>
                    </a:cubicBezTo>
                    <a:lnTo>
                      <a:pt x="106136" y="185965"/>
                    </a:lnTo>
                    <a:cubicBezTo>
                      <a:pt x="94440" y="185367"/>
                      <a:pt x="74636" y="180516"/>
                      <a:pt x="44201" y="170149"/>
                    </a:cubicBezTo>
                    <a:cubicBezTo>
                      <a:pt x="-855" y="154931"/>
                      <a:pt x="-33417" y="46413"/>
                      <a:pt x="59618" y="6541"/>
                    </a:cubicBezTo>
                    <a:cubicBezTo>
                      <a:pt x="72604" y="2788"/>
                      <a:pt x="85987" y="579"/>
                      <a:pt x="99490" y="-38"/>
                    </a:cubicBez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40" name="任意多边形: 形状 139"/>
              <p:cNvSpPr/>
              <p:nvPr/>
            </p:nvSpPr>
            <p:spPr>
              <a:xfrm>
                <a:off x="6693881" y="4433094"/>
                <a:ext cx="284022" cy="131566"/>
              </a:xfrm>
              <a:custGeom>
                <a:avLst/>
                <a:gdLst>
                  <a:gd name="connsiteX0" fmla="*/ 268402 w 284022"/>
                  <a:gd name="connsiteY0" fmla="*/ 46 h 131566"/>
                  <a:gd name="connsiteX1" fmla="*/ 15480 w 284022"/>
                  <a:gd name="connsiteY1" fmla="*/ 46 h 131566"/>
                  <a:gd name="connsiteX2" fmla="*/ -71 w 284022"/>
                  <a:gd name="connsiteY2" fmla="*/ 15596 h 131566"/>
                  <a:gd name="connsiteX3" fmla="*/ -71 w 284022"/>
                  <a:gd name="connsiteY3" fmla="*/ 15662 h 131566"/>
                  <a:gd name="connsiteX4" fmla="*/ -71 w 284022"/>
                  <a:gd name="connsiteY4" fmla="*/ 115742 h 131566"/>
                  <a:gd name="connsiteX5" fmla="*/ 15346 w 284022"/>
                  <a:gd name="connsiteY5" fmla="*/ 131292 h 131566"/>
                  <a:gd name="connsiteX6" fmla="*/ 15479 w 284022"/>
                  <a:gd name="connsiteY6" fmla="*/ 131292 h 131566"/>
                  <a:gd name="connsiteX7" fmla="*/ 268402 w 284022"/>
                  <a:gd name="connsiteY7" fmla="*/ 131292 h 131566"/>
                  <a:gd name="connsiteX8" fmla="*/ 283952 w 284022"/>
                  <a:gd name="connsiteY8" fmla="*/ 130561 h 131566"/>
                  <a:gd name="connsiteX9" fmla="*/ 283952 w 284022"/>
                  <a:gd name="connsiteY9" fmla="*/ 511 h 131566"/>
                  <a:gd name="connsiteX10" fmla="*/ 268402 w 284022"/>
                  <a:gd name="connsiteY10" fmla="*/ 46 h 1315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84022" h="131566">
                    <a:moveTo>
                      <a:pt x="268402" y="46"/>
                    </a:moveTo>
                    <a:lnTo>
                      <a:pt x="15480" y="46"/>
                    </a:lnTo>
                    <a:cubicBezTo>
                      <a:pt x="6892" y="46"/>
                      <a:pt x="-71" y="7008"/>
                      <a:pt x="-71" y="15596"/>
                    </a:cubicBezTo>
                    <a:cubicBezTo>
                      <a:pt x="-71" y="15618"/>
                      <a:pt x="-71" y="15640"/>
                      <a:pt x="-71" y="15662"/>
                    </a:cubicBezTo>
                    <a:lnTo>
                      <a:pt x="-71" y="115742"/>
                    </a:lnTo>
                    <a:cubicBezTo>
                      <a:pt x="-108" y="124293"/>
                      <a:pt x="6795" y="131255"/>
                      <a:pt x="15346" y="131292"/>
                    </a:cubicBezTo>
                    <a:cubicBezTo>
                      <a:pt x="15390" y="131292"/>
                      <a:pt x="15435" y="131292"/>
                      <a:pt x="15479" y="131292"/>
                    </a:cubicBezTo>
                    <a:lnTo>
                      <a:pt x="268402" y="131292"/>
                    </a:lnTo>
                    <a:cubicBezTo>
                      <a:pt x="273594" y="131769"/>
                      <a:pt x="278827" y="131523"/>
                      <a:pt x="283952" y="130561"/>
                    </a:cubicBezTo>
                    <a:lnTo>
                      <a:pt x="283952" y="511"/>
                    </a:lnTo>
                    <a:cubicBezTo>
                      <a:pt x="278785" y="2"/>
                      <a:pt x="273590" y="-154"/>
                      <a:pt x="268402" y="46"/>
                    </a:cubicBezTo>
                    <a:close/>
                  </a:path>
                </a:pathLst>
              </a:custGeom>
              <a:solidFill>
                <a:srgbClr val="FFFFFF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141" name="图形 4"/>
            <p:cNvGrpSpPr/>
            <p:nvPr/>
          </p:nvGrpSpPr>
          <p:grpSpPr>
            <a:xfrm>
              <a:off x="3801959" y="3726844"/>
              <a:ext cx="1145262" cy="2865009"/>
              <a:chOff x="3801959" y="3726844"/>
              <a:chExt cx="1145262" cy="2865009"/>
            </a:xfrm>
          </p:grpSpPr>
          <p:sp>
            <p:nvSpPr>
              <p:cNvPr id="142" name="任意多边形: 形状 141"/>
              <p:cNvSpPr/>
              <p:nvPr/>
            </p:nvSpPr>
            <p:spPr>
              <a:xfrm>
                <a:off x="3801959" y="3726844"/>
                <a:ext cx="892204" cy="892204"/>
              </a:xfrm>
              <a:custGeom>
                <a:avLst/>
                <a:gdLst>
                  <a:gd name="connsiteX0" fmla="*/ 892204 w 892204"/>
                  <a:gd name="connsiteY0" fmla="*/ 446102 h 892204"/>
                  <a:gd name="connsiteX1" fmla="*/ 446102 w 892204"/>
                  <a:gd name="connsiteY1" fmla="*/ 892205 h 892204"/>
                  <a:gd name="connsiteX2" fmla="*/ 0 w 892204"/>
                  <a:gd name="connsiteY2" fmla="*/ 446102 h 892204"/>
                  <a:gd name="connsiteX3" fmla="*/ 446102 w 892204"/>
                  <a:gd name="connsiteY3" fmla="*/ 0 h 892204"/>
                  <a:gd name="connsiteX4" fmla="*/ 892204 w 892204"/>
                  <a:gd name="connsiteY4" fmla="*/ 446102 h 892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2204" h="892204">
                    <a:moveTo>
                      <a:pt x="892204" y="446102"/>
                    </a:moveTo>
                    <a:cubicBezTo>
                      <a:pt x="892204" y="692478"/>
                      <a:pt x="692478" y="892205"/>
                      <a:pt x="446102" y="892205"/>
                    </a:cubicBezTo>
                    <a:cubicBezTo>
                      <a:pt x="199727" y="892205"/>
                      <a:pt x="0" y="692478"/>
                      <a:pt x="0" y="446102"/>
                    </a:cubicBezTo>
                    <a:cubicBezTo>
                      <a:pt x="0" y="199727"/>
                      <a:pt x="199727" y="0"/>
                      <a:pt x="446102" y="0"/>
                    </a:cubicBezTo>
                    <a:cubicBezTo>
                      <a:pt x="692478" y="0"/>
                      <a:pt x="892204" y="199727"/>
                      <a:pt x="892204" y="446102"/>
                    </a:cubicBezTo>
                    <a:close/>
                  </a:path>
                </a:pathLst>
              </a:custGeom>
              <a:noFill/>
              <a:ln w="26545" cap="flat">
                <a:solidFill>
                  <a:srgbClr val="E1E6FB"/>
                </a:solidFill>
                <a:custDash>
                  <a:ds d="879000" sp="879000"/>
                </a:custDash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43" name="任意多边形: 形状 142"/>
              <p:cNvSpPr/>
              <p:nvPr/>
            </p:nvSpPr>
            <p:spPr>
              <a:xfrm>
                <a:off x="4169247" y="4585955"/>
                <a:ext cx="157561" cy="49441"/>
              </a:xfrm>
              <a:custGeom>
                <a:avLst/>
                <a:gdLst>
                  <a:gd name="connsiteX0" fmla="*/ 132841 w 157561"/>
                  <a:gd name="connsiteY0" fmla="*/ 0 h 49441"/>
                  <a:gd name="connsiteX1" fmla="*/ 157561 w 157561"/>
                  <a:gd name="connsiteY1" fmla="*/ 0 h 49441"/>
                  <a:gd name="connsiteX2" fmla="*/ 157561 w 157561"/>
                  <a:gd name="connsiteY2" fmla="*/ 49441 h 49441"/>
                  <a:gd name="connsiteX3" fmla="*/ 132841 w 157561"/>
                  <a:gd name="connsiteY3" fmla="*/ 49441 h 49441"/>
                  <a:gd name="connsiteX4" fmla="*/ 24721 w 157561"/>
                  <a:gd name="connsiteY4" fmla="*/ 49441 h 49441"/>
                  <a:gd name="connsiteX5" fmla="*/ 0 w 157561"/>
                  <a:gd name="connsiteY5" fmla="*/ 49441 h 49441"/>
                  <a:gd name="connsiteX6" fmla="*/ 0 w 157561"/>
                  <a:gd name="connsiteY6" fmla="*/ 0 h 49441"/>
                  <a:gd name="connsiteX7" fmla="*/ 24721 w 157561"/>
                  <a:gd name="connsiteY7" fmla="*/ 0 h 494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57561" h="49441">
                    <a:moveTo>
                      <a:pt x="132841" y="0"/>
                    </a:moveTo>
                    <a:cubicBezTo>
                      <a:pt x="146493" y="0"/>
                      <a:pt x="157561" y="0"/>
                      <a:pt x="157561" y="0"/>
                    </a:cubicBezTo>
                    <a:lnTo>
                      <a:pt x="157561" y="49441"/>
                    </a:lnTo>
                    <a:cubicBezTo>
                      <a:pt x="157561" y="49441"/>
                      <a:pt x="146493" y="49441"/>
                      <a:pt x="132841" y="49441"/>
                    </a:cubicBezTo>
                    <a:lnTo>
                      <a:pt x="24721" y="49441"/>
                    </a:lnTo>
                    <a:cubicBezTo>
                      <a:pt x="11068" y="49441"/>
                      <a:pt x="0" y="49441"/>
                      <a:pt x="0" y="49441"/>
                    </a:cubicBezTo>
                    <a:lnTo>
                      <a:pt x="0" y="0"/>
                    </a:lnTo>
                    <a:cubicBezTo>
                      <a:pt x="0" y="0"/>
                      <a:pt x="11068" y="0"/>
                      <a:pt x="24721" y="0"/>
                    </a:cubicBezTo>
                    <a:close/>
                  </a:path>
                </a:pathLst>
              </a:custGeom>
              <a:solidFill>
                <a:srgbClr val="E1E6FB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44" name="任意多边形: 形状 143"/>
              <p:cNvSpPr/>
              <p:nvPr/>
            </p:nvSpPr>
            <p:spPr>
              <a:xfrm>
                <a:off x="3854989" y="3775222"/>
                <a:ext cx="790796" cy="790796"/>
              </a:xfrm>
              <a:custGeom>
                <a:avLst/>
                <a:gdLst>
                  <a:gd name="connsiteX0" fmla="*/ 790796 w 790796"/>
                  <a:gd name="connsiteY0" fmla="*/ 395398 h 790796"/>
                  <a:gd name="connsiteX1" fmla="*/ 395398 w 790796"/>
                  <a:gd name="connsiteY1" fmla="*/ 790796 h 790796"/>
                  <a:gd name="connsiteX2" fmla="*/ 0 w 790796"/>
                  <a:gd name="connsiteY2" fmla="*/ 395398 h 790796"/>
                  <a:gd name="connsiteX3" fmla="*/ 395398 w 790796"/>
                  <a:gd name="connsiteY3" fmla="*/ 0 h 790796"/>
                  <a:gd name="connsiteX4" fmla="*/ 790796 w 790796"/>
                  <a:gd name="connsiteY4" fmla="*/ 395398 h 7907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90796" h="790796">
                    <a:moveTo>
                      <a:pt x="790796" y="395398"/>
                    </a:moveTo>
                    <a:cubicBezTo>
                      <a:pt x="790796" y="613771"/>
                      <a:pt x="613771" y="790796"/>
                      <a:pt x="395398" y="790796"/>
                    </a:cubicBezTo>
                    <a:cubicBezTo>
                      <a:pt x="177026" y="790796"/>
                      <a:pt x="0" y="613771"/>
                      <a:pt x="0" y="395398"/>
                    </a:cubicBezTo>
                    <a:cubicBezTo>
                      <a:pt x="0" y="177026"/>
                      <a:pt x="177026" y="0"/>
                      <a:pt x="395398" y="0"/>
                    </a:cubicBezTo>
                    <a:cubicBezTo>
                      <a:pt x="613771" y="0"/>
                      <a:pt x="790796" y="177026"/>
                      <a:pt x="790796" y="395398"/>
                    </a:cubicBezTo>
                    <a:close/>
                  </a:path>
                </a:pathLst>
              </a:custGeom>
              <a:solidFill>
                <a:srgbClr val="E1E6FB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45" name="任意多边形: 形状 144"/>
              <p:cNvSpPr/>
              <p:nvPr/>
            </p:nvSpPr>
            <p:spPr>
              <a:xfrm>
                <a:off x="4234305" y="4619049"/>
                <a:ext cx="32030" cy="1901633"/>
              </a:xfrm>
              <a:custGeom>
                <a:avLst/>
                <a:gdLst>
                  <a:gd name="connsiteX0" fmla="*/ 0 w 32030"/>
                  <a:gd name="connsiteY0" fmla="*/ 0 h 1901633"/>
                  <a:gd name="connsiteX1" fmla="*/ 32031 w 32030"/>
                  <a:gd name="connsiteY1" fmla="*/ 0 h 1901633"/>
                  <a:gd name="connsiteX2" fmla="*/ 32031 w 32030"/>
                  <a:gd name="connsiteY2" fmla="*/ 1901633 h 1901633"/>
                  <a:gd name="connsiteX3" fmla="*/ 0 w 32030"/>
                  <a:gd name="connsiteY3" fmla="*/ 1901633 h 1901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030" h="1901633">
                    <a:moveTo>
                      <a:pt x="0" y="0"/>
                    </a:moveTo>
                    <a:lnTo>
                      <a:pt x="32031" y="0"/>
                    </a:lnTo>
                    <a:lnTo>
                      <a:pt x="32031" y="1901633"/>
                    </a:lnTo>
                    <a:lnTo>
                      <a:pt x="0" y="1901633"/>
                    </a:lnTo>
                    <a:close/>
                  </a:path>
                </a:pathLst>
              </a:custGeom>
              <a:solidFill>
                <a:srgbClr val="E1E6FB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46" name="任意多边形: 形状 145"/>
              <p:cNvSpPr/>
              <p:nvPr/>
            </p:nvSpPr>
            <p:spPr>
              <a:xfrm rot="-2700000">
                <a:off x="4120029" y="4864376"/>
                <a:ext cx="685268" cy="685268"/>
              </a:xfrm>
              <a:custGeom>
                <a:avLst/>
                <a:gdLst>
                  <a:gd name="connsiteX0" fmla="*/ 685198 w 685268"/>
                  <a:gd name="connsiteY0" fmla="*/ 342596 h 685268"/>
                  <a:gd name="connsiteX1" fmla="*/ 342563 w 685268"/>
                  <a:gd name="connsiteY1" fmla="*/ 685230 h 685268"/>
                  <a:gd name="connsiteX2" fmla="*/ -71 w 685268"/>
                  <a:gd name="connsiteY2" fmla="*/ 342596 h 685268"/>
                  <a:gd name="connsiteX3" fmla="*/ 342563 w 685268"/>
                  <a:gd name="connsiteY3" fmla="*/ -38 h 685268"/>
                  <a:gd name="connsiteX4" fmla="*/ 685198 w 685268"/>
                  <a:gd name="connsiteY4" fmla="*/ 342596 h 6852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85268" h="685268">
                    <a:moveTo>
                      <a:pt x="685198" y="342596"/>
                    </a:moveTo>
                    <a:cubicBezTo>
                      <a:pt x="685198" y="531828"/>
                      <a:pt x="531795" y="685230"/>
                      <a:pt x="342563" y="685230"/>
                    </a:cubicBezTo>
                    <a:cubicBezTo>
                      <a:pt x="153332" y="685230"/>
                      <a:pt x="-71" y="531827"/>
                      <a:pt x="-71" y="342596"/>
                    </a:cubicBezTo>
                    <a:cubicBezTo>
                      <a:pt x="-71" y="153364"/>
                      <a:pt x="153332" y="-38"/>
                      <a:pt x="342563" y="-38"/>
                    </a:cubicBezTo>
                    <a:cubicBezTo>
                      <a:pt x="531795" y="-38"/>
                      <a:pt x="685198" y="153364"/>
                      <a:pt x="685198" y="342596"/>
                    </a:cubicBezTo>
                    <a:close/>
                  </a:path>
                </a:pathLst>
              </a:custGeom>
              <a:noFill/>
              <a:ln w="26545" cap="flat">
                <a:solidFill>
                  <a:srgbClr val="E1E6FB"/>
                </a:solidFill>
                <a:custDash>
                  <a:ds d="867750" sp="867750"/>
                </a:custDash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47" name="任意多边形: 形状 146"/>
              <p:cNvSpPr/>
              <p:nvPr/>
            </p:nvSpPr>
            <p:spPr>
              <a:xfrm>
                <a:off x="4402167" y="5524278"/>
                <a:ext cx="121011" cy="37944"/>
              </a:xfrm>
              <a:custGeom>
                <a:avLst/>
                <a:gdLst>
                  <a:gd name="connsiteX0" fmla="*/ 103069 w 121011"/>
                  <a:gd name="connsiteY0" fmla="*/ 0 h 37944"/>
                  <a:gd name="connsiteX1" fmla="*/ 121012 w 121011"/>
                  <a:gd name="connsiteY1" fmla="*/ 0 h 37944"/>
                  <a:gd name="connsiteX2" fmla="*/ 121012 w 121011"/>
                  <a:gd name="connsiteY2" fmla="*/ 37945 h 37944"/>
                  <a:gd name="connsiteX3" fmla="*/ 103069 w 121011"/>
                  <a:gd name="connsiteY3" fmla="*/ 37945 h 37944"/>
                  <a:gd name="connsiteX4" fmla="*/ 17942 w 121011"/>
                  <a:gd name="connsiteY4" fmla="*/ 37945 h 37944"/>
                  <a:gd name="connsiteX5" fmla="*/ 0 w 121011"/>
                  <a:gd name="connsiteY5" fmla="*/ 37945 h 37944"/>
                  <a:gd name="connsiteX6" fmla="*/ 0 w 121011"/>
                  <a:gd name="connsiteY6" fmla="*/ 0 h 37944"/>
                  <a:gd name="connsiteX7" fmla="*/ 17942 w 121011"/>
                  <a:gd name="connsiteY7" fmla="*/ 0 h 379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011" h="37944">
                    <a:moveTo>
                      <a:pt x="103069" y="0"/>
                    </a:moveTo>
                    <a:cubicBezTo>
                      <a:pt x="112979" y="0"/>
                      <a:pt x="121012" y="0"/>
                      <a:pt x="121012" y="0"/>
                    </a:cubicBezTo>
                    <a:lnTo>
                      <a:pt x="121012" y="37945"/>
                    </a:lnTo>
                    <a:cubicBezTo>
                      <a:pt x="121012" y="37945"/>
                      <a:pt x="112979" y="37945"/>
                      <a:pt x="103069" y="37945"/>
                    </a:cubicBezTo>
                    <a:lnTo>
                      <a:pt x="17942" y="37945"/>
                    </a:lnTo>
                    <a:cubicBezTo>
                      <a:pt x="8033" y="37945"/>
                      <a:pt x="0" y="37945"/>
                      <a:pt x="0" y="37945"/>
                    </a:cubicBezTo>
                    <a:lnTo>
                      <a:pt x="0" y="0"/>
                    </a:lnTo>
                    <a:cubicBezTo>
                      <a:pt x="0" y="0"/>
                      <a:pt x="8033" y="0"/>
                      <a:pt x="17942" y="0"/>
                    </a:cubicBezTo>
                    <a:close/>
                  </a:path>
                </a:pathLst>
              </a:custGeom>
              <a:solidFill>
                <a:srgbClr val="E1E6FB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48" name="任意多边形: 形状 147"/>
              <p:cNvSpPr/>
              <p:nvPr/>
            </p:nvSpPr>
            <p:spPr>
              <a:xfrm>
                <a:off x="4173766" y="6520682"/>
                <a:ext cx="362304" cy="37944"/>
              </a:xfrm>
              <a:custGeom>
                <a:avLst/>
                <a:gdLst>
                  <a:gd name="connsiteX0" fmla="*/ 344362 w 362304"/>
                  <a:gd name="connsiteY0" fmla="*/ 0 h 37944"/>
                  <a:gd name="connsiteX1" fmla="*/ 362304 w 362304"/>
                  <a:gd name="connsiteY1" fmla="*/ 0 h 37944"/>
                  <a:gd name="connsiteX2" fmla="*/ 362304 w 362304"/>
                  <a:gd name="connsiteY2" fmla="*/ 37945 h 37944"/>
                  <a:gd name="connsiteX3" fmla="*/ 344362 w 362304"/>
                  <a:gd name="connsiteY3" fmla="*/ 37945 h 37944"/>
                  <a:gd name="connsiteX4" fmla="*/ 17942 w 362304"/>
                  <a:gd name="connsiteY4" fmla="*/ 37945 h 37944"/>
                  <a:gd name="connsiteX5" fmla="*/ 0 w 362304"/>
                  <a:gd name="connsiteY5" fmla="*/ 37945 h 37944"/>
                  <a:gd name="connsiteX6" fmla="*/ 0 w 362304"/>
                  <a:gd name="connsiteY6" fmla="*/ 0 h 37944"/>
                  <a:gd name="connsiteX7" fmla="*/ 17942 w 362304"/>
                  <a:gd name="connsiteY7" fmla="*/ 0 h 379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62304" h="37944">
                    <a:moveTo>
                      <a:pt x="344362" y="0"/>
                    </a:moveTo>
                    <a:cubicBezTo>
                      <a:pt x="354271" y="0"/>
                      <a:pt x="362304" y="0"/>
                      <a:pt x="362304" y="0"/>
                    </a:cubicBezTo>
                    <a:lnTo>
                      <a:pt x="362304" y="37945"/>
                    </a:lnTo>
                    <a:cubicBezTo>
                      <a:pt x="362304" y="37945"/>
                      <a:pt x="354271" y="37945"/>
                      <a:pt x="344362" y="37945"/>
                    </a:cubicBezTo>
                    <a:lnTo>
                      <a:pt x="17942" y="37945"/>
                    </a:lnTo>
                    <a:cubicBezTo>
                      <a:pt x="8033" y="37945"/>
                      <a:pt x="0" y="37945"/>
                      <a:pt x="0" y="37945"/>
                    </a:cubicBezTo>
                    <a:lnTo>
                      <a:pt x="0" y="0"/>
                    </a:lnTo>
                    <a:cubicBezTo>
                      <a:pt x="0" y="0"/>
                      <a:pt x="8033" y="0"/>
                      <a:pt x="17942" y="0"/>
                    </a:cubicBezTo>
                    <a:close/>
                  </a:path>
                </a:pathLst>
              </a:custGeom>
              <a:solidFill>
                <a:srgbClr val="E1E6FB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49" name="任意多边形: 形状 148"/>
              <p:cNvSpPr/>
              <p:nvPr/>
            </p:nvSpPr>
            <p:spPr>
              <a:xfrm>
                <a:off x="4082924" y="6553908"/>
                <a:ext cx="537276" cy="37944"/>
              </a:xfrm>
              <a:custGeom>
                <a:avLst/>
                <a:gdLst>
                  <a:gd name="connsiteX0" fmla="*/ 519334 w 537276"/>
                  <a:gd name="connsiteY0" fmla="*/ 0 h 37944"/>
                  <a:gd name="connsiteX1" fmla="*/ 537277 w 537276"/>
                  <a:gd name="connsiteY1" fmla="*/ 0 h 37944"/>
                  <a:gd name="connsiteX2" fmla="*/ 537277 w 537276"/>
                  <a:gd name="connsiteY2" fmla="*/ 37945 h 37944"/>
                  <a:gd name="connsiteX3" fmla="*/ 519334 w 537276"/>
                  <a:gd name="connsiteY3" fmla="*/ 37945 h 37944"/>
                  <a:gd name="connsiteX4" fmla="*/ 17942 w 537276"/>
                  <a:gd name="connsiteY4" fmla="*/ 37945 h 37944"/>
                  <a:gd name="connsiteX5" fmla="*/ 0 w 537276"/>
                  <a:gd name="connsiteY5" fmla="*/ 37945 h 37944"/>
                  <a:gd name="connsiteX6" fmla="*/ 0 w 537276"/>
                  <a:gd name="connsiteY6" fmla="*/ 0 h 37944"/>
                  <a:gd name="connsiteX7" fmla="*/ 17942 w 537276"/>
                  <a:gd name="connsiteY7" fmla="*/ 0 h 379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37276" h="37944">
                    <a:moveTo>
                      <a:pt x="519334" y="0"/>
                    </a:moveTo>
                    <a:cubicBezTo>
                      <a:pt x="529243" y="0"/>
                      <a:pt x="537277" y="0"/>
                      <a:pt x="537277" y="0"/>
                    </a:cubicBezTo>
                    <a:lnTo>
                      <a:pt x="537277" y="37945"/>
                    </a:lnTo>
                    <a:cubicBezTo>
                      <a:pt x="537277" y="37945"/>
                      <a:pt x="529243" y="37945"/>
                      <a:pt x="519334" y="37945"/>
                    </a:cubicBezTo>
                    <a:lnTo>
                      <a:pt x="17942" y="37945"/>
                    </a:lnTo>
                    <a:cubicBezTo>
                      <a:pt x="8033" y="37945"/>
                      <a:pt x="0" y="37945"/>
                      <a:pt x="0" y="37945"/>
                    </a:cubicBezTo>
                    <a:lnTo>
                      <a:pt x="0" y="0"/>
                    </a:lnTo>
                    <a:cubicBezTo>
                      <a:pt x="0" y="0"/>
                      <a:pt x="8033" y="0"/>
                      <a:pt x="17942" y="0"/>
                    </a:cubicBezTo>
                    <a:close/>
                  </a:path>
                </a:pathLst>
              </a:custGeom>
              <a:solidFill>
                <a:srgbClr val="E1E6FB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50" name="任意多边形: 形状 149"/>
              <p:cNvSpPr/>
              <p:nvPr/>
            </p:nvSpPr>
            <p:spPr>
              <a:xfrm>
                <a:off x="4160808" y="4901542"/>
                <a:ext cx="607384" cy="607384"/>
              </a:xfrm>
              <a:custGeom>
                <a:avLst/>
                <a:gdLst>
                  <a:gd name="connsiteX0" fmla="*/ 607385 w 607384"/>
                  <a:gd name="connsiteY0" fmla="*/ 303692 h 607384"/>
                  <a:gd name="connsiteX1" fmla="*/ 303692 w 607384"/>
                  <a:gd name="connsiteY1" fmla="*/ 607385 h 607384"/>
                  <a:gd name="connsiteX2" fmla="*/ 0 w 607384"/>
                  <a:gd name="connsiteY2" fmla="*/ 303692 h 607384"/>
                  <a:gd name="connsiteX3" fmla="*/ 303692 w 607384"/>
                  <a:gd name="connsiteY3" fmla="*/ 0 h 607384"/>
                  <a:gd name="connsiteX4" fmla="*/ 607385 w 607384"/>
                  <a:gd name="connsiteY4" fmla="*/ 303692 h 607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7384" h="607384">
                    <a:moveTo>
                      <a:pt x="607385" y="303692"/>
                    </a:moveTo>
                    <a:cubicBezTo>
                      <a:pt x="607385" y="471417"/>
                      <a:pt x="471417" y="607385"/>
                      <a:pt x="303692" y="607385"/>
                    </a:cubicBezTo>
                    <a:cubicBezTo>
                      <a:pt x="135968" y="607385"/>
                      <a:pt x="0" y="471417"/>
                      <a:pt x="0" y="303692"/>
                    </a:cubicBezTo>
                    <a:cubicBezTo>
                      <a:pt x="0" y="135967"/>
                      <a:pt x="135968" y="0"/>
                      <a:pt x="303692" y="0"/>
                    </a:cubicBezTo>
                    <a:cubicBezTo>
                      <a:pt x="471417" y="0"/>
                      <a:pt x="607385" y="135967"/>
                      <a:pt x="607385" y="303692"/>
                    </a:cubicBezTo>
                    <a:close/>
                  </a:path>
                </a:pathLst>
              </a:custGeom>
              <a:solidFill>
                <a:srgbClr val="E1E6FB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51" name="任意多边形: 形状 150"/>
              <p:cNvSpPr/>
              <p:nvPr/>
            </p:nvSpPr>
            <p:spPr>
              <a:xfrm>
                <a:off x="4447421" y="4619049"/>
                <a:ext cx="32030" cy="1901633"/>
              </a:xfrm>
              <a:custGeom>
                <a:avLst/>
                <a:gdLst>
                  <a:gd name="connsiteX0" fmla="*/ 0 w 32030"/>
                  <a:gd name="connsiteY0" fmla="*/ 0 h 1901633"/>
                  <a:gd name="connsiteX1" fmla="*/ 32031 w 32030"/>
                  <a:gd name="connsiteY1" fmla="*/ 0 h 1901633"/>
                  <a:gd name="connsiteX2" fmla="*/ 32031 w 32030"/>
                  <a:gd name="connsiteY2" fmla="*/ 1901633 h 1901633"/>
                  <a:gd name="connsiteX3" fmla="*/ 0 w 32030"/>
                  <a:gd name="connsiteY3" fmla="*/ 1901633 h 1901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030" h="1901633">
                    <a:moveTo>
                      <a:pt x="0" y="0"/>
                    </a:moveTo>
                    <a:lnTo>
                      <a:pt x="32031" y="0"/>
                    </a:lnTo>
                    <a:lnTo>
                      <a:pt x="32031" y="1901633"/>
                    </a:lnTo>
                    <a:lnTo>
                      <a:pt x="0" y="1901633"/>
                    </a:lnTo>
                    <a:close/>
                  </a:path>
                </a:pathLst>
              </a:custGeom>
              <a:solidFill>
                <a:srgbClr val="E1E6FB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152" name="图形 4"/>
            <p:cNvGrpSpPr/>
            <p:nvPr/>
          </p:nvGrpSpPr>
          <p:grpSpPr>
            <a:xfrm>
              <a:off x="6727507" y="4396323"/>
              <a:ext cx="2609122" cy="2175261"/>
              <a:chOff x="6727507" y="4396323"/>
              <a:chExt cx="2609122" cy="2175261"/>
            </a:xfrm>
          </p:grpSpPr>
          <p:sp>
            <p:nvSpPr>
              <p:cNvPr id="153" name="任意多边形: 形状 152"/>
              <p:cNvSpPr/>
              <p:nvPr/>
            </p:nvSpPr>
            <p:spPr>
              <a:xfrm>
                <a:off x="6744093" y="4396323"/>
                <a:ext cx="2592535" cy="1857959"/>
              </a:xfrm>
              <a:custGeom>
                <a:avLst/>
                <a:gdLst>
                  <a:gd name="connsiteX0" fmla="*/ 16835 w 2592535"/>
                  <a:gd name="connsiteY0" fmla="*/ 1408682 h 1857959"/>
                  <a:gd name="connsiteX1" fmla="*/ 24591 w 2592535"/>
                  <a:gd name="connsiteY1" fmla="*/ 1507998 h 1857959"/>
                  <a:gd name="connsiteX2" fmla="*/ 32120 w 2592535"/>
                  <a:gd name="connsiteY2" fmla="*/ 1513613 h 1857959"/>
                  <a:gd name="connsiteX3" fmla="*/ 1587131 w 2592535"/>
                  <a:gd name="connsiteY3" fmla="*/ 1722675 h 1857959"/>
                  <a:gd name="connsiteX4" fmla="*/ 2591775 w 2592535"/>
                  <a:gd name="connsiteY4" fmla="*/ 109583 h 1857959"/>
                  <a:gd name="connsiteX5" fmla="*/ 1621554 w 2592535"/>
                  <a:gd name="connsiteY5" fmla="*/ 7710 h 1857959"/>
                  <a:gd name="connsiteX6" fmla="*/ 1012840 w 2592535"/>
                  <a:gd name="connsiteY6" fmla="*/ 1171576 h 1857959"/>
                  <a:gd name="connsiteX7" fmla="*/ 289494 w 2592535"/>
                  <a:gd name="connsiteY7" fmla="*/ 1154365 h 1857959"/>
                  <a:gd name="connsiteX8" fmla="*/ 16835 w 2592535"/>
                  <a:gd name="connsiteY8" fmla="*/ 1408683 h 18579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592535" h="1857959">
                    <a:moveTo>
                      <a:pt x="16835" y="1408682"/>
                    </a:moveTo>
                    <a:cubicBezTo>
                      <a:pt x="-8448" y="1438249"/>
                      <a:pt x="-4976" y="1482714"/>
                      <a:pt x="24591" y="1507998"/>
                    </a:cubicBezTo>
                    <a:cubicBezTo>
                      <a:pt x="26973" y="1510035"/>
                      <a:pt x="29488" y="1511911"/>
                      <a:pt x="32120" y="1513613"/>
                    </a:cubicBezTo>
                    <a:cubicBezTo>
                      <a:pt x="250220" y="1654693"/>
                      <a:pt x="983468" y="2070227"/>
                      <a:pt x="1587131" y="1722675"/>
                    </a:cubicBezTo>
                    <a:cubicBezTo>
                      <a:pt x="2304829" y="1309335"/>
                      <a:pt x="2608987" y="212918"/>
                      <a:pt x="2591775" y="109583"/>
                    </a:cubicBezTo>
                    <a:cubicBezTo>
                      <a:pt x="2574563" y="6248"/>
                      <a:pt x="2218639" y="-13821"/>
                      <a:pt x="1621554" y="7710"/>
                    </a:cubicBezTo>
                    <a:cubicBezTo>
                      <a:pt x="1024470" y="29241"/>
                      <a:pt x="1695982" y="1074023"/>
                      <a:pt x="1012840" y="1171576"/>
                    </a:cubicBezTo>
                    <a:cubicBezTo>
                      <a:pt x="329699" y="1269130"/>
                      <a:pt x="507794" y="987899"/>
                      <a:pt x="289494" y="1154365"/>
                    </a:cubicBezTo>
                    <a:cubicBezTo>
                      <a:pt x="190036" y="1229455"/>
                      <a:pt x="98658" y="1314686"/>
                      <a:pt x="16835" y="1408683"/>
                    </a:cubicBez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54" name="任意多边形: 形状 153"/>
              <p:cNvSpPr/>
              <p:nvPr/>
            </p:nvSpPr>
            <p:spPr>
              <a:xfrm>
                <a:off x="7157527" y="4669154"/>
                <a:ext cx="1102868" cy="1007236"/>
              </a:xfrm>
              <a:custGeom>
                <a:avLst/>
                <a:gdLst>
                  <a:gd name="connsiteX0" fmla="*/ -71 w 1102868"/>
                  <a:gd name="connsiteY0" fmla="*/ 830432 h 1007236"/>
                  <a:gd name="connsiteX1" fmla="*/ 927022 w 1102868"/>
                  <a:gd name="connsiteY1" fmla="*/ 548137 h 1007236"/>
                  <a:gd name="connsiteX2" fmla="*/ 1102193 w 1102868"/>
                  <a:gd name="connsiteY2" fmla="*/ 345521 h 1007236"/>
                  <a:gd name="connsiteX3" fmla="*/ 882897 w 1102868"/>
                  <a:gd name="connsiteY3" fmla="*/ 935296 h 1007236"/>
                  <a:gd name="connsiteX4" fmla="*/ 293322 w 1102868"/>
                  <a:gd name="connsiteY4" fmla="*/ 977826 h 1007236"/>
                  <a:gd name="connsiteX5" fmla="*/ -71 w 1102868"/>
                  <a:gd name="connsiteY5" fmla="*/ 830432 h 10072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02868" h="1007236">
                    <a:moveTo>
                      <a:pt x="-71" y="830432"/>
                    </a:moveTo>
                    <a:cubicBezTo>
                      <a:pt x="-71" y="830432"/>
                      <a:pt x="900972" y="1068136"/>
                      <a:pt x="927022" y="548137"/>
                    </a:cubicBezTo>
                    <a:cubicBezTo>
                      <a:pt x="963106" y="-176737"/>
                      <a:pt x="1113490" y="-116929"/>
                      <a:pt x="1102193" y="345521"/>
                    </a:cubicBezTo>
                    <a:cubicBezTo>
                      <a:pt x="1090896" y="807971"/>
                      <a:pt x="1097874" y="843922"/>
                      <a:pt x="882897" y="935296"/>
                    </a:cubicBezTo>
                    <a:cubicBezTo>
                      <a:pt x="697691" y="1014043"/>
                      <a:pt x="542389" y="1027932"/>
                      <a:pt x="293322" y="977826"/>
                    </a:cubicBezTo>
                    <a:cubicBezTo>
                      <a:pt x="89708" y="936890"/>
                      <a:pt x="-71" y="830432"/>
                      <a:pt x="-71" y="830432"/>
                    </a:cubicBezTo>
                    <a:close/>
                  </a:path>
                </a:pathLst>
              </a:custGeom>
              <a:solidFill>
                <a:srgbClr val="B0C0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55" name="任意多边形: 形状 154"/>
              <p:cNvSpPr/>
              <p:nvPr/>
            </p:nvSpPr>
            <p:spPr>
              <a:xfrm rot="2257800">
                <a:off x="6898168" y="5950993"/>
                <a:ext cx="48577" cy="355924"/>
              </a:xfrm>
              <a:custGeom>
                <a:avLst/>
                <a:gdLst>
                  <a:gd name="connsiteX0" fmla="*/ -71 w 48577"/>
                  <a:gd name="connsiteY0" fmla="*/ -38 h 355924"/>
                  <a:gd name="connsiteX1" fmla="*/ 48507 w 48577"/>
                  <a:gd name="connsiteY1" fmla="*/ -38 h 355924"/>
                  <a:gd name="connsiteX2" fmla="*/ 48507 w 48577"/>
                  <a:gd name="connsiteY2" fmla="*/ 355887 h 355924"/>
                  <a:gd name="connsiteX3" fmla="*/ -71 w 48577"/>
                  <a:gd name="connsiteY3" fmla="*/ 355887 h 3559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577" h="355924">
                    <a:moveTo>
                      <a:pt x="-71" y="-38"/>
                    </a:moveTo>
                    <a:lnTo>
                      <a:pt x="48507" y="-38"/>
                    </a:lnTo>
                    <a:lnTo>
                      <a:pt x="48507" y="355887"/>
                    </a:lnTo>
                    <a:lnTo>
                      <a:pt x="-71" y="355887"/>
                    </a:ln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56" name="任意多边形: 形状 155"/>
              <p:cNvSpPr/>
              <p:nvPr/>
            </p:nvSpPr>
            <p:spPr>
              <a:xfrm>
                <a:off x="6727507" y="6230413"/>
                <a:ext cx="135830" cy="135830"/>
              </a:xfrm>
              <a:custGeom>
                <a:avLst/>
                <a:gdLst>
                  <a:gd name="connsiteX0" fmla="*/ 135831 w 135830"/>
                  <a:gd name="connsiteY0" fmla="*/ 67916 h 135830"/>
                  <a:gd name="connsiteX1" fmla="*/ 67915 w 135830"/>
                  <a:gd name="connsiteY1" fmla="*/ 135831 h 135830"/>
                  <a:gd name="connsiteX2" fmla="*/ 0 w 135830"/>
                  <a:gd name="connsiteY2" fmla="*/ 67916 h 135830"/>
                  <a:gd name="connsiteX3" fmla="*/ 67915 w 135830"/>
                  <a:gd name="connsiteY3" fmla="*/ 0 h 135830"/>
                  <a:gd name="connsiteX4" fmla="*/ 135831 w 135830"/>
                  <a:gd name="connsiteY4" fmla="*/ 67916 h 1358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5830" h="135830">
                    <a:moveTo>
                      <a:pt x="135831" y="67916"/>
                    </a:moveTo>
                    <a:cubicBezTo>
                      <a:pt x="135831" y="105424"/>
                      <a:pt x="105424" y="135831"/>
                      <a:pt x="67915" y="135831"/>
                    </a:cubicBezTo>
                    <a:cubicBezTo>
                      <a:pt x="30407" y="135831"/>
                      <a:pt x="0" y="105424"/>
                      <a:pt x="0" y="67916"/>
                    </a:cubicBezTo>
                    <a:cubicBezTo>
                      <a:pt x="0" y="30407"/>
                      <a:pt x="30407" y="0"/>
                      <a:pt x="67915" y="0"/>
                    </a:cubicBezTo>
                    <a:cubicBezTo>
                      <a:pt x="105424" y="0"/>
                      <a:pt x="135831" y="30407"/>
                      <a:pt x="135831" y="67916"/>
                    </a:cubicBezTo>
                    <a:close/>
                  </a:path>
                </a:pathLst>
              </a:custGeom>
              <a:solidFill>
                <a:srgbClr val="B0C0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57" name="任意多边形: 形状 156"/>
              <p:cNvSpPr/>
              <p:nvPr/>
            </p:nvSpPr>
            <p:spPr>
              <a:xfrm rot="1800000">
                <a:off x="7380807" y="6139883"/>
                <a:ext cx="48577" cy="355924"/>
              </a:xfrm>
              <a:custGeom>
                <a:avLst/>
                <a:gdLst>
                  <a:gd name="connsiteX0" fmla="*/ -71 w 48577"/>
                  <a:gd name="connsiteY0" fmla="*/ -38 h 355924"/>
                  <a:gd name="connsiteX1" fmla="*/ 48507 w 48577"/>
                  <a:gd name="connsiteY1" fmla="*/ -38 h 355924"/>
                  <a:gd name="connsiteX2" fmla="*/ 48507 w 48577"/>
                  <a:gd name="connsiteY2" fmla="*/ 355887 h 355924"/>
                  <a:gd name="connsiteX3" fmla="*/ -71 w 48577"/>
                  <a:gd name="connsiteY3" fmla="*/ 355887 h 3559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577" h="355924">
                    <a:moveTo>
                      <a:pt x="-71" y="-38"/>
                    </a:moveTo>
                    <a:lnTo>
                      <a:pt x="48507" y="-38"/>
                    </a:lnTo>
                    <a:lnTo>
                      <a:pt x="48507" y="355887"/>
                    </a:lnTo>
                    <a:lnTo>
                      <a:pt x="-71" y="355887"/>
                    </a:ln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58" name="任意多边形: 形状 157"/>
              <p:cNvSpPr/>
              <p:nvPr/>
            </p:nvSpPr>
            <p:spPr>
              <a:xfrm>
                <a:off x="7237272" y="6435754"/>
                <a:ext cx="135830" cy="135830"/>
              </a:xfrm>
              <a:custGeom>
                <a:avLst/>
                <a:gdLst>
                  <a:gd name="connsiteX0" fmla="*/ 135831 w 135830"/>
                  <a:gd name="connsiteY0" fmla="*/ 67915 h 135830"/>
                  <a:gd name="connsiteX1" fmla="*/ 67916 w 135830"/>
                  <a:gd name="connsiteY1" fmla="*/ 135831 h 135830"/>
                  <a:gd name="connsiteX2" fmla="*/ 0 w 135830"/>
                  <a:gd name="connsiteY2" fmla="*/ 67915 h 135830"/>
                  <a:gd name="connsiteX3" fmla="*/ 67916 w 135830"/>
                  <a:gd name="connsiteY3" fmla="*/ 0 h 135830"/>
                  <a:gd name="connsiteX4" fmla="*/ 135831 w 135830"/>
                  <a:gd name="connsiteY4" fmla="*/ 67915 h 1358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5830" h="135830">
                    <a:moveTo>
                      <a:pt x="135831" y="67915"/>
                    </a:moveTo>
                    <a:cubicBezTo>
                      <a:pt x="135831" y="105424"/>
                      <a:pt x="105424" y="135831"/>
                      <a:pt x="67916" y="135831"/>
                    </a:cubicBezTo>
                    <a:cubicBezTo>
                      <a:pt x="30407" y="135831"/>
                      <a:pt x="0" y="105424"/>
                      <a:pt x="0" y="67915"/>
                    </a:cubicBezTo>
                    <a:cubicBezTo>
                      <a:pt x="0" y="30407"/>
                      <a:pt x="30407" y="0"/>
                      <a:pt x="67916" y="0"/>
                    </a:cubicBezTo>
                    <a:cubicBezTo>
                      <a:pt x="105424" y="0"/>
                      <a:pt x="135831" y="30407"/>
                      <a:pt x="135831" y="67915"/>
                    </a:cubicBezTo>
                    <a:close/>
                  </a:path>
                </a:pathLst>
              </a:custGeom>
              <a:solidFill>
                <a:srgbClr val="B0C0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59" name="任意多边形: 形状 158"/>
              <p:cNvSpPr/>
              <p:nvPr/>
            </p:nvSpPr>
            <p:spPr>
              <a:xfrm rot="-2385000">
                <a:off x="8417000" y="6051030"/>
                <a:ext cx="48577" cy="432811"/>
              </a:xfrm>
              <a:custGeom>
                <a:avLst/>
                <a:gdLst>
                  <a:gd name="connsiteX0" fmla="*/ -71 w 48577"/>
                  <a:gd name="connsiteY0" fmla="*/ -39 h 432811"/>
                  <a:gd name="connsiteX1" fmla="*/ 48507 w 48577"/>
                  <a:gd name="connsiteY1" fmla="*/ -39 h 432811"/>
                  <a:gd name="connsiteX2" fmla="*/ 48507 w 48577"/>
                  <a:gd name="connsiteY2" fmla="*/ 432773 h 432811"/>
                  <a:gd name="connsiteX3" fmla="*/ -71 w 48577"/>
                  <a:gd name="connsiteY3" fmla="*/ 432773 h 4328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577" h="432811">
                    <a:moveTo>
                      <a:pt x="-71" y="-39"/>
                    </a:moveTo>
                    <a:lnTo>
                      <a:pt x="48507" y="-39"/>
                    </a:lnTo>
                    <a:lnTo>
                      <a:pt x="48507" y="432773"/>
                    </a:lnTo>
                    <a:lnTo>
                      <a:pt x="-71" y="432773"/>
                    </a:ln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60" name="任意多边形: 形状 159"/>
              <p:cNvSpPr/>
              <p:nvPr/>
            </p:nvSpPr>
            <p:spPr>
              <a:xfrm>
                <a:off x="8530324" y="6397543"/>
                <a:ext cx="135830" cy="135830"/>
              </a:xfrm>
              <a:custGeom>
                <a:avLst/>
                <a:gdLst>
                  <a:gd name="connsiteX0" fmla="*/ 135831 w 135830"/>
                  <a:gd name="connsiteY0" fmla="*/ 67915 h 135830"/>
                  <a:gd name="connsiteX1" fmla="*/ 67916 w 135830"/>
                  <a:gd name="connsiteY1" fmla="*/ 135831 h 135830"/>
                  <a:gd name="connsiteX2" fmla="*/ 0 w 135830"/>
                  <a:gd name="connsiteY2" fmla="*/ 67915 h 135830"/>
                  <a:gd name="connsiteX3" fmla="*/ 67916 w 135830"/>
                  <a:gd name="connsiteY3" fmla="*/ 0 h 135830"/>
                  <a:gd name="connsiteX4" fmla="*/ 135831 w 135830"/>
                  <a:gd name="connsiteY4" fmla="*/ 67915 h 1358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5830" h="135830">
                    <a:moveTo>
                      <a:pt x="135831" y="67915"/>
                    </a:moveTo>
                    <a:cubicBezTo>
                      <a:pt x="135831" y="105424"/>
                      <a:pt x="105424" y="135831"/>
                      <a:pt x="67916" y="135831"/>
                    </a:cubicBezTo>
                    <a:cubicBezTo>
                      <a:pt x="30407" y="135831"/>
                      <a:pt x="0" y="105424"/>
                      <a:pt x="0" y="67915"/>
                    </a:cubicBezTo>
                    <a:cubicBezTo>
                      <a:pt x="0" y="30407"/>
                      <a:pt x="30407" y="0"/>
                      <a:pt x="67916" y="0"/>
                    </a:cubicBezTo>
                    <a:cubicBezTo>
                      <a:pt x="105424" y="0"/>
                      <a:pt x="135831" y="30407"/>
                      <a:pt x="135831" y="67915"/>
                    </a:cubicBezTo>
                    <a:close/>
                  </a:path>
                </a:pathLst>
              </a:custGeom>
              <a:solidFill>
                <a:srgbClr val="B0C0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61" name="任意多边形: 形状 160"/>
              <p:cNvSpPr/>
              <p:nvPr/>
            </p:nvSpPr>
            <p:spPr>
              <a:xfrm rot="-2385000">
                <a:off x="7900566" y="5894884"/>
                <a:ext cx="48577" cy="432811"/>
              </a:xfrm>
              <a:custGeom>
                <a:avLst/>
                <a:gdLst>
                  <a:gd name="connsiteX0" fmla="*/ -71 w 48577"/>
                  <a:gd name="connsiteY0" fmla="*/ -39 h 432811"/>
                  <a:gd name="connsiteX1" fmla="*/ 48507 w 48577"/>
                  <a:gd name="connsiteY1" fmla="*/ -39 h 432811"/>
                  <a:gd name="connsiteX2" fmla="*/ 48507 w 48577"/>
                  <a:gd name="connsiteY2" fmla="*/ 432773 h 432811"/>
                  <a:gd name="connsiteX3" fmla="*/ -71 w 48577"/>
                  <a:gd name="connsiteY3" fmla="*/ 432773 h 4328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8577" h="432811">
                    <a:moveTo>
                      <a:pt x="-71" y="-39"/>
                    </a:moveTo>
                    <a:lnTo>
                      <a:pt x="48507" y="-39"/>
                    </a:lnTo>
                    <a:lnTo>
                      <a:pt x="48507" y="432773"/>
                    </a:lnTo>
                    <a:lnTo>
                      <a:pt x="-71" y="432773"/>
                    </a:lnTo>
                    <a:close/>
                  </a:path>
                </a:pathLst>
              </a:custGeom>
              <a:solidFill>
                <a:srgbClr val="BAC5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62" name="任意多边形: 形状 161"/>
              <p:cNvSpPr/>
              <p:nvPr/>
            </p:nvSpPr>
            <p:spPr>
              <a:xfrm>
                <a:off x="8013913" y="6241444"/>
                <a:ext cx="135830" cy="135830"/>
              </a:xfrm>
              <a:custGeom>
                <a:avLst/>
                <a:gdLst>
                  <a:gd name="connsiteX0" fmla="*/ 135831 w 135830"/>
                  <a:gd name="connsiteY0" fmla="*/ 67915 h 135830"/>
                  <a:gd name="connsiteX1" fmla="*/ 67916 w 135830"/>
                  <a:gd name="connsiteY1" fmla="*/ 135831 h 135830"/>
                  <a:gd name="connsiteX2" fmla="*/ 0 w 135830"/>
                  <a:gd name="connsiteY2" fmla="*/ 67915 h 135830"/>
                  <a:gd name="connsiteX3" fmla="*/ 67916 w 135830"/>
                  <a:gd name="connsiteY3" fmla="*/ 0 h 135830"/>
                  <a:gd name="connsiteX4" fmla="*/ 135831 w 135830"/>
                  <a:gd name="connsiteY4" fmla="*/ 67915 h 1358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5830" h="135830">
                    <a:moveTo>
                      <a:pt x="135831" y="67915"/>
                    </a:moveTo>
                    <a:cubicBezTo>
                      <a:pt x="135831" y="105424"/>
                      <a:pt x="105424" y="135831"/>
                      <a:pt x="67916" y="135831"/>
                    </a:cubicBezTo>
                    <a:cubicBezTo>
                      <a:pt x="30407" y="135831"/>
                      <a:pt x="0" y="105424"/>
                      <a:pt x="0" y="67915"/>
                    </a:cubicBezTo>
                    <a:cubicBezTo>
                      <a:pt x="0" y="30407"/>
                      <a:pt x="30407" y="0"/>
                      <a:pt x="67916" y="0"/>
                    </a:cubicBezTo>
                    <a:cubicBezTo>
                      <a:pt x="105424" y="0"/>
                      <a:pt x="135831" y="30407"/>
                      <a:pt x="135831" y="67915"/>
                    </a:cubicBezTo>
                    <a:close/>
                  </a:path>
                </a:pathLst>
              </a:custGeom>
              <a:solidFill>
                <a:srgbClr val="B0C0F4"/>
              </a:solidFill>
              <a:ln w="663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228" name="组合 227"/>
          <p:cNvGrpSpPr/>
          <p:nvPr/>
        </p:nvGrpSpPr>
        <p:grpSpPr>
          <a:xfrm>
            <a:off x="1027149" y="1178752"/>
            <a:ext cx="1216442" cy="769441"/>
            <a:chOff x="1027149" y="1401536"/>
            <a:chExt cx="1216442" cy="769441"/>
          </a:xfrm>
        </p:grpSpPr>
        <p:sp>
          <p:nvSpPr>
            <p:cNvPr id="227" name="任意多边形: 形状 226"/>
            <p:cNvSpPr/>
            <p:nvPr/>
          </p:nvSpPr>
          <p:spPr>
            <a:xfrm>
              <a:off x="1027149" y="1401536"/>
              <a:ext cx="1216442" cy="769441"/>
            </a:xfrm>
            <a:custGeom>
              <a:avLst/>
              <a:gdLst>
                <a:gd name="connsiteX0" fmla="*/ 95205 w 1216442"/>
                <a:gd name="connsiteY0" fmla="*/ 0 h 769441"/>
                <a:gd name="connsiteX1" fmla="*/ 825905 w 1216442"/>
                <a:gd name="connsiteY1" fmla="*/ 1 h 769441"/>
                <a:gd name="connsiteX2" fmla="*/ 1121238 w 1216442"/>
                <a:gd name="connsiteY2" fmla="*/ 1 h 769441"/>
                <a:gd name="connsiteX3" fmla="*/ 1216442 w 1216442"/>
                <a:gd name="connsiteY3" fmla="*/ 95205 h 769441"/>
                <a:gd name="connsiteX4" fmla="*/ 1216442 w 1216442"/>
                <a:gd name="connsiteY4" fmla="*/ 476013 h 769441"/>
                <a:gd name="connsiteX5" fmla="*/ 1121238 w 1216442"/>
                <a:gd name="connsiteY5" fmla="*/ 571218 h 769441"/>
                <a:gd name="connsiteX6" fmla="*/ 825905 w 1216442"/>
                <a:gd name="connsiteY6" fmla="*/ 571218 h 769441"/>
                <a:gd name="connsiteX7" fmla="*/ 564028 w 1216442"/>
                <a:gd name="connsiteY7" fmla="*/ 571218 h 769441"/>
                <a:gd name="connsiteX8" fmla="*/ 102201 w 1216442"/>
                <a:gd name="connsiteY8" fmla="*/ 571218 h 769441"/>
                <a:gd name="connsiteX9" fmla="*/ 0 w 1216442"/>
                <a:gd name="connsiteY9" fmla="*/ 769441 h 769441"/>
                <a:gd name="connsiteX10" fmla="*/ 0 w 1216442"/>
                <a:gd name="connsiteY10" fmla="*/ 253766 h 769441"/>
                <a:gd name="connsiteX11" fmla="*/ 0 w 1216442"/>
                <a:gd name="connsiteY11" fmla="*/ 95205 h 769441"/>
                <a:gd name="connsiteX12" fmla="*/ 95205 w 1216442"/>
                <a:gd name="connsiteY12" fmla="*/ 0 h 7694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6442" h="769441">
                  <a:moveTo>
                    <a:pt x="95205" y="0"/>
                  </a:moveTo>
                  <a:lnTo>
                    <a:pt x="825905" y="1"/>
                  </a:lnTo>
                  <a:lnTo>
                    <a:pt x="1121238" y="1"/>
                  </a:lnTo>
                  <a:cubicBezTo>
                    <a:pt x="1173818" y="1"/>
                    <a:pt x="1216442" y="42625"/>
                    <a:pt x="1216442" y="95205"/>
                  </a:cubicBezTo>
                  <a:lnTo>
                    <a:pt x="1216442" y="476013"/>
                  </a:lnTo>
                  <a:cubicBezTo>
                    <a:pt x="1216442" y="528594"/>
                    <a:pt x="1173818" y="571218"/>
                    <a:pt x="1121238" y="571218"/>
                  </a:cubicBezTo>
                  <a:lnTo>
                    <a:pt x="825905" y="571218"/>
                  </a:lnTo>
                  <a:lnTo>
                    <a:pt x="564028" y="571218"/>
                  </a:lnTo>
                  <a:lnTo>
                    <a:pt x="102201" y="571218"/>
                  </a:lnTo>
                  <a:lnTo>
                    <a:pt x="0" y="769441"/>
                  </a:lnTo>
                  <a:lnTo>
                    <a:pt x="0" y="253766"/>
                  </a:lnTo>
                  <a:lnTo>
                    <a:pt x="0" y="95205"/>
                  </a:lnTo>
                  <a:cubicBezTo>
                    <a:pt x="0" y="42624"/>
                    <a:pt x="42624" y="0"/>
                    <a:pt x="95205" y="0"/>
                  </a:cubicBezTo>
                  <a:close/>
                </a:path>
              </a:pathLst>
            </a:custGeom>
            <a:solidFill>
              <a:srgbClr val="6887EA"/>
            </a:solidFill>
            <a:ln w="1270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solidFill>
                  <a:schemeClr val="tx1"/>
                </a:solidFill>
                <a:cs typeface="+mn-ea"/>
              </a:endParaRPr>
            </a:p>
          </p:txBody>
        </p:sp>
        <p:sp>
          <p:nvSpPr>
            <p:cNvPr id="166" name="文本框 165"/>
            <p:cNvSpPr txBox="1"/>
            <p:nvPr/>
          </p:nvSpPr>
          <p:spPr>
            <a:xfrm>
              <a:off x="1217638" y="1460491"/>
              <a:ext cx="86594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solidFill>
                    <a:schemeClr val="bg1"/>
                  </a:solidFill>
                  <a:latin typeface="MiSans Heavy" panose="00000A00000000000000" pitchFamily="2" charset="-122"/>
                  <a:ea typeface="MiSans Heavy" panose="00000A00000000000000" pitchFamily="2" charset="-122"/>
                  <a:cs typeface="+mn-ea"/>
                  <a:sym typeface="+mn-lt"/>
                </a:rPr>
                <a:t>10</a:t>
              </a:r>
              <a:r>
                <a:rPr lang="zh-CN" altLang="en-US" sz="2400" dirty="0">
                  <a:solidFill>
                    <a:schemeClr val="bg1"/>
                  </a:solidFill>
                  <a:latin typeface="MiSans Heavy" panose="00000A00000000000000" pitchFamily="2" charset="-122"/>
                  <a:ea typeface="MiSans Heavy" panose="00000A00000000000000" pitchFamily="2" charset="-122"/>
                  <a:cs typeface="+mn-ea"/>
                  <a:sym typeface="+mn-lt"/>
                </a:rPr>
                <a:t>月</a:t>
              </a:r>
              <a:endParaRPr lang="zh-CN" altLang="en-US" sz="2400" dirty="0">
                <a:solidFill>
                  <a:schemeClr val="bg1"/>
                </a:solidFill>
                <a:latin typeface="MiSans Heavy" panose="00000A00000000000000" pitchFamily="2" charset="-122"/>
                <a:ea typeface="MiSans Heavy" panose="00000A00000000000000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67" name="文本框 166"/>
          <p:cNvSpPr txBox="1"/>
          <p:nvPr/>
        </p:nvSpPr>
        <p:spPr>
          <a:xfrm>
            <a:off x="815391" y="2082616"/>
            <a:ext cx="399340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7200" dirty="0">
                <a:latin typeface="Aa厚底黑" panose="00020600040101010101" pitchFamily="18" charset="-122"/>
                <a:ea typeface="Aa厚底黑" panose="00020600040101010101" pitchFamily="18" charset="-122"/>
                <a:cs typeface="+mn-ea"/>
                <a:sym typeface="+mn-lt"/>
              </a:rPr>
              <a:t>THANKS</a:t>
            </a:r>
            <a:endParaRPr lang="zh-CN" altLang="en-US" sz="7200" dirty="0">
              <a:solidFill>
                <a:srgbClr val="6887EA"/>
              </a:solidFill>
              <a:latin typeface="Aa厚底黑" panose="00020600040101010101" pitchFamily="18" charset="-122"/>
              <a:ea typeface="Aa厚底黑" panose="00020600040101010101" pitchFamily="18" charset="-122"/>
              <a:cs typeface="+mn-ea"/>
              <a:sym typeface="+mn-lt"/>
            </a:endParaRPr>
          </a:p>
        </p:txBody>
      </p:sp>
      <p:grpSp>
        <p:nvGrpSpPr>
          <p:cNvPr id="173" name="组合 172"/>
          <p:cNvGrpSpPr/>
          <p:nvPr/>
        </p:nvGrpSpPr>
        <p:grpSpPr>
          <a:xfrm>
            <a:off x="1027149" y="5480406"/>
            <a:ext cx="4313944" cy="313984"/>
            <a:chOff x="1253246" y="4118390"/>
            <a:chExt cx="4313944" cy="313984"/>
          </a:xfrm>
        </p:grpSpPr>
        <p:sp>
          <p:nvSpPr>
            <p:cNvPr id="174" name="文本框 173"/>
            <p:cNvSpPr txBox="1"/>
            <p:nvPr/>
          </p:nvSpPr>
          <p:spPr>
            <a:xfrm>
              <a:off x="1561022" y="4125669"/>
              <a:ext cx="2027128" cy="3067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sz="1400" dirty="0">
                  <a:solidFill>
                    <a:srgbClr val="0E0C11"/>
                  </a:solidFill>
                  <a:latin typeface="+mn-lt"/>
                  <a:ea typeface="+mn-ea"/>
                  <a:cs typeface="+mn-ea"/>
                  <a:sym typeface="+mn-lt"/>
                </a:rPr>
                <a:t>汇报人：</a:t>
              </a:r>
              <a:endParaRPr lang="zh-CN" altLang="en-US" sz="1400" dirty="0">
                <a:solidFill>
                  <a:srgbClr val="0E0C11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75" name="iconfont-10019-4889788"/>
            <p:cNvSpPr/>
            <p:nvPr/>
          </p:nvSpPr>
          <p:spPr>
            <a:xfrm>
              <a:off x="1253246" y="4118392"/>
              <a:ext cx="307776" cy="307776"/>
            </a:xfrm>
            <a:custGeom>
              <a:avLst/>
              <a:gdLst>
                <a:gd name="T0" fmla="*/ 6383 w 12767"/>
                <a:gd name="T1" fmla="*/ 0 h 12767"/>
                <a:gd name="T2" fmla="*/ 0 w 12767"/>
                <a:gd name="T3" fmla="*/ 6383 h 12767"/>
                <a:gd name="T4" fmla="*/ 6383 w 12767"/>
                <a:gd name="T5" fmla="*/ 12767 h 12767"/>
                <a:gd name="T6" fmla="*/ 12767 w 12767"/>
                <a:gd name="T7" fmla="*/ 6383 h 12767"/>
                <a:gd name="T8" fmla="*/ 6383 w 12767"/>
                <a:gd name="T9" fmla="*/ 0 h 12767"/>
                <a:gd name="T10" fmla="*/ 6383 w 12767"/>
                <a:gd name="T11" fmla="*/ 870 h 12767"/>
                <a:gd name="T12" fmla="*/ 11897 w 12767"/>
                <a:gd name="T13" fmla="*/ 6383 h 12767"/>
                <a:gd name="T14" fmla="*/ 11032 w 12767"/>
                <a:gd name="T15" fmla="*/ 9349 h 12767"/>
                <a:gd name="T16" fmla="*/ 7524 w 12767"/>
                <a:gd name="T17" fmla="*/ 7451 h 12767"/>
                <a:gd name="T18" fmla="*/ 9004 w 12767"/>
                <a:gd name="T19" fmla="*/ 5101 h 12767"/>
                <a:gd name="T20" fmla="*/ 6393 w 12767"/>
                <a:gd name="T21" fmla="*/ 2489 h 12767"/>
                <a:gd name="T22" fmla="*/ 3781 w 12767"/>
                <a:gd name="T23" fmla="*/ 5101 h 12767"/>
                <a:gd name="T24" fmla="*/ 5261 w 12767"/>
                <a:gd name="T25" fmla="*/ 7451 h 12767"/>
                <a:gd name="T26" fmla="*/ 1743 w 12767"/>
                <a:gd name="T27" fmla="*/ 9361 h 12767"/>
                <a:gd name="T28" fmla="*/ 870 w 12767"/>
                <a:gd name="T29" fmla="*/ 6383 h 12767"/>
                <a:gd name="T30" fmla="*/ 6383 w 12767"/>
                <a:gd name="T31" fmla="*/ 870 h 127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767" h="12767">
                  <a:moveTo>
                    <a:pt x="6383" y="0"/>
                  </a:moveTo>
                  <a:cubicBezTo>
                    <a:pt x="2858" y="0"/>
                    <a:pt x="0" y="2858"/>
                    <a:pt x="0" y="6383"/>
                  </a:cubicBezTo>
                  <a:cubicBezTo>
                    <a:pt x="0" y="9909"/>
                    <a:pt x="2858" y="12767"/>
                    <a:pt x="6383" y="12767"/>
                  </a:cubicBezTo>
                  <a:cubicBezTo>
                    <a:pt x="9909" y="12767"/>
                    <a:pt x="12767" y="9909"/>
                    <a:pt x="12767" y="6383"/>
                  </a:cubicBezTo>
                  <a:cubicBezTo>
                    <a:pt x="12767" y="2858"/>
                    <a:pt x="9909" y="0"/>
                    <a:pt x="6383" y="0"/>
                  </a:cubicBezTo>
                  <a:close/>
                  <a:moveTo>
                    <a:pt x="6383" y="870"/>
                  </a:moveTo>
                  <a:cubicBezTo>
                    <a:pt x="9428" y="870"/>
                    <a:pt x="11897" y="3339"/>
                    <a:pt x="11897" y="6383"/>
                  </a:cubicBezTo>
                  <a:cubicBezTo>
                    <a:pt x="11897" y="7475"/>
                    <a:pt x="11579" y="8493"/>
                    <a:pt x="11032" y="9349"/>
                  </a:cubicBezTo>
                  <a:cubicBezTo>
                    <a:pt x="10114" y="8379"/>
                    <a:pt x="8895" y="7697"/>
                    <a:pt x="7524" y="7451"/>
                  </a:cubicBezTo>
                  <a:cubicBezTo>
                    <a:pt x="8399" y="7030"/>
                    <a:pt x="9004" y="6137"/>
                    <a:pt x="9004" y="5101"/>
                  </a:cubicBezTo>
                  <a:cubicBezTo>
                    <a:pt x="9004" y="3658"/>
                    <a:pt x="7835" y="2489"/>
                    <a:pt x="6393" y="2489"/>
                  </a:cubicBezTo>
                  <a:cubicBezTo>
                    <a:pt x="4950" y="2489"/>
                    <a:pt x="3781" y="3658"/>
                    <a:pt x="3781" y="5101"/>
                  </a:cubicBezTo>
                  <a:cubicBezTo>
                    <a:pt x="3781" y="6137"/>
                    <a:pt x="4386" y="7030"/>
                    <a:pt x="5261" y="7451"/>
                  </a:cubicBezTo>
                  <a:cubicBezTo>
                    <a:pt x="3885" y="7698"/>
                    <a:pt x="2662" y="8385"/>
                    <a:pt x="1743" y="9361"/>
                  </a:cubicBezTo>
                  <a:cubicBezTo>
                    <a:pt x="1190" y="8502"/>
                    <a:pt x="870" y="7480"/>
                    <a:pt x="870" y="6383"/>
                  </a:cubicBezTo>
                  <a:cubicBezTo>
                    <a:pt x="870" y="3339"/>
                    <a:pt x="3339" y="870"/>
                    <a:pt x="6383" y="870"/>
                  </a:cubicBezTo>
                  <a:close/>
                </a:path>
              </a:pathLst>
            </a:custGeom>
            <a:solidFill>
              <a:srgbClr val="B0C0F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ym typeface="+mn-lt"/>
              </a:endParaRPr>
            </a:p>
          </p:txBody>
        </p:sp>
        <p:sp>
          <p:nvSpPr>
            <p:cNvPr id="176" name="文本框 175"/>
            <p:cNvSpPr txBox="1"/>
            <p:nvPr/>
          </p:nvSpPr>
          <p:spPr>
            <a:xfrm>
              <a:off x="3898985" y="4118390"/>
              <a:ext cx="166820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bg1"/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sz="1400" dirty="0">
                  <a:solidFill>
                    <a:srgbClr val="0E0C11"/>
                  </a:solidFill>
                  <a:latin typeface="+mn-lt"/>
                  <a:ea typeface="+mn-ea"/>
                  <a:cs typeface="+mn-ea"/>
                  <a:sym typeface="+mn-lt"/>
                </a:rPr>
                <a:t>时间：</a:t>
              </a:r>
              <a:r>
                <a:rPr lang="en-US" altLang="zh-CN" sz="1400" dirty="0">
                  <a:solidFill>
                    <a:srgbClr val="0E0C11"/>
                  </a:solidFill>
                  <a:latin typeface="+mn-lt"/>
                  <a:ea typeface="+mn-ea"/>
                  <a:cs typeface="+mn-ea"/>
                  <a:sym typeface="+mn-lt"/>
                </a:rPr>
                <a:t>2025.10.31</a:t>
              </a:r>
              <a:endParaRPr lang="zh-CN" altLang="en-US" sz="1400" dirty="0">
                <a:solidFill>
                  <a:srgbClr val="0E0C11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77" name="iconfont-11899-5651509"/>
            <p:cNvSpPr/>
            <p:nvPr/>
          </p:nvSpPr>
          <p:spPr>
            <a:xfrm>
              <a:off x="3588150" y="4118394"/>
              <a:ext cx="307836" cy="307774"/>
            </a:xfrm>
            <a:custGeom>
              <a:avLst/>
              <a:gdLst>
                <a:gd name="T0" fmla="*/ 5872 w 10378"/>
                <a:gd name="T1" fmla="*/ 5277 h 10377"/>
                <a:gd name="T2" fmla="*/ 5872 w 10378"/>
                <a:gd name="T3" fmla="*/ 2783 h 10377"/>
                <a:gd name="T4" fmla="*/ 5223 w 10378"/>
                <a:gd name="T5" fmla="*/ 2135 h 10377"/>
                <a:gd name="T6" fmla="*/ 4574 w 10378"/>
                <a:gd name="T7" fmla="*/ 2783 h 10377"/>
                <a:gd name="T8" fmla="*/ 4574 w 10378"/>
                <a:gd name="T9" fmla="*/ 6026 h 10377"/>
                <a:gd name="T10" fmla="*/ 7383 w 10378"/>
                <a:gd name="T11" fmla="*/ 7647 h 10377"/>
                <a:gd name="T12" fmla="*/ 8267 w 10378"/>
                <a:gd name="T13" fmla="*/ 7403 h 10377"/>
                <a:gd name="T14" fmla="*/ 8031 w 10378"/>
                <a:gd name="T15" fmla="*/ 6523 h 10377"/>
                <a:gd name="T16" fmla="*/ 5872 w 10378"/>
                <a:gd name="T17" fmla="*/ 5277 h 10377"/>
                <a:gd name="T18" fmla="*/ 5189 w 10378"/>
                <a:gd name="T19" fmla="*/ 10377 h 10377"/>
                <a:gd name="T20" fmla="*/ 0 w 10378"/>
                <a:gd name="T21" fmla="*/ 5188 h 10377"/>
                <a:gd name="T22" fmla="*/ 5189 w 10378"/>
                <a:gd name="T23" fmla="*/ 0 h 10377"/>
                <a:gd name="T24" fmla="*/ 10378 w 10378"/>
                <a:gd name="T25" fmla="*/ 5188 h 10377"/>
                <a:gd name="T26" fmla="*/ 5189 w 10378"/>
                <a:gd name="T27" fmla="*/ 10377 h 10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378" h="10377">
                  <a:moveTo>
                    <a:pt x="5872" y="5277"/>
                  </a:moveTo>
                  <a:lnTo>
                    <a:pt x="5872" y="2783"/>
                  </a:lnTo>
                  <a:cubicBezTo>
                    <a:pt x="5872" y="2425"/>
                    <a:pt x="5582" y="2135"/>
                    <a:pt x="5223" y="2135"/>
                  </a:cubicBezTo>
                  <a:cubicBezTo>
                    <a:pt x="4864" y="2135"/>
                    <a:pt x="4574" y="2425"/>
                    <a:pt x="4574" y="2783"/>
                  </a:cubicBezTo>
                  <a:lnTo>
                    <a:pt x="4574" y="6026"/>
                  </a:lnTo>
                  <a:lnTo>
                    <a:pt x="7383" y="7647"/>
                  </a:lnTo>
                  <a:cubicBezTo>
                    <a:pt x="7694" y="7825"/>
                    <a:pt x="8091" y="7716"/>
                    <a:pt x="8267" y="7403"/>
                  </a:cubicBezTo>
                  <a:cubicBezTo>
                    <a:pt x="8442" y="7095"/>
                    <a:pt x="8337" y="6703"/>
                    <a:pt x="8031" y="6523"/>
                  </a:cubicBezTo>
                  <a:lnTo>
                    <a:pt x="5872" y="5277"/>
                  </a:lnTo>
                  <a:close/>
                  <a:moveTo>
                    <a:pt x="5189" y="10377"/>
                  </a:moveTo>
                  <a:cubicBezTo>
                    <a:pt x="2324" y="10377"/>
                    <a:pt x="0" y="8054"/>
                    <a:pt x="0" y="5188"/>
                  </a:cubicBezTo>
                  <a:cubicBezTo>
                    <a:pt x="0" y="2322"/>
                    <a:pt x="2324" y="0"/>
                    <a:pt x="5189" y="0"/>
                  </a:cubicBezTo>
                  <a:cubicBezTo>
                    <a:pt x="8054" y="0"/>
                    <a:pt x="10378" y="2322"/>
                    <a:pt x="10378" y="5188"/>
                  </a:cubicBezTo>
                  <a:cubicBezTo>
                    <a:pt x="10378" y="8054"/>
                    <a:pt x="8056" y="10377"/>
                    <a:pt x="5189" y="10377"/>
                  </a:cubicBezTo>
                  <a:close/>
                </a:path>
              </a:pathLst>
            </a:custGeom>
            <a:solidFill>
              <a:srgbClr val="B0C0F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ym typeface="+mn-lt"/>
              </a:endParaRPr>
            </a:p>
          </p:txBody>
        </p:sp>
      </p:grpSp>
      <p:sp>
        <p:nvSpPr>
          <p:cNvPr id="178" name="文本框 177"/>
          <p:cNvSpPr txBox="1"/>
          <p:nvPr/>
        </p:nvSpPr>
        <p:spPr>
          <a:xfrm>
            <a:off x="965580" y="4324300"/>
            <a:ext cx="3971546" cy="571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Your content to play here, or through paste in this box, and select only the text. Your content to play here</a:t>
            </a:r>
            <a:endParaRPr lang="zh-CN" altLang="en-US" sz="11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232" name="组合 231"/>
          <p:cNvGrpSpPr/>
          <p:nvPr/>
        </p:nvGrpSpPr>
        <p:grpSpPr>
          <a:xfrm>
            <a:off x="1071444" y="3444426"/>
            <a:ext cx="5196889" cy="597932"/>
            <a:chOff x="1071444" y="3453709"/>
            <a:chExt cx="5196889" cy="597932"/>
          </a:xfrm>
        </p:grpSpPr>
        <p:sp>
          <p:nvSpPr>
            <p:cNvPr id="231" name="椭圆 2"/>
            <p:cNvSpPr/>
            <p:nvPr/>
          </p:nvSpPr>
          <p:spPr>
            <a:xfrm>
              <a:off x="1071444" y="3453709"/>
              <a:ext cx="5196889" cy="597932"/>
            </a:xfrm>
            <a:custGeom>
              <a:avLst/>
              <a:gdLst>
                <a:gd name="connsiteX0" fmla="*/ 0 w 5082540"/>
                <a:gd name="connsiteY0" fmla="*/ 395730 h 791459"/>
                <a:gd name="connsiteX1" fmla="*/ 2541270 w 5082540"/>
                <a:gd name="connsiteY1" fmla="*/ 0 h 791459"/>
                <a:gd name="connsiteX2" fmla="*/ 5082540 w 5082540"/>
                <a:gd name="connsiteY2" fmla="*/ 395730 h 791459"/>
                <a:gd name="connsiteX3" fmla="*/ 2541270 w 5082540"/>
                <a:gd name="connsiteY3" fmla="*/ 791460 h 791459"/>
                <a:gd name="connsiteX4" fmla="*/ 0 w 5082540"/>
                <a:gd name="connsiteY4" fmla="*/ 395730 h 791459"/>
                <a:gd name="connsiteX0-1" fmla="*/ 145828 w 5228368"/>
                <a:gd name="connsiteY0-2" fmla="*/ 395730 h 715260"/>
                <a:gd name="connsiteX1-3" fmla="*/ 2687098 w 5228368"/>
                <a:gd name="connsiteY1-4" fmla="*/ 0 h 715260"/>
                <a:gd name="connsiteX2-5" fmla="*/ 5228368 w 5228368"/>
                <a:gd name="connsiteY2-6" fmla="*/ 395730 h 715260"/>
                <a:gd name="connsiteX3-7" fmla="*/ 1208818 w 5228368"/>
                <a:gd name="connsiteY3-8" fmla="*/ 715260 h 715260"/>
                <a:gd name="connsiteX4-9" fmla="*/ 145828 w 5228368"/>
                <a:gd name="connsiteY4-10" fmla="*/ 395730 h 715260"/>
                <a:gd name="connsiteX0-11" fmla="*/ 220894 w 5303434"/>
                <a:gd name="connsiteY0-12" fmla="*/ 334770 h 654300"/>
                <a:gd name="connsiteX1-13" fmla="*/ 3775624 w 5303434"/>
                <a:gd name="connsiteY1-14" fmla="*/ 0 h 654300"/>
                <a:gd name="connsiteX2-15" fmla="*/ 5303434 w 5303434"/>
                <a:gd name="connsiteY2-16" fmla="*/ 334770 h 654300"/>
                <a:gd name="connsiteX3-17" fmla="*/ 1283884 w 5303434"/>
                <a:gd name="connsiteY3-18" fmla="*/ 654300 h 654300"/>
                <a:gd name="connsiteX4-19" fmla="*/ 220894 w 5303434"/>
                <a:gd name="connsiteY4-20" fmla="*/ 334770 h 654300"/>
                <a:gd name="connsiteX0-21" fmla="*/ 131008 w 5213548"/>
                <a:gd name="connsiteY0-22" fmla="*/ 165594 h 664455"/>
                <a:gd name="connsiteX1-23" fmla="*/ 3685738 w 5213548"/>
                <a:gd name="connsiteY1-24" fmla="*/ 6084 h 664455"/>
                <a:gd name="connsiteX2-25" fmla="*/ 5213548 w 5213548"/>
                <a:gd name="connsiteY2-26" fmla="*/ 340854 h 664455"/>
                <a:gd name="connsiteX3-27" fmla="*/ 1193998 w 5213548"/>
                <a:gd name="connsiteY3-28" fmla="*/ 660384 h 664455"/>
                <a:gd name="connsiteX4-29" fmla="*/ 131008 w 5213548"/>
                <a:gd name="connsiteY4-30" fmla="*/ 165594 h 664455"/>
                <a:gd name="connsiteX0-31" fmla="*/ 106935 w 5189475"/>
                <a:gd name="connsiteY0-32" fmla="*/ 217356 h 716217"/>
                <a:gd name="connsiteX1-33" fmla="*/ 3661665 w 5189475"/>
                <a:gd name="connsiteY1-34" fmla="*/ 57846 h 716217"/>
                <a:gd name="connsiteX2-35" fmla="*/ 5189475 w 5189475"/>
                <a:gd name="connsiteY2-36" fmla="*/ 392616 h 716217"/>
                <a:gd name="connsiteX3-37" fmla="*/ 1169925 w 5189475"/>
                <a:gd name="connsiteY3-38" fmla="*/ 712146 h 716217"/>
                <a:gd name="connsiteX4-39" fmla="*/ 106935 w 5189475"/>
                <a:gd name="connsiteY4-40" fmla="*/ 217356 h 716217"/>
                <a:gd name="connsiteX0-41" fmla="*/ 106935 w 5189475"/>
                <a:gd name="connsiteY0-42" fmla="*/ 217356 h 743830"/>
                <a:gd name="connsiteX1-43" fmla="*/ 3661665 w 5189475"/>
                <a:gd name="connsiteY1-44" fmla="*/ 57846 h 743830"/>
                <a:gd name="connsiteX2-45" fmla="*/ 5189475 w 5189475"/>
                <a:gd name="connsiteY2-46" fmla="*/ 392616 h 743830"/>
                <a:gd name="connsiteX3-47" fmla="*/ 1169925 w 5189475"/>
                <a:gd name="connsiteY3-48" fmla="*/ 712146 h 743830"/>
                <a:gd name="connsiteX4-49" fmla="*/ 106935 w 5189475"/>
                <a:gd name="connsiteY4-50" fmla="*/ 217356 h 743830"/>
                <a:gd name="connsiteX0-51" fmla="*/ 106935 w 5194775"/>
                <a:gd name="connsiteY0-52" fmla="*/ 217356 h 743830"/>
                <a:gd name="connsiteX1-53" fmla="*/ 3661665 w 5194775"/>
                <a:gd name="connsiteY1-54" fmla="*/ 57846 h 743830"/>
                <a:gd name="connsiteX2-55" fmla="*/ 5189475 w 5194775"/>
                <a:gd name="connsiteY2-56" fmla="*/ 392616 h 743830"/>
                <a:gd name="connsiteX3-57" fmla="*/ 1169925 w 5194775"/>
                <a:gd name="connsiteY3-58" fmla="*/ 712146 h 743830"/>
                <a:gd name="connsiteX4-59" fmla="*/ 106935 w 5194775"/>
                <a:gd name="connsiteY4-60" fmla="*/ 217356 h 743830"/>
                <a:gd name="connsiteX0-61" fmla="*/ 107430 w 5193674"/>
                <a:gd name="connsiteY0-62" fmla="*/ 187556 h 714030"/>
                <a:gd name="connsiteX1-63" fmla="*/ 3304020 w 5193674"/>
                <a:gd name="connsiteY1-64" fmla="*/ 5186 h 714030"/>
                <a:gd name="connsiteX2-65" fmla="*/ 5189970 w 5193674"/>
                <a:gd name="connsiteY2-66" fmla="*/ 362816 h 714030"/>
                <a:gd name="connsiteX3-67" fmla="*/ 1170420 w 5193674"/>
                <a:gd name="connsiteY3-68" fmla="*/ 682346 h 714030"/>
                <a:gd name="connsiteX4-69" fmla="*/ 107430 w 5193674"/>
                <a:gd name="connsiteY4-70" fmla="*/ 187556 h 714030"/>
                <a:gd name="connsiteX0-71" fmla="*/ 89779 w 5176023"/>
                <a:gd name="connsiteY0-72" fmla="*/ 218381 h 744855"/>
                <a:gd name="connsiteX1-73" fmla="*/ 3286369 w 5176023"/>
                <a:gd name="connsiteY1-74" fmla="*/ 36011 h 744855"/>
                <a:gd name="connsiteX2-75" fmla="*/ 5172319 w 5176023"/>
                <a:gd name="connsiteY2-76" fmla="*/ 393641 h 744855"/>
                <a:gd name="connsiteX3-77" fmla="*/ 1152769 w 5176023"/>
                <a:gd name="connsiteY3-78" fmla="*/ 713171 h 744855"/>
                <a:gd name="connsiteX4-79" fmla="*/ 89779 w 5176023"/>
                <a:gd name="connsiteY4-80" fmla="*/ 218381 h 744855"/>
                <a:gd name="connsiteX0-81" fmla="*/ 86611 w 5210975"/>
                <a:gd name="connsiteY0-82" fmla="*/ 245965 h 723357"/>
                <a:gd name="connsiteX1-83" fmla="*/ 3321301 w 5210975"/>
                <a:gd name="connsiteY1-84" fmla="*/ 17875 h 723357"/>
                <a:gd name="connsiteX2-85" fmla="*/ 5207251 w 5210975"/>
                <a:gd name="connsiteY2-86" fmla="*/ 375505 h 723357"/>
                <a:gd name="connsiteX3-87" fmla="*/ 1187701 w 5210975"/>
                <a:gd name="connsiteY3-88" fmla="*/ 695035 h 723357"/>
                <a:gd name="connsiteX4-89" fmla="*/ 86611 w 5210975"/>
                <a:gd name="connsiteY4-90" fmla="*/ 245965 h 723357"/>
                <a:gd name="connsiteX0-91" fmla="*/ 43224 w 5167588"/>
                <a:gd name="connsiteY0-92" fmla="*/ 255515 h 732907"/>
                <a:gd name="connsiteX1-93" fmla="*/ 3277914 w 5167588"/>
                <a:gd name="connsiteY1-94" fmla="*/ 27425 h 732907"/>
                <a:gd name="connsiteX2-95" fmla="*/ 5163864 w 5167588"/>
                <a:gd name="connsiteY2-96" fmla="*/ 385055 h 732907"/>
                <a:gd name="connsiteX3-97" fmla="*/ 1144314 w 5167588"/>
                <a:gd name="connsiteY3-98" fmla="*/ 704585 h 732907"/>
                <a:gd name="connsiteX4-99" fmla="*/ 43224 w 5167588"/>
                <a:gd name="connsiteY4-100" fmla="*/ 255515 h 732907"/>
                <a:gd name="connsiteX0-101" fmla="*/ 28682 w 5153046"/>
                <a:gd name="connsiteY0-102" fmla="*/ 257665 h 735057"/>
                <a:gd name="connsiteX1-103" fmla="*/ 3263372 w 5153046"/>
                <a:gd name="connsiteY1-104" fmla="*/ 29575 h 735057"/>
                <a:gd name="connsiteX2-105" fmla="*/ 5149322 w 5153046"/>
                <a:gd name="connsiteY2-106" fmla="*/ 387205 h 735057"/>
                <a:gd name="connsiteX3-107" fmla="*/ 1129772 w 5153046"/>
                <a:gd name="connsiteY3-108" fmla="*/ 706735 h 735057"/>
                <a:gd name="connsiteX4-109" fmla="*/ 28682 w 5153046"/>
                <a:gd name="connsiteY4-110" fmla="*/ 257665 h 735057"/>
                <a:gd name="connsiteX0-111" fmla="*/ 45765 w 5170129"/>
                <a:gd name="connsiteY0-112" fmla="*/ 259882 h 737274"/>
                <a:gd name="connsiteX1-113" fmla="*/ 3280455 w 5170129"/>
                <a:gd name="connsiteY1-114" fmla="*/ 31792 h 737274"/>
                <a:gd name="connsiteX2-115" fmla="*/ 5166405 w 5170129"/>
                <a:gd name="connsiteY2-116" fmla="*/ 389422 h 737274"/>
                <a:gd name="connsiteX3-117" fmla="*/ 1146855 w 5170129"/>
                <a:gd name="connsiteY3-118" fmla="*/ 708952 h 737274"/>
                <a:gd name="connsiteX4-119" fmla="*/ 45765 w 5170129"/>
                <a:gd name="connsiteY4-120" fmla="*/ 259882 h 737274"/>
                <a:gd name="connsiteX0-121" fmla="*/ 72525 w 5196889"/>
                <a:gd name="connsiteY0-122" fmla="*/ 266896 h 744288"/>
                <a:gd name="connsiteX1-123" fmla="*/ 3307215 w 5196889"/>
                <a:gd name="connsiteY1-124" fmla="*/ 38806 h 744288"/>
                <a:gd name="connsiteX2-125" fmla="*/ 5193165 w 5196889"/>
                <a:gd name="connsiteY2-126" fmla="*/ 396436 h 744288"/>
                <a:gd name="connsiteX3-127" fmla="*/ 1173615 w 5196889"/>
                <a:gd name="connsiteY3-128" fmla="*/ 715966 h 744288"/>
                <a:gd name="connsiteX4-129" fmla="*/ 72525 w 5196889"/>
                <a:gd name="connsiteY4-130" fmla="*/ 266896 h 74428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5196889" h="744288">
                  <a:moveTo>
                    <a:pt x="72525" y="266896"/>
                  </a:moveTo>
                  <a:cubicBezTo>
                    <a:pt x="344305" y="-112664"/>
                    <a:pt x="2453775" y="17216"/>
                    <a:pt x="3307215" y="38806"/>
                  </a:cubicBezTo>
                  <a:cubicBezTo>
                    <a:pt x="4160655" y="60396"/>
                    <a:pt x="5269365" y="25480"/>
                    <a:pt x="5193165" y="396436"/>
                  </a:cubicBezTo>
                  <a:cubicBezTo>
                    <a:pt x="5155065" y="851212"/>
                    <a:pt x="2027055" y="737556"/>
                    <a:pt x="1173615" y="715966"/>
                  </a:cubicBezTo>
                  <a:cubicBezTo>
                    <a:pt x="320175" y="694376"/>
                    <a:pt x="-199255" y="646456"/>
                    <a:pt x="72525" y="266896"/>
                  </a:cubicBezTo>
                  <a:close/>
                </a:path>
              </a:pathLst>
            </a:custGeom>
            <a:solidFill>
              <a:srgbClr val="6887EA"/>
            </a:solidFill>
            <a:ln w="6636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solidFill>
                  <a:schemeClr val="tx1"/>
                </a:solidFill>
                <a:cs typeface="+mn-ea"/>
              </a:endParaRPr>
            </a:p>
          </p:txBody>
        </p:sp>
        <p:sp>
          <p:nvSpPr>
            <p:cNvPr id="179" name="文本框 178"/>
            <p:cNvSpPr txBox="1"/>
            <p:nvPr/>
          </p:nvSpPr>
          <p:spPr>
            <a:xfrm>
              <a:off x="1963942" y="3609522"/>
              <a:ext cx="342754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>
                  <a:solidFill>
                    <a:schemeClr val="bg1"/>
                  </a:solidFill>
                </a:rPr>
                <a:t>月度复盘  </a:t>
              </a:r>
              <a:r>
                <a:rPr lang="en-US" altLang="zh-CN" sz="1400" b="1" dirty="0">
                  <a:solidFill>
                    <a:schemeClr val="bg1"/>
                  </a:solidFill>
                </a:rPr>
                <a:t>/  </a:t>
              </a:r>
              <a:r>
                <a:rPr lang="zh-CN" altLang="en-US" sz="1400" b="1" dirty="0">
                  <a:solidFill>
                    <a:schemeClr val="bg1"/>
                  </a:solidFill>
                </a:rPr>
                <a:t>工作汇报  </a:t>
              </a:r>
              <a:r>
                <a:rPr lang="en-US" altLang="zh-CN" sz="1400" b="1" dirty="0">
                  <a:solidFill>
                    <a:schemeClr val="bg1"/>
                  </a:solidFill>
                </a:rPr>
                <a:t>/  </a:t>
              </a:r>
              <a:r>
                <a:rPr lang="zh-CN" altLang="en-US" sz="1400" b="1" dirty="0">
                  <a:solidFill>
                    <a:schemeClr val="bg1"/>
                  </a:solidFill>
                </a:rPr>
                <a:t>工作总结  </a:t>
              </a:r>
              <a:r>
                <a:rPr lang="en-US" altLang="zh-CN" sz="1400" b="1" dirty="0">
                  <a:solidFill>
                    <a:schemeClr val="bg1"/>
                  </a:solidFill>
                </a:rPr>
                <a:t>/  </a:t>
              </a:r>
              <a:r>
                <a:rPr lang="zh-CN" altLang="en-US" sz="1400" b="1" dirty="0">
                  <a:solidFill>
                    <a:schemeClr val="bg1"/>
                  </a:solidFill>
                </a:rPr>
                <a:t>述职</a:t>
              </a:r>
              <a:endParaRPr lang="zh-CN" altLang="en-US" sz="14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07" name="任意多边形: 形状 206" descr="D:\51PPT模板网\51pptmoban.com\图片.jpg"/>
          <p:cNvSpPr/>
          <p:nvPr/>
        </p:nvSpPr>
        <p:spPr>
          <a:xfrm>
            <a:off x="10623564" y="0"/>
            <a:ext cx="1568436" cy="1346746"/>
          </a:xfrm>
          <a:custGeom>
            <a:avLst/>
            <a:gdLst>
              <a:gd name="connsiteX0" fmla="*/ 0 w 1568436"/>
              <a:gd name="connsiteY0" fmla="*/ 0 h 1346746"/>
              <a:gd name="connsiteX1" fmla="*/ 1568436 w 1568436"/>
              <a:gd name="connsiteY1" fmla="*/ 0 h 1346746"/>
              <a:gd name="connsiteX2" fmla="*/ 1568436 w 1568436"/>
              <a:gd name="connsiteY2" fmla="*/ 1322686 h 1346746"/>
              <a:gd name="connsiteX3" fmla="*/ 1460104 w 1568436"/>
              <a:gd name="connsiteY3" fmla="*/ 1342634 h 1346746"/>
              <a:gd name="connsiteX4" fmla="*/ 569146 w 1568436"/>
              <a:gd name="connsiteY4" fmla="*/ 590244 h 1346746"/>
              <a:gd name="connsiteX5" fmla="*/ 19559 w 1568436"/>
              <a:gd name="connsiteY5" fmla="*/ 53592 h 13467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8436" h="1346746">
                <a:moveTo>
                  <a:pt x="0" y="0"/>
                </a:moveTo>
                <a:lnTo>
                  <a:pt x="1568436" y="0"/>
                </a:lnTo>
                <a:lnTo>
                  <a:pt x="1568436" y="1322686"/>
                </a:lnTo>
                <a:lnTo>
                  <a:pt x="1460104" y="1342634"/>
                </a:lnTo>
                <a:cubicBezTo>
                  <a:pt x="987440" y="1396727"/>
                  <a:pt x="1043059" y="904962"/>
                  <a:pt x="569146" y="590244"/>
                </a:cubicBezTo>
                <a:cubicBezTo>
                  <a:pt x="264488" y="387925"/>
                  <a:pt x="141153" y="356313"/>
                  <a:pt x="19559" y="53592"/>
                </a:cubicBezTo>
                <a:close/>
              </a:path>
            </a:pathLst>
          </a:custGeom>
          <a:solidFill>
            <a:srgbClr val="BAC5F4">
              <a:alpha val="15000"/>
            </a:srgbClr>
          </a:solidFill>
          <a:ln w="663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05" name="任意多边形: 形状 204"/>
          <p:cNvSpPr/>
          <p:nvPr/>
        </p:nvSpPr>
        <p:spPr>
          <a:xfrm rot="7957286">
            <a:off x="10280787" y="5745697"/>
            <a:ext cx="2039760" cy="1680324"/>
          </a:xfrm>
          <a:custGeom>
            <a:avLst/>
            <a:gdLst>
              <a:gd name="connsiteX0" fmla="*/ 35493 w 2039760"/>
              <a:gd name="connsiteY0" fmla="*/ 615884 h 1680324"/>
              <a:gd name="connsiteX1" fmla="*/ 0 w 2039760"/>
              <a:gd name="connsiteY1" fmla="*/ 567387 h 1680324"/>
              <a:gd name="connsiteX2" fmla="*/ 616566 w 2039760"/>
              <a:gd name="connsiteY2" fmla="*/ 0 h 1680324"/>
              <a:gd name="connsiteX3" fmla="*/ 2039760 w 2039760"/>
              <a:gd name="connsiteY3" fmla="*/ 1546550 h 1680324"/>
              <a:gd name="connsiteX4" fmla="*/ 2012855 w 2039760"/>
              <a:gd name="connsiteY4" fmla="*/ 1546602 h 1680324"/>
              <a:gd name="connsiteX5" fmla="*/ 1585210 w 2039760"/>
              <a:gd name="connsiteY5" fmla="*/ 1617501 h 1680324"/>
              <a:gd name="connsiteX6" fmla="*/ 456254 w 2039760"/>
              <a:gd name="connsiteY6" fmla="*/ 923821 h 1680324"/>
              <a:gd name="connsiteX7" fmla="*/ 35493 w 2039760"/>
              <a:gd name="connsiteY7" fmla="*/ 615884 h 1680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39760" h="1680324">
                <a:moveTo>
                  <a:pt x="35493" y="615884"/>
                </a:moveTo>
                <a:lnTo>
                  <a:pt x="0" y="567387"/>
                </a:lnTo>
                <a:lnTo>
                  <a:pt x="616566" y="0"/>
                </a:lnTo>
                <a:lnTo>
                  <a:pt x="2039760" y="1546550"/>
                </a:lnTo>
                <a:lnTo>
                  <a:pt x="2012855" y="1546602"/>
                </a:lnTo>
                <a:cubicBezTo>
                  <a:pt x="1867793" y="1550965"/>
                  <a:pt x="1723465" y="1569328"/>
                  <a:pt x="1585210" y="1617501"/>
                </a:cubicBezTo>
                <a:cubicBezTo>
                  <a:pt x="847850" y="1874422"/>
                  <a:pt x="997869" y="1283500"/>
                  <a:pt x="456254" y="923821"/>
                </a:cubicBezTo>
                <a:cubicBezTo>
                  <a:pt x="253149" y="788942"/>
                  <a:pt x="130632" y="729932"/>
                  <a:pt x="35493" y="615884"/>
                </a:cubicBezTo>
                <a:close/>
              </a:path>
            </a:pathLst>
          </a:custGeom>
          <a:solidFill>
            <a:srgbClr val="BAC5F4">
              <a:alpha val="15000"/>
            </a:srgbClr>
          </a:solidFill>
          <a:ln w="663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17" name="任意多边形: 形状 216"/>
          <p:cNvSpPr/>
          <p:nvPr/>
        </p:nvSpPr>
        <p:spPr>
          <a:xfrm rot="16542789">
            <a:off x="-250926" y="118551"/>
            <a:ext cx="1629309" cy="1272091"/>
          </a:xfrm>
          <a:custGeom>
            <a:avLst/>
            <a:gdLst>
              <a:gd name="connsiteX0" fmla="*/ 1509385 w 1629309"/>
              <a:gd name="connsiteY0" fmla="*/ 0 h 1272091"/>
              <a:gd name="connsiteX1" fmla="*/ 1629309 w 1629309"/>
              <a:gd name="connsiteY1" fmla="*/ 1198700 h 1272091"/>
              <a:gd name="connsiteX2" fmla="*/ 1591174 w 1629309"/>
              <a:gd name="connsiteY2" fmla="*/ 1209269 h 1272091"/>
              <a:gd name="connsiteX3" fmla="*/ 462218 w 1629309"/>
              <a:gd name="connsiteY3" fmla="*/ 515589 h 1272091"/>
              <a:gd name="connsiteX4" fmla="*/ 41457 w 1629309"/>
              <a:gd name="connsiteY4" fmla="*/ 207652 h 1272091"/>
              <a:gd name="connsiteX5" fmla="*/ 0 w 1629309"/>
              <a:gd name="connsiteY5" fmla="*/ 151007 h 1272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29309" h="1272091">
                <a:moveTo>
                  <a:pt x="1509385" y="0"/>
                </a:moveTo>
                <a:lnTo>
                  <a:pt x="1629309" y="1198700"/>
                </a:lnTo>
                <a:lnTo>
                  <a:pt x="1591174" y="1209269"/>
                </a:lnTo>
                <a:cubicBezTo>
                  <a:pt x="853814" y="1466189"/>
                  <a:pt x="1003833" y="875267"/>
                  <a:pt x="462218" y="515589"/>
                </a:cubicBezTo>
                <a:cubicBezTo>
                  <a:pt x="259113" y="380709"/>
                  <a:pt x="136596" y="321700"/>
                  <a:pt x="41457" y="207652"/>
                </a:cubicBezTo>
                <a:lnTo>
                  <a:pt x="0" y="151007"/>
                </a:lnTo>
                <a:close/>
              </a:path>
            </a:pathLst>
          </a:custGeom>
          <a:solidFill>
            <a:srgbClr val="BAC5F4">
              <a:alpha val="15000"/>
            </a:srgbClr>
          </a:solidFill>
          <a:ln w="663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15" name="任意多边形: 形状 214" descr="D:\51PPT模板网\51pptmoban.com\图片.jpg"/>
          <p:cNvSpPr/>
          <p:nvPr/>
        </p:nvSpPr>
        <p:spPr>
          <a:xfrm rot="3513166">
            <a:off x="45786" y="5448181"/>
            <a:ext cx="2080441" cy="2184401"/>
          </a:xfrm>
          <a:custGeom>
            <a:avLst/>
            <a:gdLst>
              <a:gd name="connsiteX0" fmla="*/ 252666 w 2080441"/>
              <a:gd name="connsiteY0" fmla="*/ 1071377 h 2184401"/>
              <a:gd name="connsiteX1" fmla="*/ 1448320 w 2080441"/>
              <a:gd name="connsiteY1" fmla="*/ 346956 h 2184401"/>
              <a:gd name="connsiteX2" fmla="*/ 1922327 w 2080441"/>
              <a:gd name="connsiteY2" fmla="*/ 33587 h 2184401"/>
              <a:gd name="connsiteX3" fmla="*/ 2080441 w 2080441"/>
              <a:gd name="connsiteY3" fmla="*/ 0 h 2184401"/>
              <a:gd name="connsiteX4" fmla="*/ 744605 w 2080441"/>
              <a:gd name="connsiteY4" fmla="*/ 2184401 h 2184401"/>
              <a:gd name="connsiteX5" fmla="*/ 0 w 2080441"/>
              <a:gd name="connsiteY5" fmla="*/ 1729049 h 2184401"/>
              <a:gd name="connsiteX6" fmla="*/ 2517 w 2080441"/>
              <a:gd name="connsiteY6" fmla="*/ 1708531 h 2184401"/>
              <a:gd name="connsiteX7" fmla="*/ 252666 w 2080441"/>
              <a:gd name="connsiteY7" fmla="*/ 1071377 h 2184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80441" h="2184401">
                <a:moveTo>
                  <a:pt x="252666" y="1071377"/>
                </a:moveTo>
                <a:cubicBezTo>
                  <a:pt x="608406" y="519379"/>
                  <a:pt x="885786" y="912048"/>
                  <a:pt x="1448320" y="346956"/>
                </a:cubicBezTo>
                <a:cubicBezTo>
                  <a:pt x="1619221" y="175250"/>
                  <a:pt x="1765407" y="81808"/>
                  <a:pt x="1922327" y="33587"/>
                </a:cubicBezTo>
                <a:lnTo>
                  <a:pt x="2080441" y="0"/>
                </a:lnTo>
                <a:lnTo>
                  <a:pt x="744605" y="2184401"/>
                </a:lnTo>
                <a:lnTo>
                  <a:pt x="0" y="1729049"/>
                </a:lnTo>
                <a:lnTo>
                  <a:pt x="2517" y="1708531"/>
                </a:lnTo>
                <a:cubicBezTo>
                  <a:pt x="46357" y="1460913"/>
                  <a:pt x="137582" y="1249835"/>
                  <a:pt x="252666" y="1071377"/>
                </a:cubicBezTo>
                <a:close/>
              </a:path>
            </a:pathLst>
          </a:custGeom>
          <a:solidFill>
            <a:srgbClr val="BAC5F4">
              <a:alpha val="15000"/>
            </a:srgbClr>
          </a:solidFill>
          <a:ln w="663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19" name="任意多边形: 形状 218"/>
          <p:cNvSpPr/>
          <p:nvPr/>
        </p:nvSpPr>
        <p:spPr>
          <a:xfrm rot="14984251" flipH="1">
            <a:off x="4375877" y="-983498"/>
            <a:ext cx="1109497" cy="2234110"/>
          </a:xfrm>
          <a:custGeom>
            <a:avLst/>
            <a:gdLst>
              <a:gd name="connsiteX0" fmla="*/ 0 w 1109497"/>
              <a:gd name="connsiteY0" fmla="*/ 0 h 2234110"/>
              <a:gd name="connsiteX1" fmla="*/ 824760 w 1109497"/>
              <a:gd name="connsiteY1" fmla="*/ 2234110 h 2234110"/>
              <a:gd name="connsiteX2" fmla="*/ 859904 w 1109497"/>
              <a:gd name="connsiteY2" fmla="*/ 2190409 h 2234110"/>
              <a:gd name="connsiteX3" fmla="*/ 101111 w 1109497"/>
              <a:gd name="connsiteY3" fmla="*/ 23487 h 2234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09497" h="2234110">
                <a:moveTo>
                  <a:pt x="0" y="0"/>
                </a:moveTo>
                <a:lnTo>
                  <a:pt x="824760" y="2234110"/>
                </a:lnTo>
                <a:lnTo>
                  <a:pt x="859904" y="2190409"/>
                </a:lnTo>
                <a:cubicBezTo>
                  <a:pt x="1327241" y="1710093"/>
                  <a:pt x="1172987" y="318457"/>
                  <a:pt x="101111" y="23487"/>
                </a:cubicBezTo>
                <a:close/>
              </a:path>
            </a:pathLst>
          </a:custGeom>
          <a:solidFill>
            <a:srgbClr val="BAC5F4">
              <a:alpha val="10000"/>
            </a:srgbClr>
          </a:solidFill>
          <a:ln w="663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21" name="任意多边形: 形状 220"/>
          <p:cNvSpPr/>
          <p:nvPr/>
        </p:nvSpPr>
        <p:spPr>
          <a:xfrm rot="14984251" flipH="1">
            <a:off x="5057476" y="4840333"/>
            <a:ext cx="1588854" cy="3893052"/>
          </a:xfrm>
          <a:custGeom>
            <a:avLst/>
            <a:gdLst>
              <a:gd name="connsiteX0" fmla="*/ 427626 w 1588854"/>
              <a:gd name="connsiteY0" fmla="*/ 2661154 h 3893052"/>
              <a:gd name="connsiteX1" fmla="*/ 977213 w 1588854"/>
              <a:gd name="connsiteY1" fmla="*/ 3197805 h 3893052"/>
              <a:gd name="connsiteX2" fmla="*/ 1567732 w 1588854"/>
              <a:gd name="connsiteY2" fmla="*/ 3879743 h 3893052"/>
              <a:gd name="connsiteX3" fmla="*/ 1588854 w 1588854"/>
              <a:gd name="connsiteY3" fmla="*/ 3893052 h 3893052"/>
              <a:gd name="connsiteX4" fmla="*/ 151668 w 1588854"/>
              <a:gd name="connsiteY4" fmla="*/ 0 h 3893052"/>
              <a:gd name="connsiteX5" fmla="*/ 126780 w 1588854"/>
              <a:gd name="connsiteY5" fmla="*/ 54016 h 3893052"/>
              <a:gd name="connsiteX6" fmla="*/ 62570 w 1588854"/>
              <a:gd name="connsiteY6" fmla="*/ 1254919 h 3893052"/>
              <a:gd name="connsiteX7" fmla="*/ 427626 w 1588854"/>
              <a:gd name="connsiteY7" fmla="*/ 2661154 h 3893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88854" h="3893052">
                <a:moveTo>
                  <a:pt x="427626" y="2661154"/>
                </a:moveTo>
                <a:cubicBezTo>
                  <a:pt x="549219" y="2963875"/>
                  <a:pt x="672554" y="2995487"/>
                  <a:pt x="977213" y="3197805"/>
                </a:cubicBezTo>
                <a:cubicBezTo>
                  <a:pt x="1315722" y="3422604"/>
                  <a:pt x="1384061" y="3737733"/>
                  <a:pt x="1567732" y="3879743"/>
                </a:cubicBezTo>
                <a:lnTo>
                  <a:pt x="1588854" y="3893052"/>
                </a:lnTo>
                <a:lnTo>
                  <a:pt x="151668" y="0"/>
                </a:lnTo>
                <a:lnTo>
                  <a:pt x="126780" y="54016"/>
                </a:lnTo>
                <a:cubicBezTo>
                  <a:pt x="-1235" y="372103"/>
                  <a:pt x="-49101" y="767995"/>
                  <a:pt x="62570" y="1254919"/>
                </a:cubicBezTo>
                <a:cubicBezTo>
                  <a:pt x="239532" y="2026253"/>
                  <a:pt x="333052" y="2425705"/>
                  <a:pt x="427626" y="2661154"/>
                </a:cubicBezTo>
                <a:close/>
              </a:path>
            </a:pathLst>
          </a:custGeom>
          <a:solidFill>
            <a:srgbClr val="BAC5F4">
              <a:alpha val="10000"/>
            </a:srgbClr>
          </a:solidFill>
          <a:ln w="663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923925" y="762001"/>
            <a:ext cx="10404475" cy="4952999"/>
            <a:chOff x="847725" y="114301"/>
            <a:chExt cx="9134475" cy="4952999"/>
          </a:xfrm>
        </p:grpSpPr>
        <p:sp>
          <p:nvSpPr>
            <p:cNvPr id="2" name="文本框 1"/>
            <p:cNvSpPr txBox="1"/>
            <p:nvPr/>
          </p:nvSpPr>
          <p:spPr>
            <a:xfrm>
              <a:off x="1184619" y="114301"/>
              <a:ext cx="17608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>
                  <a:cs typeface="+mn-ea"/>
                  <a:sym typeface="+mn-lt"/>
                </a:rPr>
                <a:t>模板使用字体说明</a:t>
              </a:r>
              <a:endParaRPr lang="zh-CN" altLang="en-US" b="1" dirty="0">
                <a:cs typeface="+mn-ea"/>
                <a:sym typeface="+mn-lt"/>
              </a:endParaRP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1045701" y="1567881"/>
              <a:ext cx="9614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>
                  <a:cs typeface="+mn-ea"/>
                  <a:sym typeface="+mn-lt"/>
                </a:rPr>
                <a:t>标题字：</a:t>
              </a:r>
              <a:endParaRPr lang="zh-CN" altLang="en-US" b="1" dirty="0">
                <a:cs typeface="+mn-ea"/>
                <a:sym typeface="+mn-lt"/>
              </a:endParaRPr>
            </a:p>
          </p:txBody>
        </p:sp>
        <p:cxnSp>
          <p:nvCxnSpPr>
            <p:cNvPr id="7" name="直接连接符 6"/>
            <p:cNvCxnSpPr/>
            <p:nvPr/>
          </p:nvCxnSpPr>
          <p:spPr>
            <a:xfrm>
              <a:off x="847725" y="673100"/>
              <a:ext cx="9134475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/>
          </p:nvCxnSpPr>
          <p:spPr>
            <a:xfrm>
              <a:off x="2622601" y="2302483"/>
              <a:ext cx="7359599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>
            <a:xfrm>
              <a:off x="847725" y="4342793"/>
              <a:ext cx="9134475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>
              <a:off x="847725" y="5067300"/>
              <a:ext cx="9134475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>
              <a:off x="847725" y="673100"/>
              <a:ext cx="0" cy="439420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>
              <a:off x="2622601" y="673100"/>
              <a:ext cx="0" cy="439420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>
              <a:off x="9982200" y="673100"/>
              <a:ext cx="0" cy="439420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文本框 19"/>
            <p:cNvSpPr txBox="1"/>
            <p:nvPr/>
          </p:nvSpPr>
          <p:spPr>
            <a:xfrm>
              <a:off x="1045701" y="3506344"/>
              <a:ext cx="11613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>
                  <a:cs typeface="+mn-ea"/>
                  <a:sym typeface="+mn-lt"/>
                </a:rPr>
                <a:t>内容字体：</a:t>
              </a:r>
              <a:endParaRPr lang="zh-CN" altLang="en-US" b="1" dirty="0">
                <a:cs typeface="+mn-ea"/>
                <a:sym typeface="+mn-lt"/>
              </a:endParaRP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1045701" y="4520381"/>
              <a:ext cx="7616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>
                  <a:cs typeface="+mn-ea"/>
                  <a:sym typeface="+mn-lt"/>
                </a:rPr>
                <a:t>其他：</a:t>
              </a:r>
              <a:endParaRPr lang="zh-CN" altLang="en-US" b="1" dirty="0">
                <a:cs typeface="+mn-ea"/>
                <a:sym typeface="+mn-lt"/>
              </a:endParaRPr>
            </a:p>
          </p:txBody>
        </p:sp>
        <p:cxnSp>
          <p:nvCxnSpPr>
            <p:cNvPr id="6" name="直接连接符 5"/>
            <p:cNvCxnSpPr/>
            <p:nvPr/>
          </p:nvCxnSpPr>
          <p:spPr>
            <a:xfrm>
              <a:off x="847725" y="2978758"/>
              <a:ext cx="9134475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文本框 21"/>
          <p:cNvSpPr txBox="1"/>
          <p:nvPr/>
        </p:nvSpPr>
        <p:spPr>
          <a:xfrm>
            <a:off x="3545673" y="4175285"/>
            <a:ext cx="34558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cs typeface="+mn-ea"/>
                <a:sym typeface="+mn-lt"/>
              </a:rPr>
              <a:t>中文：阿里巴巴普惠体 2.0 55 Regular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23" name="缺角矩形 22"/>
          <p:cNvSpPr/>
          <p:nvPr/>
        </p:nvSpPr>
        <p:spPr>
          <a:xfrm>
            <a:off x="920309" y="759455"/>
            <a:ext cx="298891" cy="298891"/>
          </a:xfrm>
          <a:prstGeom prst="plaque">
            <a:avLst>
              <a:gd name="adj" fmla="val 50000"/>
            </a:avLst>
          </a:prstGeom>
          <a:solidFill>
            <a:srgbClr val="FF52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6827790" y="3858719"/>
            <a:ext cx="345587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cs typeface="+mn-ea"/>
                <a:sym typeface="+mn-lt"/>
              </a:rPr>
              <a:t>英文 </a:t>
            </a:r>
            <a:r>
              <a:rPr lang="en-US" altLang="zh-CN" sz="1400" dirty="0">
                <a:cs typeface="+mn-ea"/>
                <a:sym typeface="+mn-lt"/>
              </a:rPr>
              <a:t>/ </a:t>
            </a:r>
            <a:r>
              <a:rPr lang="zh-CN" altLang="en-US" sz="1400" dirty="0">
                <a:cs typeface="+mn-ea"/>
                <a:sym typeface="+mn-lt"/>
              </a:rPr>
              <a:t>数字：</a:t>
            </a:r>
            <a:endParaRPr lang="en-US" altLang="zh-CN" sz="1400" dirty="0">
              <a:cs typeface="+mn-ea"/>
              <a:sym typeface="+mn-lt"/>
            </a:endParaRPr>
          </a:p>
          <a:p>
            <a:r>
              <a:rPr lang="fr-FR" altLang="zh-CN" sz="1400" dirty="0">
                <a:cs typeface="+mn-ea"/>
                <a:sym typeface="+mn-lt"/>
              </a:rPr>
              <a:t>HarmonyOS Sans SC</a:t>
            </a:r>
            <a:endParaRPr lang="fr-FR" altLang="zh-CN" sz="1400" dirty="0">
              <a:cs typeface="+mn-ea"/>
              <a:sym typeface="+mn-lt"/>
            </a:endParaRPr>
          </a:p>
          <a:p>
            <a:r>
              <a:rPr lang="en-US" altLang="zh-CN" sz="1400" dirty="0" err="1">
                <a:cs typeface="+mn-ea"/>
                <a:sym typeface="+mn-lt"/>
              </a:rPr>
              <a:t>MiSans</a:t>
            </a:r>
            <a:r>
              <a:rPr lang="en-US" altLang="zh-CN" sz="1400" dirty="0">
                <a:cs typeface="+mn-ea"/>
                <a:sym typeface="+mn-lt"/>
              </a:rPr>
              <a:t> Heavy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3559174" y="3116273"/>
            <a:ext cx="20653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cs typeface="+mn-ea"/>
                <a:sym typeface="+mn-lt"/>
              </a:rPr>
              <a:t>Aa</a:t>
            </a:r>
            <a:r>
              <a:rPr lang="zh-CN" altLang="en-US" sz="1400" dirty="0">
                <a:cs typeface="+mn-ea"/>
                <a:sym typeface="+mn-lt"/>
              </a:rPr>
              <a:t>厚底黑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48" name="缺角矩形 47"/>
          <p:cNvSpPr/>
          <p:nvPr/>
        </p:nvSpPr>
        <p:spPr>
          <a:xfrm>
            <a:off x="3401795" y="759455"/>
            <a:ext cx="298891" cy="298891"/>
          </a:xfrm>
          <a:prstGeom prst="plaque">
            <a:avLst>
              <a:gd name="adj" fmla="val 50000"/>
            </a:avLst>
          </a:prstGeom>
          <a:solidFill>
            <a:srgbClr val="FF52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3418916" y="1789392"/>
            <a:ext cx="403187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000" dirty="0">
                <a:latin typeface="Aa厚底黑" panose="00020600040101010101" pitchFamily="18" charset="-122"/>
                <a:ea typeface="Aa厚底黑" panose="00020600040101010101" pitchFamily="18" charset="-122"/>
                <a:cs typeface="+mn-ea"/>
                <a:sym typeface="+mn-lt"/>
              </a:rPr>
              <a:t>工作总结</a:t>
            </a:r>
            <a:r>
              <a:rPr lang="zh-CN" altLang="en-US" sz="5000" dirty="0">
                <a:solidFill>
                  <a:srgbClr val="6887EA"/>
                </a:solidFill>
                <a:latin typeface="Aa厚底黑" panose="00020600040101010101" pitchFamily="18" charset="-122"/>
                <a:ea typeface="Aa厚底黑" panose="00020600040101010101" pitchFamily="18" charset="-122"/>
                <a:cs typeface="+mn-ea"/>
                <a:sym typeface="+mn-lt"/>
              </a:rPr>
              <a:t>复盘</a:t>
            </a:r>
            <a:endParaRPr lang="zh-CN" altLang="en-US" sz="5000" dirty="0">
              <a:solidFill>
                <a:srgbClr val="6887EA"/>
              </a:solidFill>
              <a:latin typeface="Aa厚底黑" panose="00020600040101010101" pitchFamily="18" charset="-122"/>
              <a:ea typeface="Aa厚底黑" panose="00020600040101010101" pitchFamily="18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科研周报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2025年12月30日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本周总结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• 更新了进度'进度进度1'，上传了文档'技术技术1'，并记录了图片'images\20251227_165250.jpg'。</a:t>
            </a:r>
          </a:p>
          <a:p>
            <a:r>
              <a:t>• 记录了图片'images\20251227_165548.jpg'，无文字进度或文档。</a:t>
            </a:r>
          </a:p>
          <a:p>
            <a:r>
              <a:t>• 更新了进度'进度进度1'，上传了文档'技术与技术1'，无图片记录。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文献阅读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技术技术1, 技术与技术1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实验进展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 wrap="square"/>
          <a:lstStyle/>
          <a:p>
            <a:r>
              <a:t>整体进度为：进度进度1</a:t>
            </a:r>
          </a:p>
        </p:txBody>
      </p:sp>
      <p:pic>
        <p:nvPicPr>
          <p:cNvPr id="5" name="Picture 4" descr="20251227_1655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3188" y="987425"/>
            <a:ext cx="6172200" cy="487362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下周计划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51PPT模板网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dewd4dth">
      <a:majorFont>
        <a:latin typeface="HarmonyOS Sans SC Light"/>
        <a:ea typeface="阿里巴巴普惠体 2.0 55 Regular"/>
        <a:cs typeface=""/>
      </a:majorFont>
      <a:minorFont>
        <a:latin typeface="HarmonyOS Sans SC Light"/>
        <a:ea typeface="阿里巴巴普惠体 2.0 55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4632</Words>
  <Application>WPS Presentation</Application>
  <PresentationFormat>宽屏</PresentationFormat>
  <Paragraphs>436</Paragraphs>
  <Slides>24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46" baseType="lpstr">
      <vt:lpstr>Arial</vt:lpstr>
      <vt:lpstr>宋体</vt:lpstr>
      <vt:lpstr>Wingdings</vt:lpstr>
      <vt:lpstr>HarmonyOS Sans SC Light</vt:lpstr>
      <vt:lpstr>阿里巴巴普惠体 2.0 55 Regular</vt:lpstr>
      <vt:lpstr>MiSans Heavy</vt:lpstr>
      <vt:lpstr>Aa厚底黑</vt:lpstr>
      <vt:lpstr>黑体</vt:lpstr>
      <vt:lpstr>HarmonyOS Sans SC Black</vt:lpstr>
      <vt:lpstr>Calibri</vt:lpstr>
      <vt:lpstr>微软雅黑</vt:lpstr>
      <vt:lpstr>Arial Unicode MS</vt:lpstr>
      <vt:lpstr>等线</vt:lpstr>
      <vt:lpstr>微软雅黑 Light</vt:lpstr>
      <vt:lpstr>字魂59号-创粗黑</vt:lpstr>
      <vt:lpstr>Times New Roman</vt:lpstr>
      <vt:lpstr>Arial Unicode MS</vt:lpstr>
      <vt:lpstr>Source Sans Pro Semibold Italic</vt:lpstr>
      <vt:lpstr>阿里巴巴普惠体 2.0 55 Regular</vt:lpstr>
      <vt:lpstr>Segoe Print</vt:lpstr>
      <vt:lpstr>HarmonyOS Sans SC Light</vt:lpstr>
      <vt:lpstr>51PPT模板网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www.51pptmoban.com</Company>
  <LinksUpToDate>false</LinksUpToDate>
  <SharedDoc>false</SharedDoc>
  <HyperlinksChanged>false</HyperlinksChanged>
  <AppVersion>14.0000</AppVersion>
  <Manager>51PPT模板网</Manager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淡雅清新插画风十月工作总结复盘PPT模板</dc:title>
  <dc:creator>©51PPT模板网（www.51pptmoban.com）</dc:creator>
  <cp:keywords>版权归属：51PPT模板网</cp:keywords>
  <dc:description>51PPT模板网，幻灯片演示模板及素材免费下载！
51PPT模板网 唯一访问网址：www.51pptmoban.com</dc:description>
  <cp:lastModifiedBy>Administrator</cp:lastModifiedBy>
  <cp:revision>63</cp:revision>
  <dcterms:created xsi:type="dcterms:W3CDTF">2025-10-28T07:22:00Z</dcterms:created>
  <dcterms:modified xsi:type="dcterms:W3CDTF">2025-12-27T09:12:02Z</dcterms:modified>
  <cp:version>51</cp:version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9A56F1EC96FD49A1B76100223501DFD0_12</vt:lpwstr>
  </property>
  <property fmtid="{D5CDD505-2E9C-101B-9397-08002B2CF9AE}" pid="3" name="KSOProductBuildVer">
    <vt:lpwstr>1033-12.2.0.23155</vt:lpwstr>
  </property>
</Properties>
</file>